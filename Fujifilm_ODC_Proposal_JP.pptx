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59"/>
    <p:sldId id="286" r:id="rId60"/>
  </p:sldIdLst>
  <p:sldSz cy="5143500" cx="9144000"/>
  <p:notesSz cx="6858000" cy="9144000"/>
  <p:embeddedFontLst>
    <p:embeddedFont>
      <p:font typeface="Lato"/>
      <p:regular r:id="rId37"/>
      <p:bold r:id="rId38"/>
      <p:italic r:id="rId39"/>
      <p:boldItalic r:id="rId40"/>
    </p:embeddedFont>
    <p:embeddedFont>
      <p:font typeface="Noto Sans"/>
      <p:regular r:id="rId41"/>
      <p:bold r:id="rId42"/>
      <p:italic r:id="rId43"/>
      <p:boldItalic r:id="rId44"/>
    </p:embeddedFont>
    <p:embeddedFont>
      <p:font typeface="Lato Black"/>
      <p:bold r:id="rId45"/>
      <p:boldItalic r:id="rId46"/>
    </p:embeddedFont>
    <p:embeddedFont>
      <p:font typeface="Quattrocento Sans"/>
      <p:regular r:id="rId47"/>
      <p:bold r:id="rId48"/>
      <p:italic r:id="rId49"/>
      <p:boldItalic r:id="rId50"/>
    </p:embeddedFont>
    <p:embeddedFont>
      <p:font typeface="Arial Black"/>
      <p:regular r:id="rId51"/>
    </p:embeddedFont>
    <p:embeddedFont>
      <p:font typeface="Chakra Petch"/>
      <p:regular r:id="rId52"/>
      <p:bold r:id="rId53"/>
      <p:italic r:id="rId54"/>
      <p:boldItalic r:id="rId55"/>
    </p:embeddedFont>
    <p:embeddedFont>
      <p:font typeface="Noto Sans JP"/>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7">
          <p15:clr>
            <a:srgbClr val="747775"/>
          </p15:clr>
        </p15:guide>
        <p15:guide id="2" orient="horz" pos="1164">
          <p15:clr>
            <a:srgbClr val="747775"/>
          </p15:clr>
        </p15:guide>
        <p15:guide id="3" orient="horz" pos="1191">
          <p15:clr>
            <a:srgbClr val="747775"/>
          </p15:clr>
        </p15:guide>
        <p15:guide id="4" orient="horz" pos="392">
          <p15:clr>
            <a:srgbClr val="747775"/>
          </p15:clr>
        </p15:guide>
      </p15:sldGuideLst>
    </p:ext>
    <p:ext uri="GoogleSlidesCustomDataVersion2">
      <go:slidesCustomData xmlns:go="http://customooxmlschemas.google.com/" r:id="rId58" roundtripDataSignature="AMtx7miRYj9B2hsjzNHEw1PZTb44DBrKX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Nguyễn Đinh Phước Sơ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FCD7D5-AB68-45F8-93BB-FE282B29CB2C}">
  <a:tblStyle styleId="{4EFCD7D5-AB68-45F8-93BB-FE282B29CB2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7" orient="horz"/>
        <p:guide pos="1164" orient="horz"/>
        <p:guide pos="1191" orient="horz"/>
        <p:guide pos="392"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font" Target="fonts/Lato-regular.fntdata"/><Relationship Id="rId38" Type="http://schemas.openxmlformats.org/officeDocument/2006/relationships/font" Target="fonts/Lato-bold.fntdata"/><Relationship Id="rId39" Type="http://schemas.openxmlformats.org/officeDocument/2006/relationships/font" Target="fonts/Lato-italic.fntdata"/><Relationship Id="rId40" Type="http://schemas.openxmlformats.org/officeDocument/2006/relationships/font" Target="fonts/Lato-boldItalic.fntdata"/><Relationship Id="rId41" Type="http://schemas.openxmlformats.org/officeDocument/2006/relationships/font" Target="fonts/NotoSans-regular.fntdata"/><Relationship Id="rId42" Type="http://schemas.openxmlformats.org/officeDocument/2006/relationships/font" Target="fonts/NotoSans-bold.fntdata"/><Relationship Id="rId43" Type="http://schemas.openxmlformats.org/officeDocument/2006/relationships/font" Target="fonts/NotoSans-italic.fntdata"/><Relationship Id="rId44" Type="http://schemas.openxmlformats.org/officeDocument/2006/relationships/font" Target="fonts/NotoSans-boldItalic.fntdata"/><Relationship Id="rId45" Type="http://schemas.openxmlformats.org/officeDocument/2006/relationships/font" Target="fonts/LatoBlack-bold.fntdata"/><Relationship Id="rId46" Type="http://schemas.openxmlformats.org/officeDocument/2006/relationships/font" Target="fonts/LatoBlack-boldItalic.fntdata"/><Relationship Id="rId47" Type="http://schemas.openxmlformats.org/officeDocument/2006/relationships/font" Target="fonts/QuattrocentoSans-regular.fntdata"/><Relationship Id="rId48" Type="http://schemas.openxmlformats.org/officeDocument/2006/relationships/font" Target="fonts/QuattrocentoSans-bold.fntdata"/><Relationship Id="rId49" Type="http://schemas.openxmlformats.org/officeDocument/2006/relationships/font" Target="fonts/QuattrocentoSans-italic.fntdata"/><Relationship Id="rId50" Type="http://schemas.openxmlformats.org/officeDocument/2006/relationships/font" Target="fonts/QuattrocentoSans-boldItalic.fntdata"/><Relationship Id="rId51" Type="http://schemas.openxmlformats.org/officeDocument/2006/relationships/font" Target="fonts/ArialBlack-regular.fntdata"/><Relationship Id="rId52" Type="http://schemas.openxmlformats.org/officeDocument/2006/relationships/font" Target="fonts/ChakraPetch-regular.fntdata"/><Relationship Id="rId53" Type="http://schemas.openxmlformats.org/officeDocument/2006/relationships/font" Target="fonts/ChakraPetch-bold.fntdata"/><Relationship Id="rId54" Type="http://schemas.openxmlformats.org/officeDocument/2006/relationships/font" Target="fonts/ChakraPetch-italic.fntdata"/><Relationship Id="rId55" Type="http://schemas.openxmlformats.org/officeDocument/2006/relationships/font" Target="fonts/ChakraPetch-boldItalic.fntdata"/><Relationship Id="rId56" Type="http://schemas.openxmlformats.org/officeDocument/2006/relationships/font" Target="fonts/NotoSansJP-regular.fntdata"/><Relationship Id="rId57" Type="http://schemas.openxmlformats.org/officeDocument/2006/relationships/font" Target="fonts/NotoSansJP-bold.fntdata"/><Relationship Id="rId58" Type="http://customschemas.google.com/relationships/presentationmetadata" Target="metadata"/><Relationship Id="rId59" Type="http://schemas.openxmlformats.org/officeDocument/2006/relationships/slide" Target="slides/slide30.xml"/><Relationship Id="rId60" Type="http://schemas.openxmlformats.org/officeDocument/2006/relationships/slide" Target="slides/slide3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9T08:46:30.524">
    <p:pos x="167" y="83"/>
    <p:text>Thêm 7. case study</p:text>
    <p:extLst>
      <p:ext uri="{C676402C-5697-4E1C-873F-D02D1690AC5C}">
        <p15:threadingInfo timeZoneBias="0"/>
      </p:ext>
      <p:ext uri="http://customooxmlschemas.google.com/">
        <go:slidesCustomData xmlns:go="http://customooxmlschemas.google.com/" commentPostId="AAAB4yJGQxY"/>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bb00c4f728_0_2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bb00c4f728_0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vi"/>
              <a:t>thứ tự onsite lên trước,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a6e048061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3da6e048061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vi"/>
              <a:t>thứ tự onsite lên trước,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da6f396820_0_58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3da6f396820_0_588: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da6f396820_0_597: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329" name="Google Shape;329;g3da6f396820_0_597: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330" name="Google Shape;330;g3da6f396820_0_597: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a6e048061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g3da6e048061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vi"/>
              <a:t>thứ tự onsite lên trước,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b524566caf_0_984: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421" name="Google Shape;421;g3b524566caf_0_984: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422" name="Google Shape;422;g3b524566caf_0_984: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bb00c4f728_0_26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g3bb00c4f728_0_261: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bb00c4f728_0_277: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461" name="Google Shape;461;g3bb00c4f728_0_277: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462" name="Google Shape;462;g3bb00c4f728_0_277: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bb050f2e20_0_49: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475" name="Google Shape;475;g3bb050f2e20_0_49: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476" name="Google Shape;476;g3bb050f2e20_0_49: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bb050f2e20_0_7: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519" name="Google Shape;519;g3bb050f2e20_0_7: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520" name="Google Shape;520;g3bb050f2e20_0_7: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bb050f2e20_0_8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g3bb050f2e20_0_84: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baff84d3b0_0_614: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559" name="Google Shape;559;g3baff84d3b0_0_614: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560" name="Google Shape;560;g3baff84d3b0_0_614: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b9d959519f_0_1378: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641" name="Google Shape;641;g3b9d959519f_0_1378: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642" name="Google Shape;642;g3b9d959519f_0_1378: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baff84d3b0_0_663: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736" name="Google Shape;736;g3baff84d3b0_0_663: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737" name="Google Shape;737;g3baff84d3b0_0_663: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bb050f2e20_0_94: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837" name="Google Shape;837;g3bb050f2e20_0_94: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838" name="Google Shape;838;g3bb050f2e20_0_94: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b9d959519f_0_2327: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966" name="Google Shape;966;g3b9d959519f_0_2327: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967" name="Google Shape;967;g3b9d959519f_0_2327: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bb050f2e20_0_10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bb050f2e20_0_106: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b9e50d028d_1_123: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011" name="Google Shape;1011;g3b9e50d028d_1_123: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1012" name="Google Shape;1012;g3b9e50d028d_1_123: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b524566caf_0_507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7" name="Google Shape;1047;g3b524566caf_0_507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baff84d3b0_0_727: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058" name="Google Shape;1058;g3baff84d3b0_0_727: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1059" name="Google Shape;1059;g3baff84d3b0_0_727: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bb00c4f728_0_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3" name="Google Shape;1083;g3bb00c4f728_0_8: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bb00c4f728_6_981: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094" name="Google Shape;1094;g3bb00c4f728_6_981: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1095" name="Google Shape;1095;g3bb00c4f728_6_981: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bb00c4f728_6_1008: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105" name="Google Shape;1105;g3bb00c4f728_6_1008: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1106" name="Google Shape;1106;g3bb00c4f728_6_1008: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baff84d3b0_0_67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baff84d3b0_0_67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bb00c4f728_6_1021: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127" name="Google Shape;1127;g3bb00c4f728_6_1021: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1128" name="Google Shape;1128;g3bb00c4f728_6_1021: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3baff84d3b0_0_714: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160" name="Google Shape;1160;g3baff84d3b0_0_714: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1161" name="Google Shape;1161;g3baff84d3b0_0_714: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bb00c4f728_4_117:notes"/>
          <p:cNvSpPr/>
          <p:nvPr>
            <p:ph idx="2" type="sldImg"/>
          </p:nvPr>
        </p:nvSpPr>
        <p:spPr>
          <a:xfrm>
            <a:off x="464353" y="1143179"/>
            <a:ext cx="59292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221" name="Google Shape;1221;g3bb00c4f728_4_117:notes"/>
          <p:cNvSpPr txBox="1"/>
          <p:nvPr>
            <p:ph idx="1" type="body"/>
          </p:nvPr>
        </p:nvSpPr>
        <p:spPr>
          <a:xfrm>
            <a:off x="685802" y="4400556"/>
            <a:ext cx="5486400" cy="3600600"/>
          </a:xfrm>
          <a:prstGeom prst="rect">
            <a:avLst/>
          </a:prstGeom>
          <a:noFill/>
          <a:ln>
            <a:noFill/>
          </a:ln>
        </p:spPr>
        <p:txBody>
          <a:bodyPr anchorCtr="0" anchor="t" bIns="44550" lIns="89100" spcFirstLastPara="1" rIns="89100" wrap="square" tIns="44550">
            <a:noAutofit/>
          </a:bodyPr>
          <a:lstStyle/>
          <a:p>
            <a:pPr indent="0" lvl="0" marL="0" rtl="0" algn="l">
              <a:lnSpc>
                <a:spcPct val="100000"/>
              </a:lnSpc>
              <a:spcBef>
                <a:spcPts val="0"/>
              </a:spcBef>
              <a:spcAft>
                <a:spcPts val="0"/>
              </a:spcAft>
              <a:buSzPts val="1100"/>
              <a:buNone/>
            </a:pPr>
            <a:r>
              <a:rPr lang="vi"/>
              <a:t>Reversibility</a:t>
            </a:r>
            <a:endParaRPr/>
          </a:p>
          <a:p>
            <a:pPr indent="0" lvl="0" marL="0" rtl="0" algn="l">
              <a:lnSpc>
                <a:spcPct val="100000"/>
              </a:lnSpc>
              <a:spcBef>
                <a:spcPts val="0"/>
              </a:spcBef>
              <a:spcAft>
                <a:spcPts val="0"/>
              </a:spcAft>
              <a:buSzPts val="1100"/>
              <a:buNone/>
            </a:pPr>
            <a:r>
              <a:rPr lang="vi"/>
              <a:t>Export control constraints, FOD, GDPR (CECC, ITAR standards, etc.)</a:t>
            </a:r>
            <a:endParaRPr/>
          </a:p>
          <a:p>
            <a:pPr indent="0" lvl="0" marL="0" rtl="0" algn="l">
              <a:lnSpc>
                <a:spcPct val="100000"/>
              </a:lnSpc>
              <a:spcBef>
                <a:spcPts val="0"/>
              </a:spcBef>
              <a:spcAft>
                <a:spcPts val="0"/>
              </a:spcAft>
              <a:buSzPts val="1100"/>
              <a:buNone/>
            </a:pPr>
            <a:r>
              <a:rPr lang="vi"/>
              <a:t>Ramp management -up OK + down</a:t>
            </a:r>
            <a:endParaRPr/>
          </a:p>
          <a:p>
            <a:pPr indent="0" lvl="0" marL="0" rtl="0" algn="l">
              <a:lnSpc>
                <a:spcPct val="100000"/>
              </a:lnSpc>
              <a:spcBef>
                <a:spcPts val="0"/>
              </a:spcBef>
              <a:spcAft>
                <a:spcPts val="0"/>
              </a:spcAft>
              <a:buSzPts val="1100"/>
              <a:buNone/>
            </a:pPr>
            <a:r>
              <a:rPr lang="vi"/>
              <a:t>Quality</a:t>
            </a:r>
            <a:endParaRPr/>
          </a:p>
          <a:p>
            <a:pPr indent="0" lvl="0" marL="0" rtl="0" algn="l">
              <a:lnSpc>
                <a:spcPct val="100000"/>
              </a:lnSpc>
              <a:spcBef>
                <a:spcPts val="0"/>
              </a:spcBef>
              <a:spcAft>
                <a:spcPts val="0"/>
              </a:spcAft>
              <a:buSzPts val="1100"/>
              <a:buNone/>
            </a:pPr>
            <a:r>
              <a:rPr lang="vi"/>
              <a:t>Bundle</a:t>
            </a:r>
            <a:endParaRPr/>
          </a:p>
        </p:txBody>
      </p:sp>
      <p:sp>
        <p:nvSpPr>
          <p:cNvPr id="1222" name="Google Shape;1222;g3bb00c4f728_4_117:notes"/>
          <p:cNvSpPr txBox="1"/>
          <p:nvPr>
            <p:ph idx="12" type="sldNum"/>
          </p:nvPr>
        </p:nvSpPr>
        <p:spPr>
          <a:xfrm>
            <a:off x="3884619" y="8685225"/>
            <a:ext cx="2971800" cy="459000"/>
          </a:xfrm>
          <a:prstGeom prst="rect">
            <a:avLst/>
          </a:prstGeom>
          <a:noFill/>
          <a:ln>
            <a:noFill/>
          </a:ln>
        </p:spPr>
        <p:txBody>
          <a:bodyPr anchorCtr="0" anchor="b" bIns="44550" lIns="89100" spcFirstLastPara="1" rIns="89100" wrap="square" tIns="445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vi"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6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0" name="Google Shape;1300;p68: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 name="Shape 7"/>
        <p:cNvGrpSpPr/>
        <p:nvPr/>
      </p:nvGrpSpPr>
      <p:grpSpPr>
        <a:xfrm>
          <a:off x="0" y="0"/>
          <a:ext cx="0" cy="0"/>
          <a:chOff x="0" y="0"/>
          <a:chExt cx="0" cy="0"/>
        </a:xfrm>
      </p:grpSpPr>
      <p:sp>
        <p:nvSpPr>
          <p:cNvPr id="8" name="Google Shape;8;p71"/>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5">
    <p:spTree>
      <p:nvGrpSpPr>
        <p:cNvPr id="9" name="Shape 9"/>
        <p:cNvGrpSpPr/>
        <p:nvPr/>
      </p:nvGrpSpPr>
      <p:grpSpPr>
        <a:xfrm>
          <a:off x="0" y="0"/>
          <a:ext cx="0" cy="0"/>
          <a:chOff x="0" y="0"/>
          <a:chExt cx="0" cy="0"/>
        </a:xfrm>
      </p:grpSpPr>
      <p:sp>
        <p:nvSpPr>
          <p:cNvPr id="10" name="Google Shape;10;p70"/>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11" name="Google Shape;11;p70"/>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assic White Background">
  <p:cSld name="3_Classic White Background">
    <p:spTree>
      <p:nvGrpSpPr>
        <p:cNvPr id="12" name="Shape 12"/>
        <p:cNvGrpSpPr/>
        <p:nvPr/>
      </p:nvGrpSpPr>
      <p:grpSpPr>
        <a:xfrm>
          <a:off x="0" y="0"/>
          <a:ext cx="0" cy="0"/>
          <a:chOff x="0" y="0"/>
          <a:chExt cx="0" cy="0"/>
        </a:xfrm>
      </p:grpSpPr>
      <p:sp>
        <p:nvSpPr>
          <p:cNvPr id="13" name="Google Shape;13;g3da6e048061_0_136"/>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1800"/>
              <a:buFont typeface="Arial"/>
              <a:buNone/>
              <a:defRPr b="1" i="0" sz="1800" u="none" cap="none" strike="noStrike">
                <a:solidFill>
                  <a:srgbClr val="043962"/>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4" name="Google Shape;14;g3da6e048061_0_136"/>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1200"/>
              <a:buFont typeface="Arial"/>
              <a:buNone/>
              <a:defRPr b="1" i="0" sz="1200" u="none" cap="none" strike="noStrike">
                <a:solidFill>
                  <a:schemeClr val="l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5" name="Google Shape;15;g3da6e048061_0_136"/>
          <p:cNvSpPr/>
          <p:nvPr/>
        </p:nvSpPr>
        <p:spPr>
          <a:xfrm>
            <a:off x="0" y="447302"/>
            <a:ext cx="9144000" cy="279900"/>
          </a:xfrm>
          <a:prstGeom prst="rect">
            <a:avLst/>
          </a:prstGeom>
          <a:gradFill>
            <a:gsLst>
              <a:gs pos="0">
                <a:srgbClr val="043962"/>
              </a:gs>
              <a:gs pos="100000">
                <a:srgbClr val="1D94C9"/>
              </a:gs>
            </a:gsLst>
            <a:lin ang="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Calibri"/>
              <a:ea typeface="Calibri"/>
              <a:cs typeface="Calibri"/>
              <a:sym typeface="Calibri"/>
            </a:endParaRPr>
          </a:p>
        </p:txBody>
      </p:sp>
      <p:sp>
        <p:nvSpPr>
          <p:cNvPr id="16" name="Google Shape;16;g3da6e048061_0_136"/>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17" name="Google Shape;17;g3da6e048061_0_136"/>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
        <p:nvSpPr>
          <p:cNvPr id="19" name="Google Shape;19;p75"/>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20" name="Google Shape;20;p75"/>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21" name="Google Shape;21;p75"/>
          <p:cNvSpPr/>
          <p:nvPr/>
        </p:nvSpPr>
        <p:spPr>
          <a:xfrm>
            <a:off x="0" y="447302"/>
            <a:ext cx="9144000" cy="279900"/>
          </a:xfrm>
          <a:prstGeom prst="rect">
            <a:avLst/>
          </a:prstGeom>
          <a:gradFill>
            <a:gsLst>
              <a:gs pos="0">
                <a:srgbClr val="043962"/>
              </a:gs>
              <a:gs pos="100000">
                <a:srgbClr val="1D94C9"/>
              </a:gs>
            </a:gsLst>
            <a:lin ang="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p:cSld name="1_Two Content">
    <p:spTree>
      <p:nvGrpSpPr>
        <p:cNvPr id="22" name="Shape 22"/>
        <p:cNvGrpSpPr/>
        <p:nvPr/>
      </p:nvGrpSpPr>
      <p:grpSpPr>
        <a:xfrm>
          <a:off x="0" y="0"/>
          <a:ext cx="0" cy="0"/>
          <a:chOff x="0" y="0"/>
          <a:chExt cx="0" cy="0"/>
        </a:xfrm>
      </p:grpSpPr>
      <p:sp>
        <p:nvSpPr>
          <p:cNvPr id="23" name="Google Shape;23;p76"/>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24" name="Google Shape;24;p76"/>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1_Blank">
    <p:spTree>
      <p:nvGrpSpPr>
        <p:cNvPr id="25" name="Shape 25"/>
        <p:cNvGrpSpPr/>
        <p:nvPr/>
      </p:nvGrpSpPr>
      <p:grpSpPr>
        <a:xfrm>
          <a:off x="0" y="0"/>
          <a:ext cx="0" cy="0"/>
          <a:chOff x="0" y="0"/>
          <a:chExt cx="0" cy="0"/>
        </a:xfrm>
      </p:grpSpPr>
      <p:sp>
        <p:nvSpPr>
          <p:cNvPr id="26" name="Google Shape;26;p7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27" name="Google Shape;27;p77"/>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ction list">
  <p:cSld name="Blank_1_1">
    <p:spTree>
      <p:nvGrpSpPr>
        <p:cNvPr id="28" name="Shape 28"/>
        <p:cNvGrpSpPr/>
        <p:nvPr/>
      </p:nvGrpSpPr>
      <p:grpSpPr>
        <a:xfrm>
          <a:off x="0" y="0"/>
          <a:ext cx="0" cy="0"/>
          <a:chOff x="0" y="0"/>
          <a:chExt cx="0" cy="0"/>
        </a:xfrm>
      </p:grpSpPr>
      <p:sp>
        <p:nvSpPr>
          <p:cNvPr id="29" name="Google Shape;29;p78"/>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30" name="Google Shape;30;p78"/>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anize">
  <p:cSld name="Blank_3_2_1_1_1">
    <p:spTree>
      <p:nvGrpSpPr>
        <p:cNvPr id="31" name="Shape 31"/>
        <p:cNvGrpSpPr/>
        <p:nvPr/>
      </p:nvGrpSpPr>
      <p:grpSpPr>
        <a:xfrm>
          <a:off x="0" y="0"/>
          <a:ext cx="0" cy="0"/>
          <a:chOff x="0" y="0"/>
          <a:chExt cx="0" cy="0"/>
        </a:xfrm>
      </p:grpSpPr>
      <p:sp>
        <p:nvSpPr>
          <p:cNvPr id="32" name="Google Shape;32;p79"/>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33" name="Google Shape;33;p79"/>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5 1">
  <p:cSld name="Blank_8_1">
    <p:spTree>
      <p:nvGrpSpPr>
        <p:cNvPr id="34" name="Shape 34"/>
        <p:cNvGrpSpPr/>
        <p:nvPr/>
      </p:nvGrpSpPr>
      <p:grpSpPr>
        <a:xfrm>
          <a:off x="0" y="0"/>
          <a:ext cx="0" cy="0"/>
          <a:chOff x="0" y="0"/>
          <a:chExt cx="0" cy="0"/>
        </a:xfrm>
      </p:grpSpPr>
      <p:sp>
        <p:nvSpPr>
          <p:cNvPr id="35" name="Google Shape;35;p80"/>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36" name="Google Shape;36;p80"/>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1">
    <p:spTree>
      <p:nvGrpSpPr>
        <p:cNvPr id="37" name="Shape 37"/>
        <p:cNvGrpSpPr/>
        <p:nvPr/>
      </p:nvGrpSpPr>
      <p:grpSpPr>
        <a:xfrm>
          <a:off x="0" y="0"/>
          <a:ext cx="0" cy="0"/>
          <a:chOff x="0" y="0"/>
          <a:chExt cx="0" cy="0"/>
        </a:xfrm>
      </p:grpSpPr>
      <p:pic>
        <p:nvPicPr>
          <p:cNvPr id="38" name="Google Shape;38;p83"/>
          <p:cNvPicPr preferRelativeResize="0"/>
          <p:nvPr/>
        </p:nvPicPr>
        <p:blipFill rotWithShape="1">
          <a:blip r:embed="rId2">
            <a:alphaModFix/>
          </a:blip>
          <a:srcRect b="0" l="0" r="0" t="0"/>
          <a:stretch/>
        </p:blipFill>
        <p:spPr>
          <a:xfrm>
            <a:off x="664425" y="6492624"/>
            <a:ext cx="437608" cy="177900"/>
          </a:xfrm>
          <a:prstGeom prst="rect">
            <a:avLst/>
          </a:prstGeom>
          <a:noFill/>
          <a:ln>
            <a:noFill/>
          </a:ln>
        </p:spPr>
      </p:pic>
      <p:sp>
        <p:nvSpPr>
          <p:cNvPr id="39" name="Google Shape;39;p83"/>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40" name="Google Shape;40;p83"/>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le">
  <p:cSld name="Title - Subtile">
    <p:spTree>
      <p:nvGrpSpPr>
        <p:cNvPr id="41" name="Shape 41"/>
        <p:cNvGrpSpPr/>
        <p:nvPr/>
      </p:nvGrpSpPr>
      <p:grpSpPr>
        <a:xfrm>
          <a:off x="0" y="0"/>
          <a:ext cx="0" cy="0"/>
          <a:chOff x="0" y="0"/>
          <a:chExt cx="0" cy="0"/>
        </a:xfrm>
      </p:grpSpPr>
      <p:sp>
        <p:nvSpPr>
          <p:cNvPr id="42" name="Google Shape;42;p88"/>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43" name="Google Shape;43;p88"/>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44" name="Google Shape;44;p88"/>
          <p:cNvSpPr txBox="1"/>
          <p:nvPr>
            <p:ph idx="2"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45" name="Google Shape;45;p88"/>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ouble Images">
  <p:cSld name="Cover Double Images">
    <p:spTree>
      <p:nvGrpSpPr>
        <p:cNvPr id="46" name="Shape 46"/>
        <p:cNvGrpSpPr/>
        <p:nvPr/>
      </p:nvGrpSpPr>
      <p:grpSpPr>
        <a:xfrm>
          <a:off x="0" y="0"/>
          <a:ext cx="0" cy="0"/>
          <a:chOff x="0" y="0"/>
          <a:chExt cx="0" cy="0"/>
        </a:xfrm>
      </p:grpSpPr>
      <p:sp>
        <p:nvSpPr>
          <p:cNvPr id="47" name="Google Shape;47;p89"/>
          <p:cNvSpPr/>
          <p:nvPr/>
        </p:nvSpPr>
        <p:spPr>
          <a:xfrm>
            <a:off x="0" y="-1401"/>
            <a:ext cx="9144000" cy="750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48" name="Google Shape;48;p89"/>
          <p:cNvSpPr/>
          <p:nvPr>
            <p:ph idx="2" type="pic"/>
          </p:nvPr>
        </p:nvSpPr>
        <p:spPr>
          <a:xfrm>
            <a:off x="0" y="1"/>
            <a:ext cx="5915400" cy="4515300"/>
          </a:xfrm>
          <a:prstGeom prst="rect">
            <a:avLst/>
          </a:prstGeom>
          <a:noFill/>
          <a:ln>
            <a:noFill/>
          </a:ln>
        </p:spPr>
      </p:sp>
      <p:sp>
        <p:nvSpPr>
          <p:cNvPr id="49" name="Google Shape;49;p89"/>
          <p:cNvSpPr/>
          <p:nvPr>
            <p:ph idx="3" type="pic"/>
          </p:nvPr>
        </p:nvSpPr>
        <p:spPr>
          <a:xfrm>
            <a:off x="2266617" y="-1401"/>
            <a:ext cx="6882300" cy="4526100"/>
          </a:xfrm>
          <a:prstGeom prst="rect">
            <a:avLst/>
          </a:prstGeom>
          <a:noFill/>
          <a:ln>
            <a:noFill/>
          </a:ln>
        </p:spPr>
      </p:sp>
      <p:pic>
        <p:nvPicPr>
          <p:cNvPr id="50" name="Google Shape;50;p89"/>
          <p:cNvPicPr preferRelativeResize="0"/>
          <p:nvPr/>
        </p:nvPicPr>
        <p:blipFill rotWithShape="1">
          <a:blip r:embed="rId2">
            <a:alphaModFix amt="67000"/>
          </a:blip>
          <a:srcRect b="0" l="0" r="0" t="0"/>
          <a:stretch/>
        </p:blipFill>
        <p:spPr>
          <a:xfrm>
            <a:off x="3159189" y="3988"/>
            <a:ext cx="2758191" cy="4522099"/>
          </a:xfrm>
          <a:prstGeom prst="rect">
            <a:avLst/>
          </a:prstGeom>
          <a:noFill/>
          <a:ln>
            <a:noFill/>
          </a:ln>
        </p:spPr>
      </p:pic>
      <p:sp>
        <p:nvSpPr>
          <p:cNvPr id="51" name="Google Shape;51;p89"/>
          <p:cNvSpPr txBox="1"/>
          <p:nvPr>
            <p:ph idx="1" type="body"/>
          </p:nvPr>
        </p:nvSpPr>
        <p:spPr>
          <a:xfrm>
            <a:off x="7776640" y="4733761"/>
            <a:ext cx="1053900" cy="260700"/>
          </a:xfrm>
          <a:prstGeom prst="rect">
            <a:avLst/>
          </a:prstGeom>
          <a:noFill/>
          <a:ln>
            <a:noFill/>
          </a:ln>
        </p:spPr>
        <p:txBody>
          <a:bodyPr anchorCtr="0" anchor="ctr" bIns="0" lIns="0" spcFirstLastPara="1" rIns="0" wrap="square" tIns="0">
            <a:noAutofit/>
          </a:bodyPr>
          <a:lstStyle>
            <a:lvl1pPr indent="-228600" lvl="0" marL="457200" marR="0" rtl="0" algn="r">
              <a:lnSpc>
                <a:spcPct val="90000"/>
              </a:lnSpc>
              <a:spcBef>
                <a:spcPts val="0"/>
              </a:spcBef>
              <a:spcAft>
                <a:spcPts val="0"/>
              </a:spcAft>
              <a:buClr>
                <a:schemeClr val="accent4"/>
              </a:buClr>
              <a:buSzPts val="1200"/>
              <a:buFont typeface="Arial"/>
              <a:buNone/>
              <a:defRPr b="0" i="0" sz="12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52" name="Google Shape;52;p89"/>
          <p:cNvSpPr txBox="1"/>
          <p:nvPr>
            <p:ph idx="4" type="body"/>
          </p:nvPr>
        </p:nvSpPr>
        <p:spPr>
          <a:xfrm>
            <a:off x="313329" y="4700239"/>
            <a:ext cx="3534900" cy="327900"/>
          </a:xfrm>
          <a:prstGeom prst="rect">
            <a:avLst/>
          </a:prstGeom>
          <a:noFill/>
          <a:ln>
            <a:noFill/>
          </a:ln>
        </p:spPr>
        <p:txBody>
          <a:bodyPr anchorCtr="0" anchor="ctr" bIns="0" lIns="0" spcFirstLastPara="1" rIns="0" wrap="square" tIns="0">
            <a:noAutofit/>
          </a:bodyPr>
          <a:lstStyle>
            <a:lvl1pPr indent="-228600" lvl="0" marL="457200" marR="0" rtl="0" algn="l">
              <a:lnSpc>
                <a:spcPct val="90000"/>
              </a:lnSpc>
              <a:spcBef>
                <a:spcPts val="0"/>
              </a:spcBef>
              <a:spcAft>
                <a:spcPts val="0"/>
              </a:spcAft>
              <a:buClr>
                <a:srgbClr val="063D67"/>
              </a:buClr>
              <a:buSzPts val="1200"/>
              <a:buFont typeface="Arial"/>
              <a:buNone/>
              <a:defRPr b="0" i="0" sz="1200" u="none" cap="none" strike="noStrike">
                <a:solidFill>
                  <a:srgbClr val="063D67"/>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53" name="Google Shape;53;p89"/>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54" name="Google Shape;54;p89"/>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Full Image">
  <p:cSld name="Cover Full Image">
    <p:spTree>
      <p:nvGrpSpPr>
        <p:cNvPr id="55" name="Shape 55"/>
        <p:cNvGrpSpPr/>
        <p:nvPr/>
      </p:nvGrpSpPr>
      <p:grpSpPr>
        <a:xfrm>
          <a:off x="0" y="0"/>
          <a:ext cx="0" cy="0"/>
          <a:chOff x="0" y="0"/>
          <a:chExt cx="0" cy="0"/>
        </a:xfrm>
      </p:grpSpPr>
      <p:sp>
        <p:nvSpPr>
          <p:cNvPr id="56" name="Google Shape;56;p90"/>
          <p:cNvSpPr/>
          <p:nvPr>
            <p:ph idx="2" type="pic"/>
          </p:nvPr>
        </p:nvSpPr>
        <p:spPr>
          <a:xfrm>
            <a:off x="0" y="1"/>
            <a:ext cx="9144000" cy="4515300"/>
          </a:xfrm>
          <a:prstGeom prst="rect">
            <a:avLst/>
          </a:prstGeom>
          <a:noFill/>
          <a:ln>
            <a:noFill/>
          </a:ln>
        </p:spPr>
      </p:sp>
      <p:sp>
        <p:nvSpPr>
          <p:cNvPr id="57" name="Google Shape;57;p90"/>
          <p:cNvSpPr/>
          <p:nvPr/>
        </p:nvSpPr>
        <p:spPr>
          <a:xfrm>
            <a:off x="0" y="4515347"/>
            <a:ext cx="9144000" cy="628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58" name="Google Shape;58;p90"/>
          <p:cNvSpPr txBox="1"/>
          <p:nvPr>
            <p:ph idx="1" type="body"/>
          </p:nvPr>
        </p:nvSpPr>
        <p:spPr>
          <a:xfrm>
            <a:off x="7776640" y="4709764"/>
            <a:ext cx="1053900" cy="260700"/>
          </a:xfrm>
          <a:prstGeom prst="rect">
            <a:avLst/>
          </a:prstGeom>
          <a:noFill/>
          <a:ln>
            <a:noFill/>
          </a:ln>
        </p:spPr>
        <p:txBody>
          <a:bodyPr anchorCtr="0" anchor="ctr" bIns="0" lIns="0" spcFirstLastPara="1" rIns="0" wrap="square" tIns="0">
            <a:noAutofit/>
          </a:bodyPr>
          <a:lstStyle>
            <a:lvl1pPr indent="-228600" lvl="0" marL="457200" marR="0" rtl="0" algn="r">
              <a:lnSpc>
                <a:spcPct val="90000"/>
              </a:lnSpc>
              <a:spcBef>
                <a:spcPts val="0"/>
              </a:spcBef>
              <a:spcAft>
                <a:spcPts val="0"/>
              </a:spcAft>
              <a:buClr>
                <a:schemeClr val="accent4"/>
              </a:buClr>
              <a:buSzPts val="1200"/>
              <a:buFont typeface="Arial"/>
              <a:buNone/>
              <a:defRPr b="0" i="0" sz="12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59" name="Google Shape;59;p90"/>
          <p:cNvSpPr txBox="1"/>
          <p:nvPr>
            <p:ph idx="3" type="body"/>
          </p:nvPr>
        </p:nvSpPr>
        <p:spPr>
          <a:xfrm>
            <a:off x="313329" y="4709764"/>
            <a:ext cx="3534900" cy="327900"/>
          </a:xfrm>
          <a:prstGeom prst="rect">
            <a:avLst/>
          </a:prstGeom>
          <a:noFill/>
          <a:ln>
            <a:noFill/>
          </a:ln>
        </p:spPr>
        <p:txBody>
          <a:bodyPr anchorCtr="0" anchor="ctr" bIns="0" lIns="0" spcFirstLastPara="1" rIns="0" wrap="square" tIns="0">
            <a:noAutofit/>
          </a:bodyPr>
          <a:lstStyle>
            <a:lvl1pPr indent="-228600" lvl="0" marL="457200" marR="0" rtl="0" algn="l">
              <a:lnSpc>
                <a:spcPct val="90000"/>
              </a:lnSpc>
              <a:spcBef>
                <a:spcPts val="0"/>
              </a:spcBef>
              <a:spcAft>
                <a:spcPts val="0"/>
              </a:spcAft>
              <a:buClr>
                <a:srgbClr val="063D67"/>
              </a:buClr>
              <a:buSzPts val="1200"/>
              <a:buFont typeface="Arial"/>
              <a:buNone/>
              <a:defRPr b="0" i="0" sz="1200" u="none" cap="none" strike="noStrike">
                <a:solidFill>
                  <a:srgbClr val="063D67"/>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60" name="Google Shape;60;p90"/>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61" name="Google Shape;61;p90"/>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Full Image">
  <p:cSld name="Chapter Full Image">
    <p:spTree>
      <p:nvGrpSpPr>
        <p:cNvPr id="62" name="Shape 62"/>
        <p:cNvGrpSpPr/>
        <p:nvPr/>
      </p:nvGrpSpPr>
      <p:grpSpPr>
        <a:xfrm>
          <a:off x="0" y="0"/>
          <a:ext cx="0" cy="0"/>
          <a:chOff x="0" y="0"/>
          <a:chExt cx="0" cy="0"/>
        </a:xfrm>
      </p:grpSpPr>
      <p:sp>
        <p:nvSpPr>
          <p:cNvPr id="63" name="Google Shape;63;p91"/>
          <p:cNvSpPr/>
          <p:nvPr>
            <p:ph idx="2" type="pic"/>
          </p:nvPr>
        </p:nvSpPr>
        <p:spPr>
          <a:xfrm>
            <a:off x="77821" y="0"/>
            <a:ext cx="9066300" cy="5143500"/>
          </a:xfrm>
          <a:prstGeom prst="rect">
            <a:avLst/>
          </a:prstGeom>
          <a:noFill/>
          <a:ln>
            <a:noFill/>
          </a:ln>
        </p:spPr>
      </p:sp>
      <p:sp>
        <p:nvSpPr>
          <p:cNvPr id="64" name="Google Shape;64;p91"/>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65" name="Google Shape;65;p91"/>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Navy Background">
  <p:cSld name="Chapter Navy Background">
    <p:spTree>
      <p:nvGrpSpPr>
        <p:cNvPr id="66" name="Shape 66"/>
        <p:cNvGrpSpPr/>
        <p:nvPr/>
      </p:nvGrpSpPr>
      <p:grpSpPr>
        <a:xfrm>
          <a:off x="0" y="0"/>
          <a:ext cx="0" cy="0"/>
          <a:chOff x="0" y="0"/>
          <a:chExt cx="0" cy="0"/>
        </a:xfrm>
      </p:grpSpPr>
      <p:sp>
        <p:nvSpPr>
          <p:cNvPr id="67" name="Google Shape;67;p92"/>
          <p:cNvSpPr/>
          <p:nvPr/>
        </p:nvSpPr>
        <p:spPr>
          <a:xfrm>
            <a:off x="0" y="0"/>
            <a:ext cx="9144000" cy="5143500"/>
          </a:xfrm>
          <a:prstGeom prst="rect">
            <a:avLst/>
          </a:prstGeom>
          <a:solidFill>
            <a:schemeClr val="dk1"/>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68" name="Google Shape;68;p92"/>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69" name="Google Shape;69;p92"/>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Gradient Background">
  <p:cSld name="Chapter Gradient Background">
    <p:spTree>
      <p:nvGrpSpPr>
        <p:cNvPr id="70" name="Shape 70"/>
        <p:cNvGrpSpPr/>
        <p:nvPr/>
      </p:nvGrpSpPr>
      <p:grpSpPr>
        <a:xfrm>
          <a:off x="0" y="0"/>
          <a:ext cx="0" cy="0"/>
          <a:chOff x="0" y="0"/>
          <a:chExt cx="0" cy="0"/>
        </a:xfrm>
      </p:grpSpPr>
      <p:sp>
        <p:nvSpPr>
          <p:cNvPr id="71" name="Google Shape;71;p93"/>
          <p:cNvSpPr/>
          <p:nvPr/>
        </p:nvSpPr>
        <p:spPr>
          <a:xfrm>
            <a:off x="0" y="0"/>
            <a:ext cx="9144000" cy="5143500"/>
          </a:xfrm>
          <a:prstGeom prst="rect">
            <a:avLst/>
          </a:prstGeom>
          <a:gradFill>
            <a:gsLst>
              <a:gs pos="0">
                <a:schemeClr val="dk1"/>
              </a:gs>
              <a:gs pos="67000">
                <a:schemeClr val="accent4"/>
              </a:gs>
              <a:gs pos="100000">
                <a:schemeClr val="accent1"/>
              </a:gs>
            </a:gsLst>
            <a:lin ang="0" scaled="0"/>
          </a:gra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72" name="Google Shape;72;p93"/>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73" name="Google Shape;73;p93"/>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ng Title - Subtile">
  <p:cSld name="Long Title - Subtile">
    <p:spTree>
      <p:nvGrpSpPr>
        <p:cNvPr id="74" name="Shape 74"/>
        <p:cNvGrpSpPr/>
        <p:nvPr/>
      </p:nvGrpSpPr>
      <p:grpSpPr>
        <a:xfrm>
          <a:off x="0" y="0"/>
          <a:ext cx="0" cy="0"/>
          <a:chOff x="0" y="0"/>
          <a:chExt cx="0" cy="0"/>
        </a:xfrm>
      </p:grpSpPr>
      <p:sp>
        <p:nvSpPr>
          <p:cNvPr id="75" name="Google Shape;75;p94"/>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76" name="Google Shape;76;p94"/>
          <p:cNvSpPr txBox="1"/>
          <p:nvPr>
            <p:ph idx="1" type="body"/>
          </p:nvPr>
        </p:nvSpPr>
        <p:spPr>
          <a:xfrm>
            <a:off x="265733" y="132452"/>
            <a:ext cx="7818000" cy="684300"/>
          </a:xfrm>
          <a:prstGeom prst="rect">
            <a:avLst/>
          </a:prstGeom>
          <a:noFill/>
          <a:ln>
            <a:noFill/>
          </a:ln>
        </p:spPr>
        <p:txBody>
          <a:bodyPr anchorCtr="0" anchor="t" bIns="0" lIns="0" spcFirstLastPara="1" rIns="0" wrap="square" tIns="0">
            <a:noAutofit/>
          </a:bodyPr>
          <a:lstStyle>
            <a:lvl1pPr indent="-228600" lvl="0" marL="457200" marR="0" rtl="0" algn="l">
              <a:lnSpc>
                <a:spcPct val="8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77" name="Google Shape;77;p94"/>
          <p:cNvSpPr txBox="1"/>
          <p:nvPr>
            <p:ph idx="2" type="body"/>
          </p:nvPr>
        </p:nvSpPr>
        <p:spPr>
          <a:xfrm>
            <a:off x="265733" y="816762"/>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78" name="Google Shape;78;p94"/>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Image">
  <p:cSld name="Right Image">
    <p:spTree>
      <p:nvGrpSpPr>
        <p:cNvPr id="79" name="Shape 79"/>
        <p:cNvGrpSpPr/>
        <p:nvPr/>
      </p:nvGrpSpPr>
      <p:grpSpPr>
        <a:xfrm>
          <a:off x="0" y="0"/>
          <a:ext cx="0" cy="0"/>
          <a:chOff x="0" y="0"/>
          <a:chExt cx="0" cy="0"/>
        </a:xfrm>
      </p:grpSpPr>
      <p:sp>
        <p:nvSpPr>
          <p:cNvPr id="80" name="Google Shape;80;p95"/>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81" name="Google Shape;81;p95"/>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82" name="Google Shape;82;p95"/>
          <p:cNvSpPr txBox="1"/>
          <p:nvPr>
            <p:ph idx="2"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83" name="Google Shape;83;p95"/>
          <p:cNvSpPr/>
          <p:nvPr>
            <p:ph idx="3" type="pic"/>
          </p:nvPr>
        </p:nvSpPr>
        <p:spPr>
          <a:xfrm>
            <a:off x="5600700" y="803502"/>
            <a:ext cx="3352800" cy="3992700"/>
          </a:xfrm>
          <a:prstGeom prst="rect">
            <a:avLst/>
          </a:prstGeom>
          <a:noFill/>
          <a:ln>
            <a:noFill/>
          </a:ln>
        </p:spPr>
      </p:sp>
      <p:sp>
        <p:nvSpPr>
          <p:cNvPr id="84" name="Google Shape;84;p95"/>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olumns">
  <p:cSld name="7 Columns">
    <p:spTree>
      <p:nvGrpSpPr>
        <p:cNvPr id="85" name="Shape 85"/>
        <p:cNvGrpSpPr/>
        <p:nvPr/>
      </p:nvGrpSpPr>
      <p:grpSpPr>
        <a:xfrm>
          <a:off x="0" y="0"/>
          <a:ext cx="0" cy="0"/>
          <a:chOff x="0" y="0"/>
          <a:chExt cx="0" cy="0"/>
        </a:xfrm>
      </p:grpSpPr>
      <p:sp>
        <p:nvSpPr>
          <p:cNvPr id="86" name="Google Shape;86;p96"/>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87" name="Google Shape;87;p96"/>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88" name="Google Shape;88;p96"/>
          <p:cNvSpPr txBox="1"/>
          <p:nvPr>
            <p:ph idx="2"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grpSp>
        <p:nvGrpSpPr>
          <p:cNvPr id="89" name="Google Shape;89;p96"/>
          <p:cNvGrpSpPr/>
          <p:nvPr/>
        </p:nvGrpSpPr>
        <p:grpSpPr>
          <a:xfrm>
            <a:off x="1012038" y="3046426"/>
            <a:ext cx="352500" cy="2066564"/>
            <a:chOff x="1012038" y="3046342"/>
            <a:chExt cx="352500" cy="2099100"/>
          </a:xfrm>
        </p:grpSpPr>
        <p:sp>
          <p:nvSpPr>
            <p:cNvPr id="90" name="Google Shape;90;p96"/>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91" name="Google Shape;91;p96"/>
            <p:cNvSpPr/>
            <p:nvPr/>
          </p:nvSpPr>
          <p:spPr>
            <a:xfrm>
              <a:off x="1012038" y="3046342"/>
              <a:ext cx="352500" cy="209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92" name="Google Shape;92;p96"/>
          <p:cNvGrpSpPr/>
          <p:nvPr/>
        </p:nvGrpSpPr>
        <p:grpSpPr>
          <a:xfrm>
            <a:off x="2327271" y="3046426"/>
            <a:ext cx="352500" cy="2066564"/>
            <a:chOff x="1012038" y="3046342"/>
            <a:chExt cx="352500" cy="2099100"/>
          </a:xfrm>
        </p:grpSpPr>
        <p:sp>
          <p:nvSpPr>
            <p:cNvPr id="93" name="Google Shape;93;p96"/>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94" name="Google Shape;94;p96"/>
            <p:cNvSpPr/>
            <p:nvPr/>
          </p:nvSpPr>
          <p:spPr>
            <a:xfrm>
              <a:off x="1012038" y="3046342"/>
              <a:ext cx="352500" cy="209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95" name="Google Shape;95;p96"/>
          <p:cNvGrpSpPr/>
          <p:nvPr/>
        </p:nvGrpSpPr>
        <p:grpSpPr>
          <a:xfrm>
            <a:off x="3623715" y="3046426"/>
            <a:ext cx="352500" cy="2066564"/>
            <a:chOff x="1012038" y="3046342"/>
            <a:chExt cx="352500" cy="2099100"/>
          </a:xfrm>
        </p:grpSpPr>
        <p:sp>
          <p:nvSpPr>
            <p:cNvPr id="96" name="Google Shape;96;p96"/>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97" name="Google Shape;97;p96"/>
            <p:cNvSpPr/>
            <p:nvPr/>
          </p:nvSpPr>
          <p:spPr>
            <a:xfrm>
              <a:off x="1012038" y="3046342"/>
              <a:ext cx="352500" cy="209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98" name="Google Shape;98;p96"/>
          <p:cNvGrpSpPr/>
          <p:nvPr/>
        </p:nvGrpSpPr>
        <p:grpSpPr>
          <a:xfrm>
            <a:off x="4926422" y="3046426"/>
            <a:ext cx="352500" cy="2066564"/>
            <a:chOff x="1012038" y="3046342"/>
            <a:chExt cx="352500" cy="2099100"/>
          </a:xfrm>
        </p:grpSpPr>
        <p:sp>
          <p:nvSpPr>
            <p:cNvPr id="99" name="Google Shape;99;p96"/>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00" name="Google Shape;100;p96"/>
            <p:cNvSpPr/>
            <p:nvPr/>
          </p:nvSpPr>
          <p:spPr>
            <a:xfrm>
              <a:off x="1012038" y="3046342"/>
              <a:ext cx="352500" cy="209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101" name="Google Shape;101;p96"/>
          <p:cNvGrpSpPr/>
          <p:nvPr/>
        </p:nvGrpSpPr>
        <p:grpSpPr>
          <a:xfrm>
            <a:off x="6210340" y="3046426"/>
            <a:ext cx="352500" cy="2066564"/>
            <a:chOff x="1012038" y="3046342"/>
            <a:chExt cx="352500" cy="2099100"/>
          </a:xfrm>
        </p:grpSpPr>
        <p:sp>
          <p:nvSpPr>
            <p:cNvPr id="102" name="Google Shape;102;p96"/>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03" name="Google Shape;103;p96"/>
            <p:cNvSpPr/>
            <p:nvPr/>
          </p:nvSpPr>
          <p:spPr>
            <a:xfrm>
              <a:off x="1012038" y="3046342"/>
              <a:ext cx="352500" cy="209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104" name="Google Shape;104;p96"/>
          <p:cNvGrpSpPr/>
          <p:nvPr/>
        </p:nvGrpSpPr>
        <p:grpSpPr>
          <a:xfrm>
            <a:off x="7506784" y="3046426"/>
            <a:ext cx="352500" cy="2066564"/>
            <a:chOff x="1012038" y="3046342"/>
            <a:chExt cx="352500" cy="2099100"/>
          </a:xfrm>
        </p:grpSpPr>
        <p:sp>
          <p:nvSpPr>
            <p:cNvPr id="105" name="Google Shape;105;p96"/>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06" name="Google Shape;106;p96"/>
            <p:cNvSpPr/>
            <p:nvPr/>
          </p:nvSpPr>
          <p:spPr>
            <a:xfrm>
              <a:off x="1012038" y="3046342"/>
              <a:ext cx="352500" cy="209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107" name="Google Shape;107;p96"/>
          <p:cNvSpPr/>
          <p:nvPr>
            <p:ph idx="3" type="pic"/>
          </p:nvPr>
        </p:nvSpPr>
        <p:spPr>
          <a:xfrm>
            <a:off x="77822" y="979714"/>
            <a:ext cx="1296300" cy="2066400"/>
          </a:xfrm>
          <a:prstGeom prst="rect">
            <a:avLst/>
          </a:prstGeom>
          <a:noFill/>
          <a:ln>
            <a:noFill/>
          </a:ln>
        </p:spPr>
      </p:sp>
      <p:sp>
        <p:nvSpPr>
          <p:cNvPr id="108" name="Google Shape;108;p96"/>
          <p:cNvSpPr/>
          <p:nvPr>
            <p:ph idx="4" type="pic"/>
          </p:nvPr>
        </p:nvSpPr>
        <p:spPr>
          <a:xfrm>
            <a:off x="1368003" y="979714"/>
            <a:ext cx="1305600" cy="2066400"/>
          </a:xfrm>
          <a:prstGeom prst="rect">
            <a:avLst/>
          </a:prstGeom>
          <a:noFill/>
          <a:ln>
            <a:noFill/>
          </a:ln>
        </p:spPr>
      </p:sp>
      <p:sp>
        <p:nvSpPr>
          <p:cNvPr id="109" name="Google Shape;109;p96"/>
          <p:cNvSpPr/>
          <p:nvPr>
            <p:ph idx="5" type="pic"/>
          </p:nvPr>
        </p:nvSpPr>
        <p:spPr>
          <a:xfrm>
            <a:off x="2664446" y="979714"/>
            <a:ext cx="1297500" cy="2066400"/>
          </a:xfrm>
          <a:prstGeom prst="rect">
            <a:avLst/>
          </a:prstGeom>
          <a:noFill/>
          <a:ln>
            <a:noFill/>
          </a:ln>
        </p:spPr>
      </p:sp>
      <p:sp>
        <p:nvSpPr>
          <p:cNvPr id="110" name="Google Shape;110;p96"/>
          <p:cNvSpPr/>
          <p:nvPr>
            <p:ph idx="6" type="pic"/>
          </p:nvPr>
        </p:nvSpPr>
        <p:spPr>
          <a:xfrm>
            <a:off x="3960891" y="979714"/>
            <a:ext cx="1297500" cy="2066400"/>
          </a:xfrm>
          <a:prstGeom prst="rect">
            <a:avLst/>
          </a:prstGeom>
          <a:noFill/>
          <a:ln>
            <a:noFill/>
          </a:ln>
        </p:spPr>
      </p:sp>
      <p:sp>
        <p:nvSpPr>
          <p:cNvPr id="111" name="Google Shape;111;p96"/>
          <p:cNvSpPr/>
          <p:nvPr>
            <p:ph idx="7" type="pic"/>
          </p:nvPr>
        </p:nvSpPr>
        <p:spPr>
          <a:xfrm>
            <a:off x="5257333" y="979714"/>
            <a:ext cx="1315200" cy="2066400"/>
          </a:xfrm>
          <a:prstGeom prst="rect">
            <a:avLst/>
          </a:prstGeom>
          <a:noFill/>
          <a:ln>
            <a:noFill/>
          </a:ln>
        </p:spPr>
      </p:sp>
      <p:sp>
        <p:nvSpPr>
          <p:cNvPr id="112" name="Google Shape;112;p96"/>
          <p:cNvSpPr/>
          <p:nvPr>
            <p:ph idx="8" type="pic"/>
          </p:nvPr>
        </p:nvSpPr>
        <p:spPr>
          <a:xfrm>
            <a:off x="6553777" y="979714"/>
            <a:ext cx="1314000" cy="2066400"/>
          </a:xfrm>
          <a:prstGeom prst="rect">
            <a:avLst/>
          </a:prstGeom>
          <a:noFill/>
          <a:ln>
            <a:noFill/>
          </a:ln>
        </p:spPr>
      </p:sp>
      <p:sp>
        <p:nvSpPr>
          <p:cNvPr id="113" name="Google Shape;113;p96"/>
          <p:cNvSpPr/>
          <p:nvPr>
            <p:ph idx="9" type="pic"/>
          </p:nvPr>
        </p:nvSpPr>
        <p:spPr>
          <a:xfrm>
            <a:off x="7850222" y="979714"/>
            <a:ext cx="1285500" cy="2066400"/>
          </a:xfrm>
          <a:prstGeom prst="rect">
            <a:avLst/>
          </a:prstGeom>
          <a:noFill/>
          <a:ln>
            <a:noFill/>
          </a:ln>
        </p:spPr>
      </p:sp>
      <p:sp>
        <p:nvSpPr>
          <p:cNvPr id="114" name="Google Shape;114;p96"/>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bis">
  <p:cSld name="4 Columns bis">
    <p:spTree>
      <p:nvGrpSpPr>
        <p:cNvPr id="115" name="Shape 115"/>
        <p:cNvGrpSpPr/>
        <p:nvPr/>
      </p:nvGrpSpPr>
      <p:grpSpPr>
        <a:xfrm>
          <a:off x="0" y="0"/>
          <a:ext cx="0" cy="0"/>
          <a:chOff x="0" y="0"/>
          <a:chExt cx="0" cy="0"/>
        </a:xfrm>
      </p:grpSpPr>
      <p:sp>
        <p:nvSpPr>
          <p:cNvPr id="116" name="Google Shape;116;p97"/>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117" name="Google Shape;117;p97"/>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18" name="Google Shape;118;p97"/>
          <p:cNvSpPr txBox="1"/>
          <p:nvPr>
            <p:ph idx="2"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19" name="Google Shape;119;p97"/>
          <p:cNvSpPr/>
          <p:nvPr>
            <p:ph idx="3" type="pic"/>
          </p:nvPr>
        </p:nvSpPr>
        <p:spPr>
          <a:xfrm>
            <a:off x="77822" y="716441"/>
            <a:ext cx="2204700" cy="1838400"/>
          </a:xfrm>
          <a:prstGeom prst="rect">
            <a:avLst/>
          </a:prstGeom>
          <a:noFill/>
          <a:ln>
            <a:noFill/>
          </a:ln>
        </p:spPr>
      </p:sp>
      <p:sp>
        <p:nvSpPr>
          <p:cNvPr id="120" name="Google Shape;120;p97"/>
          <p:cNvSpPr/>
          <p:nvPr>
            <p:ph idx="4" type="pic"/>
          </p:nvPr>
        </p:nvSpPr>
        <p:spPr>
          <a:xfrm>
            <a:off x="2275490" y="716441"/>
            <a:ext cx="2285700" cy="1838400"/>
          </a:xfrm>
          <a:prstGeom prst="rect">
            <a:avLst/>
          </a:prstGeom>
          <a:noFill/>
          <a:ln>
            <a:noFill/>
          </a:ln>
        </p:spPr>
      </p:sp>
      <p:sp>
        <p:nvSpPr>
          <p:cNvPr id="121" name="Google Shape;121;p97"/>
          <p:cNvSpPr/>
          <p:nvPr>
            <p:ph idx="5" type="pic"/>
          </p:nvPr>
        </p:nvSpPr>
        <p:spPr>
          <a:xfrm>
            <a:off x="4556235" y="716441"/>
            <a:ext cx="2285700" cy="1838400"/>
          </a:xfrm>
          <a:prstGeom prst="rect">
            <a:avLst/>
          </a:prstGeom>
          <a:noFill/>
          <a:ln>
            <a:noFill/>
          </a:ln>
        </p:spPr>
      </p:sp>
      <p:sp>
        <p:nvSpPr>
          <p:cNvPr id="122" name="Google Shape;122;p97"/>
          <p:cNvSpPr/>
          <p:nvPr>
            <p:ph idx="6" type="pic"/>
          </p:nvPr>
        </p:nvSpPr>
        <p:spPr>
          <a:xfrm>
            <a:off x="6842235" y="716441"/>
            <a:ext cx="2301900" cy="1838400"/>
          </a:xfrm>
          <a:prstGeom prst="rect">
            <a:avLst/>
          </a:prstGeom>
          <a:noFill/>
          <a:ln>
            <a:noFill/>
          </a:ln>
        </p:spPr>
      </p:sp>
      <p:grpSp>
        <p:nvGrpSpPr>
          <p:cNvPr id="123" name="Google Shape;123;p97"/>
          <p:cNvGrpSpPr/>
          <p:nvPr/>
        </p:nvGrpSpPr>
        <p:grpSpPr>
          <a:xfrm>
            <a:off x="1955161" y="2588637"/>
            <a:ext cx="352500" cy="2532804"/>
            <a:chOff x="1005775" y="2993044"/>
            <a:chExt cx="352500" cy="2257200"/>
          </a:xfrm>
        </p:grpSpPr>
        <p:sp>
          <p:nvSpPr>
            <p:cNvPr id="124" name="Google Shape;124;p97"/>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25" name="Google Shape;125;p97"/>
            <p:cNvSpPr/>
            <p:nvPr/>
          </p:nvSpPr>
          <p:spPr>
            <a:xfrm>
              <a:off x="1005775" y="2993044"/>
              <a:ext cx="352500" cy="22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126" name="Google Shape;126;p97"/>
          <p:cNvGrpSpPr/>
          <p:nvPr/>
        </p:nvGrpSpPr>
        <p:grpSpPr>
          <a:xfrm>
            <a:off x="4228634" y="2588637"/>
            <a:ext cx="352500" cy="2532804"/>
            <a:chOff x="1005775" y="2993044"/>
            <a:chExt cx="352500" cy="2257200"/>
          </a:xfrm>
        </p:grpSpPr>
        <p:sp>
          <p:nvSpPr>
            <p:cNvPr id="127" name="Google Shape;127;p97"/>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28" name="Google Shape;128;p97"/>
            <p:cNvSpPr/>
            <p:nvPr/>
          </p:nvSpPr>
          <p:spPr>
            <a:xfrm>
              <a:off x="1005775" y="2993044"/>
              <a:ext cx="352500" cy="22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129" name="Google Shape;129;p97"/>
          <p:cNvGrpSpPr/>
          <p:nvPr/>
        </p:nvGrpSpPr>
        <p:grpSpPr>
          <a:xfrm>
            <a:off x="6502108" y="2588637"/>
            <a:ext cx="352500" cy="2532804"/>
            <a:chOff x="1005775" y="2993044"/>
            <a:chExt cx="352500" cy="2257200"/>
          </a:xfrm>
        </p:grpSpPr>
        <p:sp>
          <p:nvSpPr>
            <p:cNvPr id="130" name="Google Shape;130;p97"/>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31" name="Google Shape;131;p97"/>
            <p:cNvSpPr/>
            <p:nvPr/>
          </p:nvSpPr>
          <p:spPr>
            <a:xfrm>
              <a:off x="1005775" y="2993044"/>
              <a:ext cx="352500" cy="22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132" name="Google Shape;132;p9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p:cSld name="4 Columns">
    <p:spTree>
      <p:nvGrpSpPr>
        <p:cNvPr id="133" name="Shape 133"/>
        <p:cNvGrpSpPr/>
        <p:nvPr/>
      </p:nvGrpSpPr>
      <p:grpSpPr>
        <a:xfrm>
          <a:off x="0" y="0"/>
          <a:ext cx="0" cy="0"/>
          <a:chOff x="0" y="0"/>
          <a:chExt cx="0" cy="0"/>
        </a:xfrm>
      </p:grpSpPr>
      <p:sp>
        <p:nvSpPr>
          <p:cNvPr id="134" name="Google Shape;134;p98"/>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135" name="Google Shape;135;p98"/>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36" name="Google Shape;136;p98"/>
          <p:cNvSpPr txBox="1"/>
          <p:nvPr>
            <p:ph idx="2"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grpSp>
        <p:nvGrpSpPr>
          <p:cNvPr id="137" name="Google Shape;137;p98"/>
          <p:cNvGrpSpPr/>
          <p:nvPr/>
        </p:nvGrpSpPr>
        <p:grpSpPr>
          <a:xfrm>
            <a:off x="1955161" y="2588637"/>
            <a:ext cx="352500" cy="2532804"/>
            <a:chOff x="1005775" y="2993044"/>
            <a:chExt cx="352500" cy="2257200"/>
          </a:xfrm>
        </p:grpSpPr>
        <p:sp>
          <p:nvSpPr>
            <p:cNvPr id="138" name="Google Shape;138;p98"/>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39" name="Google Shape;139;p98"/>
            <p:cNvSpPr/>
            <p:nvPr/>
          </p:nvSpPr>
          <p:spPr>
            <a:xfrm>
              <a:off x="1005775" y="2993044"/>
              <a:ext cx="352500" cy="22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140" name="Google Shape;140;p98"/>
          <p:cNvGrpSpPr/>
          <p:nvPr/>
        </p:nvGrpSpPr>
        <p:grpSpPr>
          <a:xfrm>
            <a:off x="4228634" y="2588637"/>
            <a:ext cx="352500" cy="2532804"/>
            <a:chOff x="1005775" y="2993044"/>
            <a:chExt cx="352500" cy="2257200"/>
          </a:xfrm>
        </p:grpSpPr>
        <p:sp>
          <p:nvSpPr>
            <p:cNvPr id="141" name="Google Shape;141;p98"/>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42" name="Google Shape;142;p98"/>
            <p:cNvSpPr/>
            <p:nvPr/>
          </p:nvSpPr>
          <p:spPr>
            <a:xfrm>
              <a:off x="1005775" y="2993044"/>
              <a:ext cx="352500" cy="22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143" name="Google Shape;143;p98"/>
          <p:cNvGrpSpPr/>
          <p:nvPr/>
        </p:nvGrpSpPr>
        <p:grpSpPr>
          <a:xfrm>
            <a:off x="6502108" y="2588637"/>
            <a:ext cx="352500" cy="2532804"/>
            <a:chOff x="1005775" y="2993044"/>
            <a:chExt cx="352500" cy="2257200"/>
          </a:xfrm>
        </p:grpSpPr>
        <p:sp>
          <p:nvSpPr>
            <p:cNvPr id="144" name="Google Shape;144;p98"/>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45" name="Google Shape;145;p98"/>
            <p:cNvSpPr/>
            <p:nvPr/>
          </p:nvSpPr>
          <p:spPr>
            <a:xfrm>
              <a:off x="1005775" y="2993044"/>
              <a:ext cx="352500" cy="22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146" name="Google Shape;146;p98"/>
          <p:cNvSpPr/>
          <p:nvPr>
            <p:ph idx="3" type="pic"/>
          </p:nvPr>
        </p:nvSpPr>
        <p:spPr>
          <a:xfrm>
            <a:off x="77822" y="716441"/>
            <a:ext cx="2229900" cy="2570400"/>
          </a:xfrm>
          <a:prstGeom prst="rect">
            <a:avLst/>
          </a:prstGeom>
          <a:noFill/>
          <a:ln>
            <a:noFill/>
          </a:ln>
        </p:spPr>
      </p:sp>
      <p:sp>
        <p:nvSpPr>
          <p:cNvPr id="147" name="Google Shape;147;p98"/>
          <p:cNvSpPr/>
          <p:nvPr>
            <p:ph idx="4" type="pic"/>
          </p:nvPr>
        </p:nvSpPr>
        <p:spPr>
          <a:xfrm>
            <a:off x="2307645" y="716441"/>
            <a:ext cx="2253600" cy="2570400"/>
          </a:xfrm>
          <a:prstGeom prst="rect">
            <a:avLst/>
          </a:prstGeom>
          <a:noFill/>
          <a:ln>
            <a:noFill/>
          </a:ln>
        </p:spPr>
      </p:sp>
      <p:sp>
        <p:nvSpPr>
          <p:cNvPr id="148" name="Google Shape;148;p98"/>
          <p:cNvSpPr/>
          <p:nvPr>
            <p:ph idx="5" type="pic"/>
          </p:nvPr>
        </p:nvSpPr>
        <p:spPr>
          <a:xfrm>
            <a:off x="4556235" y="716441"/>
            <a:ext cx="2305800" cy="2570400"/>
          </a:xfrm>
          <a:prstGeom prst="rect">
            <a:avLst/>
          </a:prstGeom>
          <a:noFill/>
          <a:ln>
            <a:noFill/>
          </a:ln>
        </p:spPr>
      </p:sp>
      <p:sp>
        <p:nvSpPr>
          <p:cNvPr id="149" name="Google Shape;149;p98"/>
          <p:cNvSpPr/>
          <p:nvPr>
            <p:ph idx="6" type="pic"/>
          </p:nvPr>
        </p:nvSpPr>
        <p:spPr>
          <a:xfrm>
            <a:off x="6842235" y="716441"/>
            <a:ext cx="2301900" cy="2570400"/>
          </a:xfrm>
          <a:prstGeom prst="rect">
            <a:avLst/>
          </a:prstGeom>
          <a:noFill/>
          <a:ln>
            <a:noFill/>
          </a:ln>
        </p:spPr>
      </p:sp>
      <p:sp>
        <p:nvSpPr>
          <p:cNvPr id="150" name="Google Shape;150;p98"/>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Shadows">
  <p:cSld name="3 Columns Shadows">
    <p:spTree>
      <p:nvGrpSpPr>
        <p:cNvPr id="151" name="Shape 151"/>
        <p:cNvGrpSpPr/>
        <p:nvPr/>
      </p:nvGrpSpPr>
      <p:grpSpPr>
        <a:xfrm>
          <a:off x="0" y="0"/>
          <a:ext cx="0" cy="0"/>
          <a:chOff x="0" y="0"/>
          <a:chExt cx="0" cy="0"/>
        </a:xfrm>
      </p:grpSpPr>
      <p:grpSp>
        <p:nvGrpSpPr>
          <p:cNvPr id="152" name="Google Shape;152;p99"/>
          <p:cNvGrpSpPr/>
          <p:nvPr/>
        </p:nvGrpSpPr>
        <p:grpSpPr>
          <a:xfrm>
            <a:off x="2721455" y="2588637"/>
            <a:ext cx="352500" cy="2532804"/>
            <a:chOff x="1005775" y="2993044"/>
            <a:chExt cx="352500" cy="2257200"/>
          </a:xfrm>
        </p:grpSpPr>
        <p:sp>
          <p:nvSpPr>
            <p:cNvPr id="153" name="Google Shape;153;p99"/>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54" name="Google Shape;154;p99"/>
            <p:cNvSpPr/>
            <p:nvPr/>
          </p:nvSpPr>
          <p:spPr>
            <a:xfrm>
              <a:off x="1005775" y="2993044"/>
              <a:ext cx="352500" cy="22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grpSp>
        <p:nvGrpSpPr>
          <p:cNvPr id="155" name="Google Shape;155;p99"/>
          <p:cNvGrpSpPr/>
          <p:nvPr/>
        </p:nvGrpSpPr>
        <p:grpSpPr>
          <a:xfrm>
            <a:off x="5795394" y="2588637"/>
            <a:ext cx="352500" cy="2532804"/>
            <a:chOff x="1005775" y="2993044"/>
            <a:chExt cx="352500" cy="2257200"/>
          </a:xfrm>
        </p:grpSpPr>
        <p:sp>
          <p:nvSpPr>
            <p:cNvPr id="156" name="Google Shape;156;p99"/>
            <p:cNvSpPr/>
            <p:nvPr/>
          </p:nvSpPr>
          <p:spPr>
            <a:xfrm>
              <a:off x="1171184" y="3116597"/>
              <a:ext cx="162000" cy="1962300"/>
            </a:xfrm>
            <a:prstGeom prst="rect">
              <a:avLst/>
            </a:prstGeom>
            <a:solidFill>
              <a:schemeClr val="lt1"/>
            </a:solidFill>
            <a:ln>
              <a:noFill/>
            </a:ln>
            <a:effectLst>
              <a:outerShdw blurRad="293232" rotWithShape="0" algn="l">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57" name="Google Shape;157;p99"/>
            <p:cNvSpPr/>
            <p:nvPr/>
          </p:nvSpPr>
          <p:spPr>
            <a:xfrm>
              <a:off x="1005775" y="2993044"/>
              <a:ext cx="352500" cy="225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158" name="Google Shape;158;p99"/>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59" name="Google Shape;159;p99"/>
          <p:cNvSpPr txBox="1"/>
          <p:nvPr>
            <p:ph idx="2"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60" name="Google Shape;160;p99"/>
          <p:cNvSpPr/>
          <p:nvPr>
            <p:ph idx="3" type="pic"/>
          </p:nvPr>
        </p:nvSpPr>
        <p:spPr>
          <a:xfrm>
            <a:off x="77821" y="731622"/>
            <a:ext cx="3002100" cy="1914900"/>
          </a:xfrm>
          <a:prstGeom prst="rect">
            <a:avLst/>
          </a:prstGeom>
          <a:noFill/>
          <a:ln>
            <a:noFill/>
          </a:ln>
        </p:spPr>
      </p:sp>
      <p:sp>
        <p:nvSpPr>
          <p:cNvPr id="161" name="Google Shape;161;p99"/>
          <p:cNvSpPr/>
          <p:nvPr>
            <p:ph idx="4" type="pic"/>
          </p:nvPr>
        </p:nvSpPr>
        <p:spPr>
          <a:xfrm>
            <a:off x="3073940" y="731622"/>
            <a:ext cx="3073800" cy="1914900"/>
          </a:xfrm>
          <a:prstGeom prst="rect">
            <a:avLst/>
          </a:prstGeom>
          <a:noFill/>
          <a:ln>
            <a:noFill/>
          </a:ln>
        </p:spPr>
      </p:sp>
      <p:sp>
        <p:nvSpPr>
          <p:cNvPr id="162" name="Google Shape;162;p99"/>
          <p:cNvSpPr/>
          <p:nvPr>
            <p:ph idx="5" type="pic"/>
          </p:nvPr>
        </p:nvSpPr>
        <p:spPr>
          <a:xfrm>
            <a:off x="6122827" y="731622"/>
            <a:ext cx="3027000" cy="1914900"/>
          </a:xfrm>
          <a:prstGeom prst="rect">
            <a:avLst/>
          </a:prstGeom>
          <a:noFill/>
          <a:ln>
            <a:noFill/>
          </a:ln>
        </p:spPr>
      </p:sp>
      <p:sp>
        <p:nvSpPr>
          <p:cNvPr id="163" name="Google Shape;163;p99"/>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164" name="Google Shape;164;p99"/>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background">
  <p:cSld name="Blue background">
    <p:spTree>
      <p:nvGrpSpPr>
        <p:cNvPr id="165" name="Shape 165"/>
        <p:cNvGrpSpPr/>
        <p:nvPr/>
      </p:nvGrpSpPr>
      <p:grpSpPr>
        <a:xfrm>
          <a:off x="0" y="0"/>
          <a:ext cx="0" cy="0"/>
          <a:chOff x="0" y="0"/>
          <a:chExt cx="0" cy="0"/>
        </a:xfrm>
      </p:grpSpPr>
      <p:sp>
        <p:nvSpPr>
          <p:cNvPr id="166" name="Google Shape;166;p100"/>
          <p:cNvSpPr/>
          <p:nvPr/>
        </p:nvSpPr>
        <p:spPr>
          <a:xfrm>
            <a:off x="0" y="0"/>
            <a:ext cx="9144000" cy="5143500"/>
          </a:xfrm>
          <a:prstGeom prst="rect">
            <a:avLst/>
          </a:prstGeom>
          <a:gradFill>
            <a:gsLst>
              <a:gs pos="0">
                <a:srgbClr val="021E33"/>
              </a:gs>
              <a:gs pos="34000">
                <a:schemeClr val="accent3"/>
              </a:gs>
              <a:gs pos="62000">
                <a:schemeClr val="accent6"/>
              </a:gs>
              <a:gs pos="100000">
                <a:schemeClr val="accent3"/>
              </a:gs>
            </a:gsLst>
            <a:lin ang="16200038" scaled="0"/>
          </a:gra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167" name="Google Shape;167;p100"/>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168" name="Google Shape;168;p100"/>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lt1"/>
              </a:buClr>
              <a:buSzPts val="2400"/>
              <a:buFont typeface="Arial"/>
              <a:buNone/>
              <a:defRPr b="1" i="0" sz="2400" u="none" cap="none" strike="noStrike">
                <a:solidFill>
                  <a:schemeClr val="lt1"/>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69" name="Google Shape;169;p100"/>
          <p:cNvSpPr txBox="1"/>
          <p:nvPr>
            <p:ph idx="2"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5"/>
              </a:buClr>
              <a:buSzPts val="1600"/>
              <a:buFont typeface="Arial"/>
              <a:buNone/>
              <a:defRPr b="1" i="0" sz="1600" u="none" cap="none" strike="noStrike">
                <a:solidFill>
                  <a:schemeClr val="accent5"/>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70" name="Google Shape;170;p100"/>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Grey Background">
  <p:cSld name="3 Columns Grey Background">
    <p:spTree>
      <p:nvGrpSpPr>
        <p:cNvPr id="171" name="Shape 171"/>
        <p:cNvGrpSpPr/>
        <p:nvPr/>
      </p:nvGrpSpPr>
      <p:grpSpPr>
        <a:xfrm>
          <a:off x="0" y="0"/>
          <a:ext cx="0" cy="0"/>
          <a:chOff x="0" y="0"/>
          <a:chExt cx="0" cy="0"/>
        </a:xfrm>
      </p:grpSpPr>
      <p:sp>
        <p:nvSpPr>
          <p:cNvPr id="172" name="Google Shape;172;p101"/>
          <p:cNvSpPr/>
          <p:nvPr/>
        </p:nvSpPr>
        <p:spPr>
          <a:xfrm>
            <a:off x="0" y="0"/>
            <a:ext cx="9144000" cy="5143500"/>
          </a:xfrm>
          <a:prstGeom prst="rect">
            <a:avLst/>
          </a:prstGeom>
          <a:solidFill>
            <a:srgbClr val="E5E5E8">
              <a:alpha val="80000"/>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173" name="Google Shape;173;p101"/>
          <p:cNvSpPr/>
          <p:nvPr/>
        </p:nvSpPr>
        <p:spPr>
          <a:xfrm>
            <a:off x="6186316" y="844531"/>
            <a:ext cx="2689200" cy="4017900"/>
          </a:xfrm>
          <a:prstGeom prst="rect">
            <a:avLst/>
          </a:prstGeom>
          <a:solidFill>
            <a:schemeClr val="lt1"/>
          </a:solidFill>
          <a:ln>
            <a:noFill/>
          </a:ln>
          <a:effectLst>
            <a:outerShdw blurRad="88900" rotWithShape="0" algn="tl" dir="2700000" dist="38100">
              <a:srgbClr val="000000">
                <a:alpha val="1960"/>
              </a:srgbClr>
            </a:outerShdw>
          </a:effectLst>
        </p:spPr>
        <p:txBody>
          <a:bodyPr anchorCtr="0" anchor="ctr" bIns="22850" lIns="45700" spcFirstLastPara="1" rIns="45700"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4" name="Google Shape;174;p101"/>
          <p:cNvSpPr/>
          <p:nvPr/>
        </p:nvSpPr>
        <p:spPr>
          <a:xfrm>
            <a:off x="266700" y="844531"/>
            <a:ext cx="2689200" cy="4017900"/>
          </a:xfrm>
          <a:prstGeom prst="rect">
            <a:avLst/>
          </a:prstGeom>
          <a:solidFill>
            <a:schemeClr val="lt1"/>
          </a:solidFill>
          <a:ln>
            <a:noFill/>
          </a:ln>
          <a:effectLst>
            <a:outerShdw blurRad="88900" rotWithShape="0" algn="tl" dir="2700000" dist="38100">
              <a:srgbClr val="000000">
                <a:alpha val="1960"/>
              </a:srgbClr>
            </a:outerShdw>
          </a:effectLst>
        </p:spPr>
        <p:txBody>
          <a:bodyPr anchorCtr="0" anchor="ctr" bIns="22850" lIns="45700" spcFirstLastPara="1" rIns="45700"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5" name="Google Shape;175;p101"/>
          <p:cNvSpPr/>
          <p:nvPr/>
        </p:nvSpPr>
        <p:spPr>
          <a:xfrm>
            <a:off x="3224867" y="844531"/>
            <a:ext cx="2689200" cy="4017900"/>
          </a:xfrm>
          <a:prstGeom prst="rect">
            <a:avLst/>
          </a:prstGeom>
          <a:solidFill>
            <a:schemeClr val="lt1"/>
          </a:solidFill>
          <a:ln>
            <a:noFill/>
          </a:ln>
          <a:effectLst>
            <a:outerShdw blurRad="88900" rotWithShape="0" algn="tl" dir="2700000" dist="38100">
              <a:srgbClr val="000000">
                <a:alpha val="1960"/>
              </a:srgbClr>
            </a:outerShdw>
          </a:effectLst>
        </p:spPr>
        <p:txBody>
          <a:bodyPr anchorCtr="0" anchor="ctr" bIns="22850" lIns="45700" spcFirstLastPara="1" rIns="45700"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6" name="Google Shape;176;p101"/>
          <p:cNvSpPr/>
          <p:nvPr>
            <p:ph idx="2" type="pic"/>
          </p:nvPr>
        </p:nvSpPr>
        <p:spPr>
          <a:xfrm>
            <a:off x="266700" y="844531"/>
            <a:ext cx="2689200" cy="1269000"/>
          </a:xfrm>
          <a:prstGeom prst="rect">
            <a:avLst/>
          </a:prstGeom>
          <a:noFill/>
          <a:ln>
            <a:noFill/>
          </a:ln>
        </p:spPr>
      </p:sp>
      <p:sp>
        <p:nvSpPr>
          <p:cNvPr id="177" name="Google Shape;177;p101"/>
          <p:cNvSpPr/>
          <p:nvPr>
            <p:ph idx="3" type="pic"/>
          </p:nvPr>
        </p:nvSpPr>
        <p:spPr>
          <a:xfrm>
            <a:off x="3224867" y="844531"/>
            <a:ext cx="2689200" cy="1269000"/>
          </a:xfrm>
          <a:prstGeom prst="rect">
            <a:avLst/>
          </a:prstGeom>
          <a:noFill/>
          <a:ln>
            <a:noFill/>
          </a:ln>
        </p:spPr>
      </p:sp>
      <p:sp>
        <p:nvSpPr>
          <p:cNvPr id="178" name="Google Shape;178;p101"/>
          <p:cNvSpPr/>
          <p:nvPr>
            <p:ph idx="4" type="pic"/>
          </p:nvPr>
        </p:nvSpPr>
        <p:spPr>
          <a:xfrm>
            <a:off x="6186273" y="844531"/>
            <a:ext cx="2689200" cy="1269000"/>
          </a:xfrm>
          <a:prstGeom prst="rect">
            <a:avLst/>
          </a:prstGeom>
          <a:noFill/>
          <a:ln>
            <a:noFill/>
          </a:ln>
        </p:spPr>
      </p:sp>
      <p:sp>
        <p:nvSpPr>
          <p:cNvPr id="179" name="Google Shape;179;p101"/>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80" name="Google Shape;180;p101"/>
          <p:cNvSpPr txBox="1"/>
          <p:nvPr>
            <p:ph idx="5"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81" name="Google Shape;181;p101"/>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182" name="Google Shape;182;p101"/>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mages">
  <p:cSld name="4 images">
    <p:spTree>
      <p:nvGrpSpPr>
        <p:cNvPr id="183" name="Shape 183"/>
        <p:cNvGrpSpPr/>
        <p:nvPr/>
      </p:nvGrpSpPr>
      <p:grpSpPr>
        <a:xfrm>
          <a:off x="0" y="0"/>
          <a:ext cx="0" cy="0"/>
          <a:chOff x="0" y="0"/>
          <a:chExt cx="0" cy="0"/>
        </a:xfrm>
      </p:grpSpPr>
      <p:sp>
        <p:nvSpPr>
          <p:cNvPr id="184" name="Google Shape;184;p102"/>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185" name="Google Shape;185;p102"/>
          <p:cNvSpPr txBox="1"/>
          <p:nvPr/>
        </p:nvSpPr>
        <p:spPr>
          <a:xfrm>
            <a:off x="7230534" y="4841260"/>
            <a:ext cx="1116900" cy="280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2"/>
              </a:buClr>
              <a:buSzPts val="900"/>
              <a:buFont typeface="Arial"/>
              <a:buNone/>
            </a:pPr>
            <a:fld id="{00000000-1234-1234-1234-123412341234}" type="slidenum">
              <a:rPr b="0" i="0" lang="vi" sz="900" u="none" cap="none" strike="noStrike">
                <a:solidFill>
                  <a:schemeClr val="accent2"/>
                </a:solidFill>
                <a:latin typeface="Calibri"/>
                <a:ea typeface="Calibri"/>
                <a:cs typeface="Calibri"/>
                <a:sym typeface="Calibri"/>
              </a:rPr>
              <a:t>‹#›</a:t>
            </a:fld>
            <a:r>
              <a:rPr b="0" i="0" lang="vi" sz="900" u="none" cap="none" strike="noStrike">
                <a:solidFill>
                  <a:schemeClr val="accent2"/>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p:txBody>
      </p:sp>
      <p:grpSp>
        <p:nvGrpSpPr>
          <p:cNvPr id="186" name="Google Shape;186;p102"/>
          <p:cNvGrpSpPr/>
          <p:nvPr/>
        </p:nvGrpSpPr>
        <p:grpSpPr>
          <a:xfrm>
            <a:off x="8456635" y="4952647"/>
            <a:ext cx="534456" cy="52903"/>
            <a:chOff x="8079081" y="5071331"/>
            <a:chExt cx="2091804" cy="207056"/>
          </a:xfrm>
        </p:grpSpPr>
        <p:sp>
          <p:nvSpPr>
            <p:cNvPr id="187" name="Google Shape;187;p102"/>
            <p:cNvSpPr/>
            <p:nvPr/>
          </p:nvSpPr>
          <p:spPr>
            <a:xfrm>
              <a:off x="9829541" y="5071331"/>
              <a:ext cx="341344" cy="207056"/>
            </a:xfrm>
            <a:custGeom>
              <a:rect b="b" l="l" r="r" t="t"/>
              <a:pathLst>
                <a:path extrusionOk="0" h="207056" w="341344">
                  <a:moveTo>
                    <a:pt x="328033" y="5140"/>
                  </a:moveTo>
                  <a:cubicBezTo>
                    <a:pt x="311869" y="5140"/>
                    <a:pt x="296656" y="5140"/>
                    <a:pt x="280492" y="5140"/>
                  </a:cubicBezTo>
                  <a:cubicBezTo>
                    <a:pt x="268131" y="5140"/>
                    <a:pt x="266230" y="6084"/>
                    <a:pt x="266230" y="19301"/>
                  </a:cubicBezTo>
                  <a:cubicBezTo>
                    <a:pt x="266230" y="53288"/>
                    <a:pt x="266230" y="88218"/>
                    <a:pt x="266230" y="122205"/>
                  </a:cubicBezTo>
                  <a:cubicBezTo>
                    <a:pt x="266230" y="126925"/>
                    <a:pt x="265279" y="131645"/>
                    <a:pt x="265279" y="139198"/>
                  </a:cubicBezTo>
                  <a:cubicBezTo>
                    <a:pt x="259574" y="135422"/>
                    <a:pt x="254820" y="133534"/>
                    <a:pt x="251967" y="130701"/>
                  </a:cubicBezTo>
                  <a:cubicBezTo>
                    <a:pt x="189213" y="89162"/>
                    <a:pt x="126459" y="47623"/>
                    <a:pt x="62754" y="6084"/>
                  </a:cubicBezTo>
                  <a:cubicBezTo>
                    <a:pt x="58000" y="3252"/>
                    <a:pt x="52295" y="420"/>
                    <a:pt x="47541" y="420"/>
                  </a:cubicBezTo>
                  <a:cubicBezTo>
                    <a:pt x="35180" y="-524"/>
                    <a:pt x="22820" y="420"/>
                    <a:pt x="10459" y="420"/>
                  </a:cubicBezTo>
                  <a:cubicBezTo>
                    <a:pt x="2852" y="420"/>
                    <a:pt x="0" y="3252"/>
                    <a:pt x="0" y="10804"/>
                  </a:cubicBezTo>
                  <a:cubicBezTo>
                    <a:pt x="0" y="70281"/>
                    <a:pt x="0" y="130701"/>
                    <a:pt x="0" y="190178"/>
                  </a:cubicBezTo>
                  <a:cubicBezTo>
                    <a:pt x="0" y="198674"/>
                    <a:pt x="3803" y="201507"/>
                    <a:pt x="11410" y="201507"/>
                  </a:cubicBezTo>
                  <a:cubicBezTo>
                    <a:pt x="27574" y="201507"/>
                    <a:pt x="44688" y="200563"/>
                    <a:pt x="60852" y="201507"/>
                  </a:cubicBezTo>
                  <a:cubicBezTo>
                    <a:pt x="70361" y="201507"/>
                    <a:pt x="74164" y="198674"/>
                    <a:pt x="74164" y="188290"/>
                  </a:cubicBezTo>
                  <a:cubicBezTo>
                    <a:pt x="74164" y="152415"/>
                    <a:pt x="74164" y="115596"/>
                    <a:pt x="74164" y="79722"/>
                  </a:cubicBezTo>
                  <a:cubicBezTo>
                    <a:pt x="74164" y="75945"/>
                    <a:pt x="75115" y="72169"/>
                    <a:pt x="75115" y="66505"/>
                  </a:cubicBezTo>
                  <a:cubicBezTo>
                    <a:pt x="80820" y="70281"/>
                    <a:pt x="85574" y="72169"/>
                    <a:pt x="89377" y="75001"/>
                  </a:cubicBezTo>
                  <a:cubicBezTo>
                    <a:pt x="144524" y="110876"/>
                    <a:pt x="199672" y="146751"/>
                    <a:pt x="252918" y="184513"/>
                  </a:cubicBezTo>
                  <a:cubicBezTo>
                    <a:pt x="276689" y="200563"/>
                    <a:pt x="299508" y="210003"/>
                    <a:pt x="328033" y="206227"/>
                  </a:cubicBezTo>
                  <a:cubicBezTo>
                    <a:pt x="328033" y="206227"/>
                    <a:pt x="328984" y="206227"/>
                    <a:pt x="328984" y="206227"/>
                  </a:cubicBezTo>
                  <a:cubicBezTo>
                    <a:pt x="337541" y="207171"/>
                    <a:pt x="341344" y="203395"/>
                    <a:pt x="341344" y="194898"/>
                  </a:cubicBezTo>
                  <a:cubicBezTo>
                    <a:pt x="341344" y="136366"/>
                    <a:pt x="341344" y="77833"/>
                    <a:pt x="341344" y="19301"/>
                  </a:cubicBezTo>
                  <a:cubicBezTo>
                    <a:pt x="341344" y="7972"/>
                    <a:pt x="336590" y="5140"/>
                    <a:pt x="328033" y="514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t/>
              </a:r>
              <a:endParaRPr b="0" i="0" sz="675" u="none" cap="none" strike="noStrike">
                <a:solidFill>
                  <a:schemeClr val="dk1"/>
                </a:solidFill>
                <a:latin typeface="Calibri"/>
                <a:ea typeface="Calibri"/>
                <a:cs typeface="Calibri"/>
                <a:sym typeface="Calibri"/>
              </a:endParaRPr>
            </a:p>
          </p:txBody>
        </p:sp>
        <p:sp>
          <p:nvSpPr>
            <p:cNvPr id="188" name="Google Shape;188;p102"/>
            <p:cNvSpPr/>
            <p:nvPr/>
          </p:nvSpPr>
          <p:spPr>
            <a:xfrm>
              <a:off x="8079081" y="5071331"/>
              <a:ext cx="357508" cy="201506"/>
            </a:xfrm>
            <a:custGeom>
              <a:rect b="b" l="l" r="r" t="t"/>
              <a:pathLst>
                <a:path extrusionOk="0" h="201506" w="357508">
                  <a:moveTo>
                    <a:pt x="215836" y="7028"/>
                  </a:moveTo>
                  <a:cubicBezTo>
                    <a:pt x="212984" y="3252"/>
                    <a:pt x="206328" y="420"/>
                    <a:pt x="200623" y="420"/>
                  </a:cubicBezTo>
                  <a:cubicBezTo>
                    <a:pt x="188262" y="-524"/>
                    <a:pt x="175902" y="420"/>
                    <a:pt x="162590" y="420"/>
                  </a:cubicBezTo>
                  <a:cubicBezTo>
                    <a:pt x="154984" y="420"/>
                    <a:pt x="149279" y="2308"/>
                    <a:pt x="144525" y="8916"/>
                  </a:cubicBezTo>
                  <a:cubicBezTo>
                    <a:pt x="97935" y="70281"/>
                    <a:pt x="52295" y="130701"/>
                    <a:pt x="5705" y="192066"/>
                  </a:cubicBezTo>
                  <a:cubicBezTo>
                    <a:pt x="3803" y="194898"/>
                    <a:pt x="2852" y="196786"/>
                    <a:pt x="0" y="201507"/>
                  </a:cubicBezTo>
                  <a:cubicBezTo>
                    <a:pt x="23771" y="201507"/>
                    <a:pt x="44689" y="201507"/>
                    <a:pt x="66557" y="201507"/>
                  </a:cubicBezTo>
                  <a:cubicBezTo>
                    <a:pt x="74164" y="201507"/>
                    <a:pt x="78918" y="198674"/>
                    <a:pt x="83672" y="193010"/>
                  </a:cubicBezTo>
                  <a:cubicBezTo>
                    <a:pt x="90328" y="183569"/>
                    <a:pt x="96984" y="174129"/>
                    <a:pt x="105541" y="165632"/>
                  </a:cubicBezTo>
                  <a:cubicBezTo>
                    <a:pt x="108394" y="161856"/>
                    <a:pt x="114098" y="159023"/>
                    <a:pt x="118853" y="159023"/>
                  </a:cubicBezTo>
                  <a:cubicBezTo>
                    <a:pt x="159738" y="158079"/>
                    <a:pt x="200623" y="158079"/>
                    <a:pt x="241508" y="159023"/>
                  </a:cubicBezTo>
                  <a:cubicBezTo>
                    <a:pt x="246262" y="159023"/>
                    <a:pt x="251017" y="161856"/>
                    <a:pt x="254820" y="165632"/>
                  </a:cubicBezTo>
                  <a:cubicBezTo>
                    <a:pt x="262426" y="174129"/>
                    <a:pt x="267180" y="183569"/>
                    <a:pt x="274787" y="192066"/>
                  </a:cubicBezTo>
                  <a:cubicBezTo>
                    <a:pt x="278590" y="195842"/>
                    <a:pt x="285246" y="199619"/>
                    <a:pt x="290000" y="200563"/>
                  </a:cubicBezTo>
                  <a:cubicBezTo>
                    <a:pt x="309017" y="201507"/>
                    <a:pt x="328033" y="200563"/>
                    <a:pt x="348000" y="200563"/>
                  </a:cubicBezTo>
                  <a:cubicBezTo>
                    <a:pt x="350853" y="200563"/>
                    <a:pt x="353705" y="199619"/>
                    <a:pt x="357508" y="199619"/>
                  </a:cubicBezTo>
                  <a:cubicBezTo>
                    <a:pt x="355607" y="195842"/>
                    <a:pt x="354656" y="193954"/>
                    <a:pt x="353705" y="193010"/>
                  </a:cubicBezTo>
                  <a:cubicBezTo>
                    <a:pt x="308066" y="130701"/>
                    <a:pt x="262426" y="68393"/>
                    <a:pt x="215836" y="7028"/>
                  </a:cubicBezTo>
                  <a:close/>
                  <a:moveTo>
                    <a:pt x="128361" y="126925"/>
                  </a:moveTo>
                  <a:lnTo>
                    <a:pt x="173049" y="55176"/>
                  </a:lnTo>
                  <a:lnTo>
                    <a:pt x="223443" y="126925"/>
                  </a:lnTo>
                  <a:lnTo>
                    <a:pt x="128361" y="12692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t/>
              </a:r>
              <a:endParaRPr b="0" i="0" sz="675" u="none" cap="none" strike="noStrike">
                <a:solidFill>
                  <a:schemeClr val="dk1"/>
                </a:solidFill>
                <a:latin typeface="Calibri"/>
                <a:ea typeface="Calibri"/>
                <a:cs typeface="Calibri"/>
                <a:sym typeface="Calibri"/>
              </a:endParaRPr>
            </a:p>
          </p:txBody>
        </p:sp>
        <p:sp>
          <p:nvSpPr>
            <p:cNvPr id="189" name="Google Shape;189;p102"/>
            <p:cNvSpPr/>
            <p:nvPr/>
          </p:nvSpPr>
          <p:spPr>
            <a:xfrm>
              <a:off x="9405475" y="5077415"/>
              <a:ext cx="206407" cy="195422"/>
            </a:xfrm>
            <a:custGeom>
              <a:rect b="b" l="l" r="r" t="t"/>
              <a:pathLst>
                <a:path extrusionOk="0" h="195422" w="206407">
                  <a:moveTo>
                    <a:pt x="189213" y="164268"/>
                  </a:moveTo>
                  <a:cubicBezTo>
                    <a:pt x="157836" y="164268"/>
                    <a:pt x="126459" y="164268"/>
                    <a:pt x="96033" y="164268"/>
                  </a:cubicBezTo>
                  <a:cubicBezTo>
                    <a:pt x="77016" y="164268"/>
                    <a:pt x="77016" y="164268"/>
                    <a:pt x="77016" y="146331"/>
                  </a:cubicBezTo>
                  <a:cubicBezTo>
                    <a:pt x="77016" y="137834"/>
                    <a:pt x="77016" y="129338"/>
                    <a:pt x="77016" y="120841"/>
                  </a:cubicBezTo>
                  <a:cubicBezTo>
                    <a:pt x="77016" y="106680"/>
                    <a:pt x="77016" y="106680"/>
                    <a:pt x="91279" y="106680"/>
                  </a:cubicBezTo>
                  <a:cubicBezTo>
                    <a:pt x="122656" y="106680"/>
                    <a:pt x="154033" y="106680"/>
                    <a:pt x="185410" y="106680"/>
                  </a:cubicBezTo>
                  <a:cubicBezTo>
                    <a:pt x="189213" y="106680"/>
                    <a:pt x="195869" y="105736"/>
                    <a:pt x="197771" y="102904"/>
                  </a:cubicBezTo>
                  <a:cubicBezTo>
                    <a:pt x="205377" y="91575"/>
                    <a:pt x="197771" y="77414"/>
                    <a:pt x="184459" y="77414"/>
                  </a:cubicBezTo>
                  <a:cubicBezTo>
                    <a:pt x="152131" y="77414"/>
                    <a:pt x="120754" y="77414"/>
                    <a:pt x="88426" y="77414"/>
                  </a:cubicBezTo>
                  <a:cubicBezTo>
                    <a:pt x="79869" y="77414"/>
                    <a:pt x="75115" y="74582"/>
                    <a:pt x="76066" y="65141"/>
                  </a:cubicBezTo>
                  <a:cubicBezTo>
                    <a:pt x="77016" y="57588"/>
                    <a:pt x="77016" y="50036"/>
                    <a:pt x="76066" y="42483"/>
                  </a:cubicBezTo>
                  <a:cubicBezTo>
                    <a:pt x="75115" y="32098"/>
                    <a:pt x="79869" y="30210"/>
                    <a:pt x="88426" y="30210"/>
                  </a:cubicBezTo>
                  <a:cubicBezTo>
                    <a:pt x="122656" y="30210"/>
                    <a:pt x="155934" y="30210"/>
                    <a:pt x="190164" y="30210"/>
                  </a:cubicBezTo>
                  <a:cubicBezTo>
                    <a:pt x="203475" y="30210"/>
                    <a:pt x="203475" y="29266"/>
                    <a:pt x="203475" y="16049"/>
                  </a:cubicBezTo>
                  <a:cubicBezTo>
                    <a:pt x="203475" y="944"/>
                    <a:pt x="202525" y="0"/>
                    <a:pt x="190164" y="0"/>
                  </a:cubicBezTo>
                  <a:cubicBezTo>
                    <a:pt x="131213" y="0"/>
                    <a:pt x="73213" y="0"/>
                    <a:pt x="14262" y="0"/>
                  </a:cubicBezTo>
                  <a:cubicBezTo>
                    <a:pt x="1902" y="0"/>
                    <a:pt x="0" y="944"/>
                    <a:pt x="0" y="14161"/>
                  </a:cubicBezTo>
                  <a:cubicBezTo>
                    <a:pt x="0" y="69861"/>
                    <a:pt x="0" y="126506"/>
                    <a:pt x="0" y="182206"/>
                  </a:cubicBezTo>
                  <a:cubicBezTo>
                    <a:pt x="0" y="194479"/>
                    <a:pt x="951" y="195423"/>
                    <a:pt x="14262" y="195423"/>
                  </a:cubicBezTo>
                  <a:cubicBezTo>
                    <a:pt x="43738" y="195423"/>
                    <a:pt x="72262" y="195423"/>
                    <a:pt x="101738" y="195423"/>
                  </a:cubicBezTo>
                  <a:cubicBezTo>
                    <a:pt x="131213" y="195423"/>
                    <a:pt x="161639" y="195423"/>
                    <a:pt x="191115" y="195423"/>
                  </a:cubicBezTo>
                  <a:cubicBezTo>
                    <a:pt x="194918" y="195423"/>
                    <a:pt x="200623" y="193535"/>
                    <a:pt x="201574" y="191646"/>
                  </a:cubicBezTo>
                  <a:cubicBezTo>
                    <a:pt x="212033" y="177485"/>
                    <a:pt x="204426" y="164268"/>
                    <a:pt x="189213" y="16426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t/>
              </a:r>
              <a:endParaRPr b="0" i="0" sz="675" u="none" cap="none" strike="noStrike">
                <a:solidFill>
                  <a:schemeClr val="dk1"/>
                </a:solidFill>
                <a:latin typeface="Calibri"/>
                <a:ea typeface="Calibri"/>
                <a:cs typeface="Calibri"/>
                <a:sym typeface="Calibri"/>
              </a:endParaRPr>
            </a:p>
          </p:txBody>
        </p:sp>
        <p:sp>
          <p:nvSpPr>
            <p:cNvPr id="190" name="Google Shape;190;p102"/>
            <p:cNvSpPr/>
            <p:nvPr/>
          </p:nvSpPr>
          <p:spPr>
            <a:xfrm>
              <a:off x="8977589" y="5076470"/>
              <a:ext cx="234869" cy="195422"/>
            </a:xfrm>
            <a:custGeom>
              <a:rect b="b" l="l" r="r" t="t"/>
              <a:pathLst>
                <a:path extrusionOk="0" h="195422" w="234869">
                  <a:moveTo>
                    <a:pt x="219656" y="0"/>
                  </a:moveTo>
                  <a:cubicBezTo>
                    <a:pt x="185427" y="0"/>
                    <a:pt x="152148" y="0"/>
                    <a:pt x="117919" y="0"/>
                  </a:cubicBezTo>
                  <a:cubicBezTo>
                    <a:pt x="82738" y="0"/>
                    <a:pt x="47558" y="0"/>
                    <a:pt x="11427" y="0"/>
                  </a:cubicBezTo>
                  <a:cubicBezTo>
                    <a:pt x="-934" y="0"/>
                    <a:pt x="17" y="8497"/>
                    <a:pt x="17" y="16049"/>
                  </a:cubicBezTo>
                  <a:cubicBezTo>
                    <a:pt x="17" y="24546"/>
                    <a:pt x="17" y="30210"/>
                    <a:pt x="11427" y="30210"/>
                  </a:cubicBezTo>
                  <a:cubicBezTo>
                    <a:pt x="29492" y="29266"/>
                    <a:pt x="47558" y="30210"/>
                    <a:pt x="65623" y="30210"/>
                  </a:cubicBezTo>
                  <a:cubicBezTo>
                    <a:pt x="79886" y="30210"/>
                    <a:pt x="79886" y="30210"/>
                    <a:pt x="79886" y="44371"/>
                  </a:cubicBezTo>
                  <a:cubicBezTo>
                    <a:pt x="79886" y="90631"/>
                    <a:pt x="79886" y="135946"/>
                    <a:pt x="79886" y="182206"/>
                  </a:cubicBezTo>
                  <a:cubicBezTo>
                    <a:pt x="79886" y="192590"/>
                    <a:pt x="83689" y="195423"/>
                    <a:pt x="93197" y="195423"/>
                  </a:cubicBezTo>
                  <a:cubicBezTo>
                    <a:pt x="108410" y="194479"/>
                    <a:pt x="123624" y="195423"/>
                    <a:pt x="138837" y="195423"/>
                  </a:cubicBezTo>
                  <a:cubicBezTo>
                    <a:pt x="154050" y="195423"/>
                    <a:pt x="155001" y="195423"/>
                    <a:pt x="155001" y="179373"/>
                  </a:cubicBezTo>
                  <a:cubicBezTo>
                    <a:pt x="155001" y="134058"/>
                    <a:pt x="155001" y="89687"/>
                    <a:pt x="155001" y="44371"/>
                  </a:cubicBezTo>
                  <a:cubicBezTo>
                    <a:pt x="155001" y="31154"/>
                    <a:pt x="155951" y="30210"/>
                    <a:pt x="169263" y="30210"/>
                  </a:cubicBezTo>
                  <a:cubicBezTo>
                    <a:pt x="186378" y="30210"/>
                    <a:pt x="203492" y="30210"/>
                    <a:pt x="220607" y="30210"/>
                  </a:cubicBezTo>
                  <a:cubicBezTo>
                    <a:pt x="233919" y="30210"/>
                    <a:pt x="234869" y="29266"/>
                    <a:pt x="234869" y="16049"/>
                  </a:cubicBezTo>
                  <a:cubicBezTo>
                    <a:pt x="234869" y="1888"/>
                    <a:pt x="233919" y="0"/>
                    <a:pt x="21965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t/>
              </a:r>
              <a:endParaRPr b="0" i="0" sz="675" u="none" cap="none" strike="noStrike">
                <a:solidFill>
                  <a:schemeClr val="dk1"/>
                </a:solidFill>
                <a:latin typeface="Calibri"/>
                <a:ea typeface="Calibri"/>
                <a:cs typeface="Calibri"/>
                <a:sym typeface="Calibri"/>
              </a:endParaRPr>
            </a:p>
          </p:txBody>
        </p:sp>
        <p:sp>
          <p:nvSpPr>
            <p:cNvPr id="191" name="Google Shape;191;p102"/>
            <p:cNvSpPr/>
            <p:nvPr/>
          </p:nvSpPr>
          <p:spPr>
            <a:xfrm>
              <a:off x="8631508" y="5076470"/>
              <a:ext cx="183508" cy="194478"/>
            </a:xfrm>
            <a:custGeom>
              <a:rect b="b" l="l" r="r" t="t"/>
              <a:pathLst>
                <a:path extrusionOk="0" h="194478" w="183508">
                  <a:moveTo>
                    <a:pt x="170197" y="165212"/>
                  </a:moveTo>
                  <a:cubicBezTo>
                    <a:pt x="142623" y="165212"/>
                    <a:pt x="116000" y="165212"/>
                    <a:pt x="88426" y="165212"/>
                  </a:cubicBezTo>
                  <a:cubicBezTo>
                    <a:pt x="75115" y="165212"/>
                    <a:pt x="74164" y="164268"/>
                    <a:pt x="74164" y="151051"/>
                  </a:cubicBezTo>
                  <a:cubicBezTo>
                    <a:pt x="74164" y="105736"/>
                    <a:pt x="74164" y="60421"/>
                    <a:pt x="74164" y="14161"/>
                  </a:cubicBezTo>
                  <a:cubicBezTo>
                    <a:pt x="74164" y="944"/>
                    <a:pt x="73213" y="0"/>
                    <a:pt x="60852" y="0"/>
                  </a:cubicBezTo>
                  <a:cubicBezTo>
                    <a:pt x="44689" y="0"/>
                    <a:pt x="29475" y="0"/>
                    <a:pt x="13311" y="0"/>
                  </a:cubicBezTo>
                  <a:cubicBezTo>
                    <a:pt x="3803" y="0"/>
                    <a:pt x="0" y="3776"/>
                    <a:pt x="0" y="13217"/>
                  </a:cubicBezTo>
                  <a:cubicBezTo>
                    <a:pt x="0" y="40595"/>
                    <a:pt x="0" y="68917"/>
                    <a:pt x="0" y="96295"/>
                  </a:cubicBezTo>
                  <a:cubicBezTo>
                    <a:pt x="0" y="124617"/>
                    <a:pt x="0" y="152939"/>
                    <a:pt x="0" y="180318"/>
                  </a:cubicBezTo>
                  <a:cubicBezTo>
                    <a:pt x="0" y="193535"/>
                    <a:pt x="951" y="194479"/>
                    <a:pt x="13311" y="194479"/>
                  </a:cubicBezTo>
                  <a:cubicBezTo>
                    <a:pt x="65607" y="194479"/>
                    <a:pt x="117902" y="194479"/>
                    <a:pt x="170197" y="194479"/>
                  </a:cubicBezTo>
                  <a:cubicBezTo>
                    <a:pt x="182557" y="194479"/>
                    <a:pt x="183508" y="193535"/>
                    <a:pt x="183508" y="180318"/>
                  </a:cubicBezTo>
                  <a:cubicBezTo>
                    <a:pt x="183508" y="166156"/>
                    <a:pt x="182557" y="165212"/>
                    <a:pt x="170197" y="16521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t/>
              </a:r>
              <a:endParaRPr b="0" i="0" sz="675" u="none" cap="none" strike="noStrike">
                <a:solidFill>
                  <a:schemeClr val="dk1"/>
                </a:solidFill>
                <a:latin typeface="Calibri"/>
                <a:ea typeface="Calibri"/>
                <a:cs typeface="Calibri"/>
                <a:sym typeface="Calibri"/>
              </a:endParaRPr>
            </a:p>
          </p:txBody>
        </p:sp>
      </p:grpSp>
      <p:sp>
        <p:nvSpPr>
          <p:cNvPr id="192" name="Google Shape;192;p102"/>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93" name="Google Shape;193;p102"/>
          <p:cNvSpPr txBox="1"/>
          <p:nvPr>
            <p:ph idx="2"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194" name="Google Shape;194;p102"/>
          <p:cNvSpPr/>
          <p:nvPr>
            <p:ph idx="3" type="pic"/>
          </p:nvPr>
        </p:nvSpPr>
        <p:spPr>
          <a:xfrm>
            <a:off x="77822" y="807415"/>
            <a:ext cx="4494300" cy="2165100"/>
          </a:xfrm>
          <a:prstGeom prst="rect">
            <a:avLst/>
          </a:prstGeom>
          <a:noFill/>
          <a:ln>
            <a:noFill/>
          </a:ln>
        </p:spPr>
      </p:sp>
      <p:sp>
        <p:nvSpPr>
          <p:cNvPr id="195" name="Google Shape;195;p102"/>
          <p:cNvSpPr/>
          <p:nvPr>
            <p:ph idx="4" type="pic"/>
          </p:nvPr>
        </p:nvSpPr>
        <p:spPr>
          <a:xfrm>
            <a:off x="4565515" y="807415"/>
            <a:ext cx="4572000" cy="2165100"/>
          </a:xfrm>
          <a:prstGeom prst="rect">
            <a:avLst/>
          </a:prstGeom>
          <a:noFill/>
          <a:ln>
            <a:noFill/>
          </a:ln>
        </p:spPr>
      </p:sp>
      <p:sp>
        <p:nvSpPr>
          <p:cNvPr id="196" name="Google Shape;196;p102"/>
          <p:cNvSpPr/>
          <p:nvPr>
            <p:ph idx="5" type="pic"/>
          </p:nvPr>
        </p:nvSpPr>
        <p:spPr>
          <a:xfrm>
            <a:off x="77822" y="2972593"/>
            <a:ext cx="4494300" cy="2172600"/>
          </a:xfrm>
          <a:prstGeom prst="rect">
            <a:avLst/>
          </a:prstGeom>
          <a:noFill/>
          <a:ln>
            <a:noFill/>
          </a:ln>
        </p:spPr>
      </p:sp>
      <p:sp>
        <p:nvSpPr>
          <p:cNvPr id="197" name="Google Shape;197;p102"/>
          <p:cNvSpPr/>
          <p:nvPr>
            <p:ph idx="6" type="pic"/>
          </p:nvPr>
        </p:nvSpPr>
        <p:spPr>
          <a:xfrm>
            <a:off x="4565515" y="2972593"/>
            <a:ext cx="4572000" cy="2172600"/>
          </a:xfrm>
          <a:prstGeom prst="rect">
            <a:avLst/>
          </a:prstGeom>
          <a:noFill/>
          <a:ln>
            <a:noFill/>
          </a:ln>
        </p:spPr>
      </p:sp>
      <p:sp>
        <p:nvSpPr>
          <p:cNvPr id="198" name="Google Shape;198;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Arial Black"/>
                <a:ea typeface="Arial Black"/>
                <a:cs typeface="Arial Black"/>
                <a:sym typeface="Arial Black"/>
              </a:defRPr>
            </a:lvl1pPr>
            <a:lvl2pPr indent="0" lvl="1"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Arial Black"/>
                <a:ea typeface="Arial Black"/>
                <a:cs typeface="Arial Black"/>
                <a:sym typeface="Arial Black"/>
              </a:defRPr>
            </a:lvl2pPr>
            <a:lvl3pPr indent="0" lvl="2"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Arial Black"/>
                <a:ea typeface="Arial Black"/>
                <a:cs typeface="Arial Black"/>
                <a:sym typeface="Arial Black"/>
              </a:defRPr>
            </a:lvl3pPr>
            <a:lvl4pPr indent="0" lvl="3"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Arial Black"/>
                <a:ea typeface="Arial Black"/>
                <a:cs typeface="Arial Black"/>
                <a:sym typeface="Arial Black"/>
              </a:defRPr>
            </a:lvl4pPr>
            <a:lvl5pPr indent="0" lvl="4"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Arial Black"/>
                <a:ea typeface="Arial Black"/>
                <a:cs typeface="Arial Black"/>
                <a:sym typeface="Arial Black"/>
              </a:defRPr>
            </a:lvl5pPr>
            <a:lvl6pPr indent="0" lvl="5"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Arial Black"/>
                <a:ea typeface="Arial Black"/>
                <a:cs typeface="Arial Black"/>
                <a:sym typeface="Arial Black"/>
              </a:defRPr>
            </a:lvl6pPr>
            <a:lvl7pPr indent="0" lvl="6"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Arial Black"/>
                <a:ea typeface="Arial Black"/>
                <a:cs typeface="Arial Black"/>
                <a:sym typeface="Arial Black"/>
              </a:defRPr>
            </a:lvl7pPr>
            <a:lvl8pPr indent="0" lvl="7"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Arial Black"/>
                <a:ea typeface="Arial Black"/>
                <a:cs typeface="Arial Black"/>
                <a:sym typeface="Arial Black"/>
              </a:defRPr>
            </a:lvl8pPr>
            <a:lvl9pPr indent="0" lvl="8"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Arial Black"/>
                <a:ea typeface="Arial Black"/>
                <a:cs typeface="Arial Black"/>
                <a:sym typeface="Arial Black"/>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images">
  <p:cSld name="6 images">
    <p:spTree>
      <p:nvGrpSpPr>
        <p:cNvPr id="199" name="Shape 199"/>
        <p:cNvGrpSpPr/>
        <p:nvPr/>
      </p:nvGrpSpPr>
      <p:grpSpPr>
        <a:xfrm>
          <a:off x="0" y="0"/>
          <a:ext cx="0" cy="0"/>
          <a:chOff x="0" y="0"/>
          <a:chExt cx="0" cy="0"/>
        </a:xfrm>
      </p:grpSpPr>
      <p:sp>
        <p:nvSpPr>
          <p:cNvPr id="200" name="Google Shape;200;p103"/>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201" name="Google Shape;201;p103"/>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rgbClr val="043962"/>
              </a:buClr>
              <a:buSzPts val="2400"/>
              <a:buFont typeface="Arial"/>
              <a:buNone/>
              <a:defRPr b="1" i="0" sz="2400" u="none" cap="none" strike="noStrike">
                <a:solidFill>
                  <a:srgbClr val="043962"/>
                </a:solidFill>
                <a:latin typeface="Arial Black"/>
                <a:ea typeface="Arial Black"/>
                <a:cs typeface="Arial Black"/>
                <a:sym typeface="Arial Black"/>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202" name="Google Shape;202;p103"/>
          <p:cNvSpPr txBox="1"/>
          <p:nvPr>
            <p:ph idx="2" type="body"/>
          </p:nvPr>
        </p:nvSpPr>
        <p:spPr>
          <a:xfrm>
            <a:off x="265733" y="439773"/>
            <a:ext cx="7818000" cy="161100"/>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0"/>
              </a:spcBef>
              <a:spcAft>
                <a:spcPts val="0"/>
              </a:spcAft>
              <a:buClr>
                <a:schemeClr val="accent4"/>
              </a:buClr>
              <a:buSzPts val="1600"/>
              <a:buFont typeface="Arial"/>
              <a:buNone/>
              <a:defRPr b="1" i="0" sz="16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203" name="Google Shape;203;p103"/>
          <p:cNvSpPr/>
          <p:nvPr>
            <p:ph idx="3" type="pic"/>
          </p:nvPr>
        </p:nvSpPr>
        <p:spPr>
          <a:xfrm>
            <a:off x="3210150" y="987769"/>
            <a:ext cx="2718900" cy="1812600"/>
          </a:xfrm>
          <a:prstGeom prst="rect">
            <a:avLst/>
          </a:prstGeom>
          <a:noFill/>
          <a:ln>
            <a:noFill/>
          </a:ln>
        </p:spPr>
      </p:sp>
      <p:sp>
        <p:nvSpPr>
          <p:cNvPr id="204" name="Google Shape;204;p103"/>
          <p:cNvSpPr/>
          <p:nvPr>
            <p:ph idx="4" type="pic"/>
          </p:nvPr>
        </p:nvSpPr>
        <p:spPr>
          <a:xfrm>
            <a:off x="6031171" y="987769"/>
            <a:ext cx="2718900" cy="1812600"/>
          </a:xfrm>
          <a:prstGeom prst="rect">
            <a:avLst/>
          </a:prstGeom>
          <a:noFill/>
          <a:ln>
            <a:noFill/>
          </a:ln>
        </p:spPr>
      </p:sp>
      <p:sp>
        <p:nvSpPr>
          <p:cNvPr id="205" name="Google Shape;205;p103"/>
          <p:cNvSpPr/>
          <p:nvPr>
            <p:ph idx="5" type="pic"/>
          </p:nvPr>
        </p:nvSpPr>
        <p:spPr>
          <a:xfrm>
            <a:off x="382644" y="987769"/>
            <a:ext cx="2718900" cy="1812600"/>
          </a:xfrm>
          <a:prstGeom prst="rect">
            <a:avLst/>
          </a:prstGeom>
          <a:noFill/>
          <a:ln>
            <a:noFill/>
          </a:ln>
        </p:spPr>
      </p:sp>
      <p:sp>
        <p:nvSpPr>
          <p:cNvPr id="206" name="Google Shape;206;p103"/>
          <p:cNvSpPr/>
          <p:nvPr>
            <p:ph idx="6" type="pic"/>
          </p:nvPr>
        </p:nvSpPr>
        <p:spPr>
          <a:xfrm>
            <a:off x="3210150" y="3024093"/>
            <a:ext cx="2718900" cy="1812600"/>
          </a:xfrm>
          <a:prstGeom prst="rect">
            <a:avLst/>
          </a:prstGeom>
          <a:noFill/>
          <a:ln>
            <a:noFill/>
          </a:ln>
        </p:spPr>
      </p:sp>
      <p:sp>
        <p:nvSpPr>
          <p:cNvPr id="207" name="Google Shape;207;p103"/>
          <p:cNvSpPr/>
          <p:nvPr>
            <p:ph idx="7" type="pic"/>
          </p:nvPr>
        </p:nvSpPr>
        <p:spPr>
          <a:xfrm>
            <a:off x="6031171" y="3024093"/>
            <a:ext cx="2718900" cy="1812600"/>
          </a:xfrm>
          <a:prstGeom prst="rect">
            <a:avLst/>
          </a:prstGeom>
          <a:noFill/>
          <a:ln>
            <a:noFill/>
          </a:ln>
        </p:spPr>
      </p:sp>
      <p:sp>
        <p:nvSpPr>
          <p:cNvPr id="208" name="Google Shape;208;p103"/>
          <p:cNvSpPr/>
          <p:nvPr>
            <p:ph idx="8" type="pic"/>
          </p:nvPr>
        </p:nvSpPr>
        <p:spPr>
          <a:xfrm>
            <a:off x="382644" y="3024093"/>
            <a:ext cx="2718900" cy="1812600"/>
          </a:xfrm>
          <a:prstGeom prst="rect">
            <a:avLst/>
          </a:prstGeom>
          <a:noFill/>
          <a:ln>
            <a:noFill/>
          </a:ln>
        </p:spPr>
      </p:sp>
      <p:sp>
        <p:nvSpPr>
          <p:cNvPr id="209" name="Google Shape;209;p103"/>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out Title">
  <p:cSld name="Whitout Title">
    <p:spTree>
      <p:nvGrpSpPr>
        <p:cNvPr id="210" name="Shape 210"/>
        <p:cNvGrpSpPr/>
        <p:nvPr/>
      </p:nvGrpSpPr>
      <p:grpSpPr>
        <a:xfrm>
          <a:off x="0" y="0"/>
          <a:ext cx="0" cy="0"/>
          <a:chOff x="0" y="0"/>
          <a:chExt cx="0" cy="0"/>
        </a:xfrm>
      </p:grpSpPr>
      <p:sp>
        <p:nvSpPr>
          <p:cNvPr id="211" name="Google Shape;211;p104"/>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212" name="Google Shape;212;p104"/>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ouble Images 2">
  <p:cSld name="Cover Double Images 2">
    <p:spTree>
      <p:nvGrpSpPr>
        <p:cNvPr id="213" name="Shape 213"/>
        <p:cNvGrpSpPr/>
        <p:nvPr/>
      </p:nvGrpSpPr>
      <p:grpSpPr>
        <a:xfrm>
          <a:off x="0" y="0"/>
          <a:ext cx="0" cy="0"/>
          <a:chOff x="0" y="0"/>
          <a:chExt cx="0" cy="0"/>
        </a:xfrm>
      </p:grpSpPr>
      <p:sp>
        <p:nvSpPr>
          <p:cNvPr id="214" name="Google Shape;214;p105"/>
          <p:cNvSpPr/>
          <p:nvPr/>
        </p:nvSpPr>
        <p:spPr>
          <a:xfrm>
            <a:off x="0" y="-1401"/>
            <a:ext cx="9144000" cy="750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215" name="Google Shape;215;p105"/>
          <p:cNvSpPr/>
          <p:nvPr>
            <p:ph idx="2" type="pic"/>
          </p:nvPr>
        </p:nvSpPr>
        <p:spPr>
          <a:xfrm>
            <a:off x="0" y="1"/>
            <a:ext cx="5915400" cy="4515300"/>
          </a:xfrm>
          <a:prstGeom prst="rect">
            <a:avLst/>
          </a:prstGeom>
          <a:noFill/>
          <a:ln>
            <a:noFill/>
          </a:ln>
        </p:spPr>
      </p:sp>
      <p:sp>
        <p:nvSpPr>
          <p:cNvPr id="216" name="Google Shape;216;p105"/>
          <p:cNvSpPr/>
          <p:nvPr>
            <p:ph idx="3" type="pic"/>
          </p:nvPr>
        </p:nvSpPr>
        <p:spPr>
          <a:xfrm>
            <a:off x="2266617" y="-1401"/>
            <a:ext cx="6882300" cy="4526100"/>
          </a:xfrm>
          <a:prstGeom prst="rect">
            <a:avLst/>
          </a:prstGeom>
          <a:noFill/>
          <a:ln>
            <a:noFill/>
          </a:ln>
        </p:spPr>
      </p:sp>
      <p:sp>
        <p:nvSpPr>
          <p:cNvPr id="217" name="Google Shape;217;p105"/>
          <p:cNvSpPr txBox="1"/>
          <p:nvPr>
            <p:ph idx="1" type="body"/>
          </p:nvPr>
        </p:nvSpPr>
        <p:spPr>
          <a:xfrm>
            <a:off x="313329" y="4863741"/>
            <a:ext cx="3534900" cy="1845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2"/>
              </a:buClr>
              <a:buSzPts val="900"/>
              <a:buFont typeface="Arial"/>
              <a:buNone/>
              <a:defRPr b="0" i="1" sz="900" u="none" cap="none" strike="noStrike">
                <a:solidFill>
                  <a:schemeClr val="dk2"/>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218" name="Google Shape;218;p105"/>
          <p:cNvSpPr txBox="1"/>
          <p:nvPr>
            <p:ph idx="4" type="body"/>
          </p:nvPr>
        </p:nvSpPr>
        <p:spPr>
          <a:xfrm>
            <a:off x="313329" y="4633667"/>
            <a:ext cx="3534900" cy="1920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63D67"/>
              </a:buClr>
              <a:buSzPts val="1200"/>
              <a:buFont typeface="Arial"/>
              <a:buNone/>
              <a:defRPr b="1" i="0" sz="1200" u="none" cap="none" strike="noStrike">
                <a:solidFill>
                  <a:srgbClr val="063D67"/>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219" name="Google Shape;219;p105"/>
          <p:cNvSpPr txBox="1"/>
          <p:nvPr/>
        </p:nvSpPr>
        <p:spPr>
          <a:xfrm>
            <a:off x="8115300" y="4753863"/>
            <a:ext cx="72300" cy="2562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93D6"/>
              </a:buClr>
              <a:buSzPts val="1200"/>
              <a:buFont typeface="Arial"/>
              <a:buNone/>
            </a:pPr>
            <a:r>
              <a:rPr b="0" i="0" lang="vi" sz="1200" u="none" cap="none" strike="noStrike">
                <a:solidFill>
                  <a:srgbClr val="0093D6"/>
                </a:solidFill>
                <a:latin typeface="Arial"/>
                <a:ea typeface="Arial"/>
                <a:cs typeface="Arial"/>
                <a:sym typeface="Arial"/>
              </a:rPr>
              <a:t>I</a:t>
            </a:r>
            <a:endParaRPr b="0" i="0" sz="1200" u="none" cap="none" strike="noStrike">
              <a:solidFill>
                <a:srgbClr val="043962"/>
              </a:solidFill>
              <a:latin typeface="Arial"/>
              <a:ea typeface="Arial"/>
              <a:cs typeface="Arial"/>
              <a:sym typeface="Arial"/>
            </a:endParaRPr>
          </a:p>
        </p:txBody>
      </p:sp>
      <p:sp>
        <p:nvSpPr>
          <p:cNvPr id="220" name="Google Shape;220;p105"/>
          <p:cNvSpPr txBox="1"/>
          <p:nvPr>
            <p:ph idx="5" type="body"/>
          </p:nvPr>
        </p:nvSpPr>
        <p:spPr>
          <a:xfrm>
            <a:off x="7886700" y="4709764"/>
            <a:ext cx="257700" cy="260700"/>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Clr>
                <a:srgbClr val="063D67"/>
              </a:buClr>
              <a:buSzPts val="1200"/>
              <a:buFont typeface="Arial"/>
              <a:buNone/>
              <a:defRPr b="0" i="0" sz="1200" u="none" cap="none" strike="noStrike">
                <a:solidFill>
                  <a:srgbClr val="063D67"/>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221" name="Google Shape;221;p105"/>
          <p:cNvSpPr txBox="1"/>
          <p:nvPr>
            <p:ph idx="6" type="body"/>
          </p:nvPr>
        </p:nvSpPr>
        <p:spPr>
          <a:xfrm>
            <a:off x="8188452" y="4709764"/>
            <a:ext cx="257700" cy="260700"/>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Clr>
                <a:srgbClr val="063D67"/>
              </a:buClr>
              <a:buSzPts val="1200"/>
              <a:buFont typeface="Arial"/>
              <a:buNone/>
              <a:defRPr b="0" i="0" sz="1200" u="none" cap="none" strike="noStrike">
                <a:solidFill>
                  <a:srgbClr val="063D67"/>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222" name="Google Shape;222;p105"/>
          <p:cNvSpPr txBox="1"/>
          <p:nvPr>
            <p:ph idx="7" type="body"/>
          </p:nvPr>
        </p:nvSpPr>
        <p:spPr>
          <a:xfrm>
            <a:off x="8471916" y="4709764"/>
            <a:ext cx="445200" cy="260700"/>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Clr>
                <a:srgbClr val="063D67"/>
              </a:buClr>
              <a:buSzPts val="1200"/>
              <a:buFont typeface="Arial"/>
              <a:buNone/>
              <a:defRPr b="0" i="0" sz="1200" u="none" cap="none" strike="noStrike">
                <a:solidFill>
                  <a:srgbClr val="063D67"/>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sp>
        <p:nvSpPr>
          <p:cNvPr id="223" name="Google Shape;223;p105"/>
          <p:cNvSpPr txBox="1"/>
          <p:nvPr/>
        </p:nvSpPr>
        <p:spPr>
          <a:xfrm>
            <a:off x="8416383" y="4753863"/>
            <a:ext cx="72300" cy="2562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93D6"/>
              </a:buClr>
              <a:buSzPts val="1200"/>
              <a:buFont typeface="Arial"/>
              <a:buNone/>
            </a:pPr>
            <a:r>
              <a:rPr b="0" i="0" lang="vi" sz="1200" u="none" cap="none" strike="noStrike">
                <a:solidFill>
                  <a:srgbClr val="0093D6"/>
                </a:solidFill>
                <a:latin typeface="Arial"/>
                <a:ea typeface="Arial"/>
                <a:cs typeface="Arial"/>
                <a:sym typeface="Arial"/>
              </a:rPr>
              <a:t>I</a:t>
            </a:r>
            <a:endParaRPr b="0" i="0" sz="1200" u="none" cap="none" strike="noStrike">
              <a:solidFill>
                <a:srgbClr val="043962"/>
              </a:solidFill>
              <a:latin typeface="Arial"/>
              <a:ea typeface="Arial"/>
              <a:cs typeface="Arial"/>
              <a:sym typeface="Arial"/>
            </a:endParaRPr>
          </a:p>
        </p:txBody>
      </p:sp>
      <p:sp>
        <p:nvSpPr>
          <p:cNvPr id="224" name="Google Shape;224;p105"/>
          <p:cNvSpPr txBox="1"/>
          <p:nvPr>
            <p:ph idx="8" type="body"/>
          </p:nvPr>
        </p:nvSpPr>
        <p:spPr>
          <a:xfrm>
            <a:off x="6614361" y="4709764"/>
            <a:ext cx="1053900" cy="260700"/>
          </a:xfrm>
          <a:prstGeom prst="rect">
            <a:avLst/>
          </a:prstGeom>
          <a:noFill/>
          <a:ln>
            <a:noFill/>
          </a:ln>
        </p:spPr>
        <p:txBody>
          <a:bodyPr anchorCtr="0" anchor="ctr" bIns="0" lIns="0" spcFirstLastPara="1" rIns="0" wrap="square" tIns="0">
            <a:noAutofit/>
          </a:bodyPr>
          <a:lstStyle>
            <a:lvl1pPr indent="-228600" lvl="0" marL="457200" marR="0" rtl="0" algn="r">
              <a:lnSpc>
                <a:spcPct val="100000"/>
              </a:lnSpc>
              <a:spcBef>
                <a:spcPts val="0"/>
              </a:spcBef>
              <a:spcAft>
                <a:spcPts val="0"/>
              </a:spcAft>
              <a:buClr>
                <a:schemeClr val="accent4"/>
              </a:buClr>
              <a:buSzPts val="1200"/>
              <a:buFont typeface="Arial"/>
              <a:buNone/>
              <a:defRPr b="0" i="0" sz="1200" u="none" cap="none" strike="noStrike">
                <a:solidFill>
                  <a:schemeClr val="accent4"/>
                </a:solidFill>
                <a:latin typeface="Arial"/>
                <a:ea typeface="Arial"/>
                <a:cs typeface="Arial"/>
                <a:sym typeface="Arial"/>
              </a:defRPr>
            </a:lvl1pPr>
            <a:lvl2pPr indent="-304800" lvl="1" marL="914400" marR="0" rtl="0" algn="l">
              <a:lnSpc>
                <a:spcPct val="90000"/>
              </a:lnSpc>
              <a:spcBef>
                <a:spcPts val="25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2pPr>
            <a:lvl3pPr indent="-292100" lvl="2" marL="1371600" marR="0" rtl="0" algn="l">
              <a:lnSpc>
                <a:spcPct val="90000"/>
              </a:lnSpc>
              <a:spcBef>
                <a:spcPts val="25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3pPr>
            <a:lvl4pPr indent="-285750" lvl="3" marL="1828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4pPr>
            <a:lvl5pPr indent="-285750" lvl="4" marL="22860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5pPr>
            <a:lvl6pPr indent="-285750" lvl="5" marL="27432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6pPr>
            <a:lvl7pPr indent="-285750" lvl="6" marL="32004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7pPr>
            <a:lvl8pPr indent="-285750" lvl="7" marL="36576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8pPr>
            <a:lvl9pPr indent="-285750" lvl="8" marL="4114800" marR="0" rtl="0" algn="l">
              <a:lnSpc>
                <a:spcPct val="90000"/>
              </a:lnSpc>
              <a:spcBef>
                <a:spcPts val="25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9pPr>
          </a:lstStyle>
          <a:p/>
        </p:txBody>
      </p:sp>
      <p:pic>
        <p:nvPicPr>
          <p:cNvPr id="225" name="Google Shape;225;p105"/>
          <p:cNvPicPr preferRelativeResize="0"/>
          <p:nvPr/>
        </p:nvPicPr>
        <p:blipFill rotWithShape="1">
          <a:blip r:embed="rId2">
            <a:alphaModFix amt="67000"/>
          </a:blip>
          <a:srcRect b="0" l="0" r="0" t="0"/>
          <a:stretch/>
        </p:blipFill>
        <p:spPr>
          <a:xfrm>
            <a:off x="3159189" y="3988"/>
            <a:ext cx="2758191" cy="4522099"/>
          </a:xfrm>
          <a:prstGeom prst="rect">
            <a:avLst/>
          </a:prstGeom>
          <a:noFill/>
          <a:ln>
            <a:noFill/>
          </a:ln>
        </p:spPr>
      </p:pic>
      <p:sp>
        <p:nvSpPr>
          <p:cNvPr id="226" name="Google Shape;226;p105"/>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227" name="Google Shape;227;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4_Title and Content">
    <p:spTree>
      <p:nvGrpSpPr>
        <p:cNvPr id="228" name="Shape 228"/>
        <p:cNvGrpSpPr/>
        <p:nvPr/>
      </p:nvGrpSpPr>
      <p:grpSpPr>
        <a:xfrm>
          <a:off x="0" y="0"/>
          <a:ext cx="0" cy="0"/>
          <a:chOff x="0" y="0"/>
          <a:chExt cx="0" cy="0"/>
        </a:xfrm>
      </p:grpSpPr>
      <p:sp>
        <p:nvSpPr>
          <p:cNvPr id="229" name="Google Shape;229;p106"/>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
        <p:nvSpPr>
          <p:cNvPr id="230" name="Google Shape;230;p106"/>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31" name="Shape 231"/>
        <p:cNvGrpSpPr/>
        <p:nvPr/>
      </p:nvGrpSpPr>
      <p:grpSpPr>
        <a:xfrm>
          <a:off x="0" y="0"/>
          <a:ext cx="0" cy="0"/>
          <a:chOff x="0" y="0"/>
          <a:chExt cx="0" cy="0"/>
        </a:xfrm>
      </p:grpSpPr>
      <p:sp>
        <p:nvSpPr>
          <p:cNvPr id="232" name="Google Shape;232;p107"/>
          <p:cNvSpPr txBox="1"/>
          <p:nvPr>
            <p:ph idx="12" type="sldNum"/>
          </p:nvPr>
        </p:nvSpPr>
        <p:spPr>
          <a:xfrm>
            <a:off x="8352383" y="-31390"/>
            <a:ext cx="427200" cy="487200"/>
          </a:xfrm>
          <a:prstGeom prst="rect">
            <a:avLst/>
          </a:prstGeom>
          <a:noFill/>
          <a:ln>
            <a:noFill/>
          </a:ln>
        </p:spPr>
        <p:txBody>
          <a:bodyPr anchorCtr="0" anchor="ctr" bIns="34275" lIns="68575" spcFirstLastPara="1" rIns="68575" wrap="square" tIns="34275">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Lato Black"/>
                <a:ea typeface="Lato Black"/>
                <a:cs typeface="Lato Black"/>
                <a:sym typeface="Lato Black"/>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Lato Black"/>
                <a:ea typeface="Lato Black"/>
                <a:cs typeface="Lato Black"/>
                <a:sym typeface="Lato Black"/>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Lato Black"/>
                <a:ea typeface="Lato Black"/>
                <a:cs typeface="Lato Black"/>
                <a:sym typeface="Lato Black"/>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Lato Black"/>
                <a:ea typeface="Lato Black"/>
                <a:cs typeface="Lato Black"/>
                <a:sym typeface="Lato Black"/>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Lato Black"/>
                <a:ea typeface="Lato Black"/>
                <a:cs typeface="Lato Black"/>
                <a:sym typeface="Lato Black"/>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Lato Black"/>
                <a:ea typeface="Lato Black"/>
                <a:cs typeface="Lato Black"/>
                <a:sym typeface="Lato Black"/>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Lato Black"/>
                <a:ea typeface="Lato Black"/>
                <a:cs typeface="Lato Black"/>
                <a:sym typeface="Lato Black"/>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Lato Black"/>
                <a:ea typeface="Lato Black"/>
                <a:cs typeface="Lato Black"/>
                <a:sym typeface="Lato Black"/>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Lato Black"/>
                <a:ea typeface="Lato Black"/>
                <a:cs typeface="Lato Black"/>
                <a:sym typeface="Lato Black"/>
              </a:defRPr>
            </a:lvl9pPr>
          </a:lstStyle>
          <a:p>
            <a:pPr indent="0" lvl="0" marL="0" rtl="0" algn="ctr">
              <a:spcBef>
                <a:spcPts val="0"/>
              </a:spcBef>
              <a:spcAft>
                <a:spcPts val="0"/>
              </a:spcAft>
              <a:buNone/>
            </a:pPr>
            <a:fld id="{00000000-1234-1234-1234-123412341234}" type="slidenum">
              <a:rPr lang="vi"/>
              <a:t>‹#›</a:t>
            </a:fld>
            <a:endParaRPr/>
          </a:p>
        </p:txBody>
      </p:sp>
      <p:sp>
        <p:nvSpPr>
          <p:cNvPr id="233" name="Google Shape;233;p107"/>
          <p:cNvSpPr/>
          <p:nvPr/>
        </p:nvSpPr>
        <p:spPr>
          <a:xfrm>
            <a:off x="0" y="0"/>
            <a:ext cx="77700" cy="5143500"/>
          </a:xfrm>
          <a:prstGeom prst="rect">
            <a:avLst/>
          </a:prstGeom>
          <a:gradFill>
            <a:gsLst>
              <a:gs pos="0">
                <a:schemeClr val="dk1"/>
              </a:gs>
              <a:gs pos="48000">
                <a:schemeClr val="accent4"/>
              </a:gs>
              <a:gs pos="100000">
                <a:schemeClr val="accent1"/>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 Projet">
  <p:cSld name="Ref Projet">
    <p:spTree>
      <p:nvGrpSpPr>
        <p:cNvPr id="234" name="Shape 234"/>
        <p:cNvGrpSpPr/>
        <p:nvPr/>
      </p:nvGrpSpPr>
      <p:grpSpPr>
        <a:xfrm>
          <a:off x="0" y="0"/>
          <a:ext cx="0" cy="0"/>
          <a:chOff x="0" y="0"/>
          <a:chExt cx="0" cy="0"/>
        </a:xfrm>
      </p:grpSpPr>
      <p:sp>
        <p:nvSpPr>
          <p:cNvPr id="235" name="Google Shape;235;p109"/>
          <p:cNvSpPr txBox="1"/>
          <p:nvPr>
            <p:ph idx="1" type="body"/>
          </p:nvPr>
        </p:nvSpPr>
        <p:spPr>
          <a:xfrm>
            <a:off x="781297" y="101240"/>
            <a:ext cx="7202400" cy="26070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1800"/>
              <a:buFont typeface="Arial"/>
              <a:buNone/>
              <a:defRPr b="1" i="0" sz="1800" u="none" cap="none" strike="noStrike">
                <a:solidFill>
                  <a:srgbClr val="043962"/>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36" name="Google Shape;236;p109"/>
          <p:cNvSpPr txBox="1"/>
          <p:nvPr>
            <p:ph idx="2" type="body"/>
          </p:nvPr>
        </p:nvSpPr>
        <p:spPr>
          <a:xfrm>
            <a:off x="781297" y="448441"/>
            <a:ext cx="7202400" cy="25650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1200"/>
              <a:buFont typeface="Arial"/>
              <a:buNone/>
              <a:defRPr b="1" i="0" sz="1200" u="none" cap="none" strike="noStrike">
                <a:solidFill>
                  <a:schemeClr val="l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37" name="Google Shape;237;p109"/>
          <p:cNvSpPr/>
          <p:nvPr/>
        </p:nvSpPr>
        <p:spPr>
          <a:xfrm flipH="1" rot="10800000">
            <a:off x="6857999" y="728311"/>
            <a:ext cx="107700" cy="4428000"/>
          </a:xfrm>
          <a:prstGeom prst="rect">
            <a:avLst/>
          </a:prstGeom>
          <a:solidFill>
            <a:srgbClr val="E5E5E8"/>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8" name="Google Shape;238;p109"/>
          <p:cNvSpPr/>
          <p:nvPr/>
        </p:nvSpPr>
        <p:spPr>
          <a:xfrm flipH="1" rot="10800000">
            <a:off x="5778707" y="728311"/>
            <a:ext cx="107700" cy="4428000"/>
          </a:xfrm>
          <a:prstGeom prst="rect">
            <a:avLst/>
          </a:prstGeom>
          <a:solidFill>
            <a:srgbClr val="E5E5E8"/>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9" name="Google Shape;239;p109"/>
          <p:cNvSpPr txBox="1"/>
          <p:nvPr/>
        </p:nvSpPr>
        <p:spPr>
          <a:xfrm>
            <a:off x="6965752" y="1155833"/>
            <a:ext cx="2178300" cy="196800"/>
          </a:xfrm>
          <a:prstGeom prst="rect">
            <a:avLst/>
          </a:prstGeom>
          <a:noFill/>
          <a:ln>
            <a:noFill/>
          </a:ln>
        </p:spPr>
        <p:txBody>
          <a:bodyPr anchorCtr="0" anchor="t" bIns="22850" lIns="45000" spcFirstLastPara="1" rIns="45725" wrap="square" tIns="22850">
            <a:noAutofit/>
          </a:bodyPr>
          <a:lstStyle/>
          <a:p>
            <a:pPr indent="0" lvl="0" marL="0" marR="0" rtl="0" algn="ctr">
              <a:lnSpc>
                <a:spcPct val="90000"/>
              </a:lnSpc>
              <a:spcBef>
                <a:spcPts val="0"/>
              </a:spcBef>
              <a:spcAft>
                <a:spcPts val="0"/>
              </a:spcAft>
              <a:buClr>
                <a:schemeClr val="dk1"/>
              </a:buClr>
              <a:buSzPts val="1400"/>
              <a:buFont typeface="Calibri"/>
              <a:buNone/>
            </a:pPr>
            <a:r>
              <a:rPr b="1" i="0" lang="vi" sz="1400" u="none" cap="none" strike="noStrike">
                <a:solidFill>
                  <a:schemeClr val="accent4"/>
                </a:solidFill>
                <a:latin typeface="Calibri"/>
                <a:ea typeface="Calibri"/>
                <a:cs typeface="Calibri"/>
                <a:sym typeface="Calibri"/>
              </a:rPr>
              <a:t>ADDED VALUE</a:t>
            </a:r>
            <a:endParaRPr b="1" i="0" sz="1400" u="none" cap="none" strike="noStrike">
              <a:solidFill>
                <a:schemeClr val="accent4"/>
              </a:solidFill>
              <a:latin typeface="Calibri"/>
              <a:ea typeface="Calibri"/>
              <a:cs typeface="Calibri"/>
              <a:sym typeface="Calibri"/>
            </a:endParaRPr>
          </a:p>
        </p:txBody>
      </p:sp>
      <p:sp>
        <p:nvSpPr>
          <p:cNvPr id="240" name="Google Shape;240;p109"/>
          <p:cNvSpPr txBox="1"/>
          <p:nvPr/>
        </p:nvSpPr>
        <p:spPr>
          <a:xfrm>
            <a:off x="188945" y="1551772"/>
            <a:ext cx="1985400" cy="212100"/>
          </a:xfrm>
          <a:prstGeom prst="rect">
            <a:avLst/>
          </a:prstGeom>
          <a:noFill/>
          <a:ln>
            <a:noFill/>
          </a:ln>
        </p:spPr>
        <p:txBody>
          <a:bodyPr anchorCtr="0" anchor="t" bIns="22850" lIns="45000" spcFirstLastPara="1" rIns="45725" wrap="square" tIns="22850">
            <a:noAutofit/>
          </a:bodyPr>
          <a:lstStyle/>
          <a:p>
            <a:pPr indent="0" lvl="0" marL="0" marR="0" rtl="0" algn="l">
              <a:lnSpc>
                <a:spcPct val="90000"/>
              </a:lnSpc>
              <a:spcBef>
                <a:spcPts val="0"/>
              </a:spcBef>
              <a:spcAft>
                <a:spcPts val="0"/>
              </a:spcAft>
              <a:buClr>
                <a:schemeClr val="accent4"/>
              </a:buClr>
              <a:buSzPts val="1400"/>
              <a:buFont typeface="Calibri"/>
              <a:buNone/>
            </a:pPr>
            <a:r>
              <a:rPr b="1" i="0" lang="vi" sz="1400" u="none" cap="none" strike="noStrike">
                <a:solidFill>
                  <a:schemeClr val="accent4"/>
                </a:solidFill>
                <a:latin typeface="Calibri"/>
                <a:ea typeface="Calibri"/>
                <a:cs typeface="Calibri"/>
                <a:sym typeface="Calibri"/>
              </a:rPr>
              <a:t>ABOUT</a:t>
            </a:r>
            <a:endParaRPr b="0" i="0" sz="700" u="none" cap="none" strike="noStrike">
              <a:solidFill>
                <a:srgbClr val="000000"/>
              </a:solidFill>
              <a:latin typeface="Arial"/>
              <a:ea typeface="Arial"/>
              <a:cs typeface="Arial"/>
              <a:sym typeface="Arial"/>
            </a:endParaRPr>
          </a:p>
        </p:txBody>
      </p:sp>
      <p:sp>
        <p:nvSpPr>
          <p:cNvPr id="241" name="Google Shape;241;p109"/>
          <p:cNvSpPr/>
          <p:nvPr/>
        </p:nvSpPr>
        <p:spPr>
          <a:xfrm rot="5400000">
            <a:off x="6665188" y="1045155"/>
            <a:ext cx="571500" cy="275100"/>
          </a:xfrm>
          <a:prstGeom prst="triangle">
            <a:avLst>
              <a:gd fmla="val 50000" name="adj"/>
            </a:avLst>
          </a:prstGeom>
          <a:solidFill>
            <a:schemeClr val="accent4"/>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42" name="Google Shape;242;p109"/>
          <p:cNvSpPr/>
          <p:nvPr/>
        </p:nvSpPr>
        <p:spPr>
          <a:xfrm flipH="1" rot="10800000">
            <a:off x="5881793" y="728308"/>
            <a:ext cx="976200" cy="4428000"/>
          </a:xfrm>
          <a:prstGeom prst="rect">
            <a:avLst/>
          </a:prstGeom>
          <a:solidFill>
            <a:schemeClr val="accent4"/>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nvGrpSpPr>
          <p:cNvPr id="243" name="Google Shape;243;p109"/>
          <p:cNvGrpSpPr/>
          <p:nvPr/>
        </p:nvGrpSpPr>
        <p:grpSpPr>
          <a:xfrm>
            <a:off x="6096786" y="2947843"/>
            <a:ext cx="532650" cy="532650"/>
            <a:chOff x="16536830" y="1845872"/>
            <a:chExt cx="1065300" cy="1065300"/>
          </a:xfrm>
        </p:grpSpPr>
        <p:sp>
          <p:nvSpPr>
            <p:cNvPr id="244" name="Google Shape;244;p109"/>
            <p:cNvSpPr/>
            <p:nvPr/>
          </p:nvSpPr>
          <p:spPr>
            <a:xfrm>
              <a:off x="16536830" y="1845872"/>
              <a:ext cx="1065300" cy="1065300"/>
            </a:xfrm>
            <a:prstGeom prst="ellipse">
              <a:avLst/>
            </a:prstGeom>
            <a:solidFill>
              <a:schemeClr val="lt1"/>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45" name="Google Shape;245;p109"/>
            <p:cNvPicPr preferRelativeResize="0"/>
            <p:nvPr/>
          </p:nvPicPr>
          <p:blipFill rotWithShape="1">
            <a:blip r:embed="rId2">
              <a:alphaModFix/>
            </a:blip>
            <a:srcRect b="0" l="0" r="0" t="0"/>
            <a:stretch/>
          </p:blipFill>
          <p:spPr>
            <a:xfrm>
              <a:off x="16730018" y="2053039"/>
              <a:ext cx="648003" cy="648003"/>
            </a:xfrm>
            <a:prstGeom prst="rect">
              <a:avLst/>
            </a:prstGeom>
            <a:noFill/>
            <a:ln>
              <a:noFill/>
            </a:ln>
          </p:spPr>
        </p:pic>
      </p:grpSp>
      <p:grpSp>
        <p:nvGrpSpPr>
          <p:cNvPr id="246" name="Google Shape;246;p109"/>
          <p:cNvGrpSpPr/>
          <p:nvPr/>
        </p:nvGrpSpPr>
        <p:grpSpPr>
          <a:xfrm>
            <a:off x="6096786" y="1919985"/>
            <a:ext cx="532650" cy="532650"/>
            <a:chOff x="15011400" y="1845872"/>
            <a:chExt cx="1065300" cy="1065300"/>
          </a:xfrm>
        </p:grpSpPr>
        <p:sp>
          <p:nvSpPr>
            <p:cNvPr id="247" name="Google Shape;247;p109"/>
            <p:cNvSpPr/>
            <p:nvPr/>
          </p:nvSpPr>
          <p:spPr>
            <a:xfrm>
              <a:off x="15011400" y="1845872"/>
              <a:ext cx="1065300" cy="1065300"/>
            </a:xfrm>
            <a:prstGeom prst="ellipse">
              <a:avLst/>
            </a:prstGeom>
            <a:solidFill>
              <a:schemeClr val="lt1"/>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48" name="Google Shape;248;p109"/>
            <p:cNvPicPr preferRelativeResize="0"/>
            <p:nvPr/>
          </p:nvPicPr>
          <p:blipFill rotWithShape="1">
            <a:blip r:embed="rId3">
              <a:alphaModFix/>
            </a:blip>
            <a:srcRect b="0" l="0" r="0" t="0"/>
            <a:stretch/>
          </p:blipFill>
          <p:spPr>
            <a:xfrm flipH="1">
              <a:off x="15194692" y="2027399"/>
              <a:ext cx="684001" cy="684001"/>
            </a:xfrm>
            <a:prstGeom prst="rect">
              <a:avLst/>
            </a:prstGeom>
            <a:noFill/>
            <a:ln>
              <a:noFill/>
            </a:ln>
          </p:spPr>
        </p:pic>
      </p:grpSp>
      <p:grpSp>
        <p:nvGrpSpPr>
          <p:cNvPr id="249" name="Google Shape;249;p109"/>
          <p:cNvGrpSpPr/>
          <p:nvPr/>
        </p:nvGrpSpPr>
        <p:grpSpPr>
          <a:xfrm>
            <a:off x="6096786" y="3975701"/>
            <a:ext cx="532650" cy="532650"/>
            <a:chOff x="13558142" y="1845872"/>
            <a:chExt cx="1065300" cy="1065300"/>
          </a:xfrm>
        </p:grpSpPr>
        <p:sp>
          <p:nvSpPr>
            <p:cNvPr id="250" name="Google Shape;250;p109"/>
            <p:cNvSpPr/>
            <p:nvPr/>
          </p:nvSpPr>
          <p:spPr>
            <a:xfrm>
              <a:off x="13558142" y="1845872"/>
              <a:ext cx="1065300" cy="1065300"/>
            </a:xfrm>
            <a:prstGeom prst="ellipse">
              <a:avLst/>
            </a:prstGeom>
            <a:solidFill>
              <a:schemeClr val="lt1"/>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51" name="Google Shape;251;p109"/>
            <p:cNvPicPr preferRelativeResize="0"/>
            <p:nvPr/>
          </p:nvPicPr>
          <p:blipFill rotWithShape="1">
            <a:blip r:embed="rId4">
              <a:alphaModFix/>
            </a:blip>
            <a:srcRect b="0" l="0" r="0" t="0"/>
            <a:stretch/>
          </p:blipFill>
          <p:spPr>
            <a:xfrm>
              <a:off x="13765995" y="2072730"/>
              <a:ext cx="680387" cy="680387"/>
            </a:xfrm>
            <a:prstGeom prst="rect">
              <a:avLst/>
            </a:prstGeom>
            <a:noFill/>
            <a:ln>
              <a:noFill/>
            </a:ln>
          </p:spPr>
        </p:pic>
      </p:grpSp>
      <p:grpSp>
        <p:nvGrpSpPr>
          <p:cNvPr id="252" name="Google Shape;252;p109"/>
          <p:cNvGrpSpPr/>
          <p:nvPr/>
        </p:nvGrpSpPr>
        <p:grpSpPr>
          <a:xfrm>
            <a:off x="6096786" y="892126"/>
            <a:ext cx="532650" cy="532650"/>
            <a:chOff x="12027516" y="1845872"/>
            <a:chExt cx="1065300" cy="1065300"/>
          </a:xfrm>
        </p:grpSpPr>
        <p:sp>
          <p:nvSpPr>
            <p:cNvPr id="253" name="Google Shape;253;p109"/>
            <p:cNvSpPr/>
            <p:nvPr/>
          </p:nvSpPr>
          <p:spPr>
            <a:xfrm>
              <a:off x="12027516" y="1845872"/>
              <a:ext cx="1065300" cy="1065300"/>
            </a:xfrm>
            <a:prstGeom prst="ellipse">
              <a:avLst/>
            </a:prstGeom>
            <a:solidFill>
              <a:schemeClr val="lt1"/>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54" name="Google Shape;254;p109"/>
            <p:cNvPicPr preferRelativeResize="0"/>
            <p:nvPr/>
          </p:nvPicPr>
          <p:blipFill rotWithShape="1">
            <a:blip r:embed="rId5">
              <a:alphaModFix/>
            </a:blip>
            <a:srcRect b="0" l="0" r="0" t="0"/>
            <a:stretch/>
          </p:blipFill>
          <p:spPr>
            <a:xfrm>
              <a:off x="12195083" y="1976776"/>
              <a:ext cx="724262" cy="724262"/>
            </a:xfrm>
            <a:prstGeom prst="rect">
              <a:avLst/>
            </a:prstGeom>
            <a:noFill/>
            <a:ln>
              <a:noFill/>
            </a:ln>
          </p:spPr>
        </p:pic>
      </p:grpSp>
      <p:sp>
        <p:nvSpPr>
          <p:cNvPr id="255" name="Google Shape;255;p109"/>
          <p:cNvSpPr txBox="1"/>
          <p:nvPr/>
        </p:nvSpPr>
        <p:spPr>
          <a:xfrm>
            <a:off x="2496040" y="895350"/>
            <a:ext cx="2027400" cy="237000"/>
          </a:xfrm>
          <a:prstGeom prst="rect">
            <a:avLst/>
          </a:prstGeom>
          <a:noFill/>
          <a:ln>
            <a:noFill/>
          </a:ln>
        </p:spPr>
        <p:txBody>
          <a:bodyPr anchorCtr="0" anchor="t" bIns="22850" lIns="45000" spcFirstLastPara="1" rIns="45725" wrap="square" tIns="22850">
            <a:noAutofit/>
          </a:bodyPr>
          <a:lstStyle/>
          <a:p>
            <a:pPr indent="0" lvl="0" marL="0" marR="0" rtl="0" algn="l">
              <a:lnSpc>
                <a:spcPct val="90000"/>
              </a:lnSpc>
              <a:spcBef>
                <a:spcPts val="0"/>
              </a:spcBef>
              <a:spcAft>
                <a:spcPts val="0"/>
              </a:spcAft>
              <a:buClr>
                <a:schemeClr val="accent4"/>
              </a:buClr>
              <a:buSzPts val="1400"/>
              <a:buFont typeface="Calibri"/>
              <a:buNone/>
            </a:pPr>
            <a:r>
              <a:rPr b="1" i="0" lang="vi" sz="1400" u="none" cap="none" strike="noStrike">
                <a:solidFill>
                  <a:schemeClr val="accent4"/>
                </a:solidFill>
                <a:latin typeface="Calibri"/>
                <a:ea typeface="Calibri"/>
                <a:cs typeface="Calibri"/>
                <a:sym typeface="Calibri"/>
              </a:rPr>
              <a:t>VMO ACTIVITIES</a:t>
            </a:r>
            <a:endParaRPr b="0" i="0" sz="700" u="none" cap="none" strike="noStrike">
              <a:solidFill>
                <a:srgbClr val="000000"/>
              </a:solidFill>
              <a:latin typeface="Arial"/>
              <a:ea typeface="Arial"/>
              <a:cs typeface="Arial"/>
              <a:sym typeface="Arial"/>
            </a:endParaRPr>
          </a:p>
        </p:txBody>
      </p:sp>
      <p:sp>
        <p:nvSpPr>
          <p:cNvPr id="256" name="Google Shape;256;p109"/>
          <p:cNvSpPr txBox="1"/>
          <p:nvPr/>
        </p:nvSpPr>
        <p:spPr>
          <a:xfrm>
            <a:off x="2496040" y="3129971"/>
            <a:ext cx="2803500" cy="228600"/>
          </a:xfrm>
          <a:prstGeom prst="rect">
            <a:avLst/>
          </a:prstGeom>
          <a:noFill/>
          <a:ln>
            <a:noFill/>
          </a:ln>
        </p:spPr>
        <p:txBody>
          <a:bodyPr anchorCtr="0" anchor="t" bIns="22850" lIns="45000" spcFirstLastPara="1" rIns="45725" wrap="square" tIns="22850">
            <a:noAutofit/>
          </a:bodyPr>
          <a:lstStyle/>
          <a:p>
            <a:pPr indent="0" lvl="0" marL="0" marR="0" rtl="0" algn="l">
              <a:lnSpc>
                <a:spcPct val="90000"/>
              </a:lnSpc>
              <a:spcBef>
                <a:spcPts val="0"/>
              </a:spcBef>
              <a:spcAft>
                <a:spcPts val="0"/>
              </a:spcAft>
              <a:buClr>
                <a:schemeClr val="accent4"/>
              </a:buClr>
              <a:buSzPts val="1400"/>
              <a:buFont typeface="Calibri"/>
              <a:buNone/>
            </a:pPr>
            <a:r>
              <a:rPr b="1" i="0" lang="vi" sz="1400" u="none" cap="none" strike="noStrike">
                <a:solidFill>
                  <a:schemeClr val="accent4"/>
                </a:solidFill>
                <a:latin typeface="Calibri"/>
                <a:ea typeface="Calibri"/>
                <a:cs typeface="Calibri"/>
                <a:sym typeface="Calibri"/>
              </a:rPr>
              <a:t>STANDARDS &amp; TOOLS</a:t>
            </a:r>
            <a:endParaRPr b="0" i="0" sz="700" u="none" cap="none" strike="noStrike">
              <a:solidFill>
                <a:srgbClr val="000000"/>
              </a:solidFill>
              <a:latin typeface="Arial"/>
              <a:ea typeface="Arial"/>
              <a:cs typeface="Arial"/>
              <a:sym typeface="Arial"/>
            </a:endParaRPr>
          </a:p>
        </p:txBody>
      </p:sp>
      <p:cxnSp>
        <p:nvCxnSpPr>
          <p:cNvPr id="257" name="Google Shape;257;p109"/>
          <p:cNvCxnSpPr/>
          <p:nvPr/>
        </p:nvCxnSpPr>
        <p:spPr>
          <a:xfrm>
            <a:off x="2409645" y="906521"/>
            <a:ext cx="0" cy="4033200"/>
          </a:xfrm>
          <a:prstGeom prst="straightConnector1">
            <a:avLst/>
          </a:prstGeom>
          <a:noFill/>
          <a:ln cap="flat" cmpd="sng" w="19050">
            <a:solidFill>
              <a:srgbClr val="E5E5E8"/>
            </a:solidFill>
            <a:prstDash val="solid"/>
            <a:miter lim="800000"/>
            <a:headEnd len="sm" w="sm" type="none"/>
            <a:tailEnd len="sm" w="sm" type="none"/>
          </a:ln>
        </p:spPr>
      </p:cxnSp>
      <p:sp>
        <p:nvSpPr>
          <p:cNvPr id="258" name="Google Shape;258;p109"/>
          <p:cNvSpPr txBox="1"/>
          <p:nvPr>
            <p:ph idx="3" type="body"/>
          </p:nvPr>
        </p:nvSpPr>
        <p:spPr>
          <a:xfrm>
            <a:off x="2553088" y="1263882"/>
            <a:ext cx="3123000" cy="2147100"/>
          </a:xfrm>
          <a:prstGeom prst="rect">
            <a:avLst/>
          </a:prstGeom>
          <a:noFill/>
          <a:ln>
            <a:noFill/>
          </a:ln>
        </p:spPr>
        <p:txBody>
          <a:bodyPr anchorCtr="0" anchor="t" bIns="72000" lIns="0" spcFirstLastPara="1" rIns="72000" wrap="square" tIns="0">
            <a:noAutofit/>
          </a:bodyPr>
          <a:lstStyle>
            <a:lvl1pPr indent="-228600" lvl="0" marL="457200" marR="0" rtl="0" algn="l">
              <a:lnSpc>
                <a:spcPct val="90000"/>
              </a:lnSpc>
              <a:spcBef>
                <a:spcPts val="400"/>
              </a:spcBef>
              <a:spcAft>
                <a:spcPts val="0"/>
              </a:spcAft>
              <a:buClr>
                <a:srgbClr val="1D94C9"/>
              </a:buClr>
              <a:buSzPts val="1400"/>
              <a:buFont typeface="Arial"/>
              <a:buNone/>
              <a:defRPr b="0" i="0" sz="9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59" name="Google Shape;259;p109"/>
          <p:cNvSpPr txBox="1"/>
          <p:nvPr>
            <p:ph idx="4" type="body"/>
          </p:nvPr>
        </p:nvSpPr>
        <p:spPr>
          <a:xfrm>
            <a:off x="2553088" y="3486597"/>
            <a:ext cx="3123900" cy="1072200"/>
          </a:xfrm>
          <a:prstGeom prst="rect">
            <a:avLst/>
          </a:prstGeom>
          <a:noFill/>
          <a:ln>
            <a:noFill/>
          </a:ln>
        </p:spPr>
        <p:txBody>
          <a:bodyPr anchorCtr="0" anchor="t" bIns="72000" lIns="0" spcFirstLastPara="1" rIns="72000" wrap="square" tIns="0">
            <a:noAutofit/>
          </a:bodyPr>
          <a:lstStyle>
            <a:lvl1pPr indent="-317500" lvl="0" marL="457200" marR="0" rtl="0" algn="l">
              <a:lnSpc>
                <a:spcPct val="90000"/>
              </a:lnSpc>
              <a:spcBef>
                <a:spcPts val="0"/>
              </a:spcBef>
              <a:spcAft>
                <a:spcPts val="0"/>
              </a:spcAft>
              <a:buClr>
                <a:srgbClr val="1D94C9"/>
              </a:buClr>
              <a:buSzPts val="1400"/>
              <a:buFont typeface="Arial"/>
              <a:buChar char="•"/>
              <a:defRPr b="0" i="0" sz="9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0" name="Google Shape;260;p109"/>
          <p:cNvSpPr txBox="1"/>
          <p:nvPr>
            <p:ph idx="5" type="body"/>
          </p:nvPr>
        </p:nvSpPr>
        <p:spPr>
          <a:xfrm>
            <a:off x="317792" y="2165645"/>
            <a:ext cx="1936200" cy="2012100"/>
          </a:xfrm>
          <a:prstGeom prst="rect">
            <a:avLst/>
          </a:prstGeom>
          <a:noFill/>
          <a:ln>
            <a:noFill/>
          </a:ln>
        </p:spPr>
        <p:txBody>
          <a:bodyPr anchorCtr="0" anchor="t" bIns="72000" lIns="0" spcFirstLastPara="1" rIns="72000" wrap="square" tIns="0">
            <a:noAutofit/>
          </a:bodyPr>
          <a:lstStyle>
            <a:lvl1pPr indent="-228600" lvl="0" marL="457200" marR="0" rtl="0" algn="l">
              <a:lnSpc>
                <a:spcPct val="90000"/>
              </a:lnSpc>
              <a:spcBef>
                <a:spcPts val="0"/>
              </a:spcBef>
              <a:spcAft>
                <a:spcPts val="0"/>
              </a:spcAft>
              <a:buClr>
                <a:srgbClr val="1D94C9"/>
              </a:buClr>
              <a:buSzPts val="1400"/>
              <a:buFont typeface="Arial"/>
              <a:buNone/>
              <a:defRPr b="0" i="0" sz="9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1" name="Google Shape;261;p109"/>
          <p:cNvSpPr txBox="1"/>
          <p:nvPr>
            <p:ph idx="6" type="body"/>
          </p:nvPr>
        </p:nvSpPr>
        <p:spPr>
          <a:xfrm>
            <a:off x="5889931" y="1504950"/>
            <a:ext cx="968100" cy="211800"/>
          </a:xfrm>
          <a:prstGeom prst="rect">
            <a:avLst/>
          </a:prstGeom>
          <a:noFill/>
          <a:ln>
            <a:noFill/>
          </a:ln>
        </p:spPr>
        <p:txBody>
          <a:bodyPr anchorCtr="0" anchor="t" bIns="72000" lIns="0" spcFirstLastPara="1" rIns="72000" wrap="square" tIns="0">
            <a:noAutofit/>
          </a:bodyPr>
          <a:lstStyle>
            <a:lvl1pPr indent="-228600" lvl="0" marL="457200" marR="0" rtl="0" algn="ctr">
              <a:lnSpc>
                <a:spcPct val="90000"/>
              </a:lnSpc>
              <a:spcBef>
                <a:spcPts val="0"/>
              </a:spcBef>
              <a:spcAft>
                <a:spcPts val="0"/>
              </a:spcAft>
              <a:buClr>
                <a:srgbClr val="1D94C9"/>
              </a:buClr>
              <a:buSzPts val="1400"/>
              <a:buFont typeface="Arial"/>
              <a:buNone/>
              <a:defRPr b="1" i="0" sz="900" u="none" cap="none" strike="noStrike">
                <a:solidFill>
                  <a:schemeClr val="l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2" name="Google Shape;262;p109"/>
          <p:cNvSpPr txBox="1"/>
          <p:nvPr>
            <p:ph idx="7" type="body"/>
          </p:nvPr>
        </p:nvSpPr>
        <p:spPr>
          <a:xfrm>
            <a:off x="5889931" y="2535588"/>
            <a:ext cx="968100" cy="211800"/>
          </a:xfrm>
          <a:prstGeom prst="rect">
            <a:avLst/>
          </a:prstGeom>
          <a:noFill/>
          <a:ln>
            <a:noFill/>
          </a:ln>
        </p:spPr>
        <p:txBody>
          <a:bodyPr anchorCtr="0" anchor="t" bIns="72000" lIns="0" spcFirstLastPara="1" rIns="72000" wrap="square" tIns="0">
            <a:noAutofit/>
          </a:bodyPr>
          <a:lstStyle>
            <a:lvl1pPr indent="-228600" lvl="0" marL="457200" marR="0" rtl="0" algn="ctr">
              <a:lnSpc>
                <a:spcPct val="90000"/>
              </a:lnSpc>
              <a:spcBef>
                <a:spcPts val="0"/>
              </a:spcBef>
              <a:spcAft>
                <a:spcPts val="0"/>
              </a:spcAft>
              <a:buClr>
                <a:srgbClr val="1D94C9"/>
              </a:buClr>
              <a:buSzPts val="1400"/>
              <a:buFont typeface="Arial"/>
              <a:buNone/>
              <a:defRPr b="1" i="0" sz="900" u="none" cap="none" strike="noStrike">
                <a:solidFill>
                  <a:schemeClr val="l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3" name="Google Shape;263;p109"/>
          <p:cNvSpPr txBox="1"/>
          <p:nvPr>
            <p:ph idx="8" type="body"/>
          </p:nvPr>
        </p:nvSpPr>
        <p:spPr>
          <a:xfrm>
            <a:off x="5889931" y="3558475"/>
            <a:ext cx="968100" cy="211800"/>
          </a:xfrm>
          <a:prstGeom prst="rect">
            <a:avLst/>
          </a:prstGeom>
          <a:noFill/>
          <a:ln>
            <a:noFill/>
          </a:ln>
        </p:spPr>
        <p:txBody>
          <a:bodyPr anchorCtr="0" anchor="t" bIns="72000" lIns="0" spcFirstLastPara="1" rIns="72000" wrap="square" tIns="0">
            <a:noAutofit/>
          </a:bodyPr>
          <a:lstStyle>
            <a:lvl1pPr indent="-228600" lvl="0" marL="457200" marR="0" rtl="0" algn="ctr">
              <a:lnSpc>
                <a:spcPct val="90000"/>
              </a:lnSpc>
              <a:spcBef>
                <a:spcPts val="0"/>
              </a:spcBef>
              <a:spcAft>
                <a:spcPts val="0"/>
              </a:spcAft>
              <a:buClr>
                <a:srgbClr val="1D94C9"/>
              </a:buClr>
              <a:buSzPts val="1400"/>
              <a:buFont typeface="Arial"/>
              <a:buNone/>
              <a:defRPr b="1" i="0" sz="900" u="none" cap="none" strike="noStrike">
                <a:solidFill>
                  <a:schemeClr val="l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4" name="Google Shape;264;p109"/>
          <p:cNvSpPr txBox="1"/>
          <p:nvPr>
            <p:ph idx="9" type="body"/>
          </p:nvPr>
        </p:nvSpPr>
        <p:spPr>
          <a:xfrm>
            <a:off x="5889931" y="4589113"/>
            <a:ext cx="968100" cy="211800"/>
          </a:xfrm>
          <a:prstGeom prst="rect">
            <a:avLst/>
          </a:prstGeom>
          <a:noFill/>
          <a:ln>
            <a:noFill/>
          </a:ln>
        </p:spPr>
        <p:txBody>
          <a:bodyPr anchorCtr="0" anchor="t" bIns="72000" lIns="0" spcFirstLastPara="1" rIns="72000" wrap="square" tIns="0">
            <a:noAutofit/>
          </a:bodyPr>
          <a:lstStyle>
            <a:lvl1pPr indent="-228600" lvl="0" marL="457200" marR="0" rtl="0" algn="ctr">
              <a:lnSpc>
                <a:spcPct val="90000"/>
              </a:lnSpc>
              <a:spcBef>
                <a:spcPts val="0"/>
              </a:spcBef>
              <a:spcAft>
                <a:spcPts val="0"/>
              </a:spcAft>
              <a:buClr>
                <a:srgbClr val="1D94C9"/>
              </a:buClr>
              <a:buSzPts val="1400"/>
              <a:buFont typeface="Arial"/>
              <a:buNone/>
              <a:defRPr b="1" i="0" sz="900" u="none" cap="none" strike="noStrike">
                <a:solidFill>
                  <a:schemeClr val="l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5" name="Google Shape;265;p109"/>
          <p:cNvSpPr txBox="1"/>
          <p:nvPr>
            <p:ph idx="13" type="body"/>
          </p:nvPr>
        </p:nvSpPr>
        <p:spPr>
          <a:xfrm>
            <a:off x="7141882" y="1832526"/>
            <a:ext cx="1850100" cy="3194100"/>
          </a:xfrm>
          <a:prstGeom prst="rect">
            <a:avLst/>
          </a:prstGeom>
          <a:noFill/>
          <a:ln>
            <a:noFill/>
          </a:ln>
        </p:spPr>
        <p:txBody>
          <a:bodyPr anchorCtr="0" anchor="t" bIns="72000" lIns="0" spcFirstLastPara="1" rIns="72000" wrap="square" tIns="0">
            <a:noAutofit/>
          </a:bodyPr>
          <a:lstStyle>
            <a:lvl1pPr indent="-323850" lvl="0" marL="457200" marR="0" rtl="0" algn="l">
              <a:lnSpc>
                <a:spcPct val="90000"/>
              </a:lnSpc>
              <a:spcBef>
                <a:spcPts val="700"/>
              </a:spcBef>
              <a:spcAft>
                <a:spcPts val="0"/>
              </a:spcAft>
              <a:buClr>
                <a:schemeClr val="accent1"/>
              </a:buClr>
              <a:buSzPts val="1500"/>
              <a:buFont typeface="Merriweather Sans"/>
              <a:buChar char="▸"/>
              <a:defRPr b="0" i="0" sz="10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66" name="Google Shape;266;p10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Grey Background">
  <p:cSld name="Left Image Grey Background">
    <p:spTree>
      <p:nvGrpSpPr>
        <p:cNvPr id="267" name="Shape 267"/>
        <p:cNvGrpSpPr/>
        <p:nvPr/>
      </p:nvGrpSpPr>
      <p:grpSpPr>
        <a:xfrm>
          <a:off x="0" y="0"/>
          <a:ext cx="0" cy="0"/>
          <a:chOff x="0" y="0"/>
          <a:chExt cx="0" cy="0"/>
        </a:xfrm>
      </p:grpSpPr>
      <p:sp>
        <p:nvSpPr>
          <p:cNvPr id="268" name="Google Shape;268;p110"/>
          <p:cNvSpPr/>
          <p:nvPr/>
        </p:nvSpPr>
        <p:spPr>
          <a:xfrm>
            <a:off x="0" y="728314"/>
            <a:ext cx="9144000" cy="4415100"/>
          </a:xfrm>
          <a:prstGeom prst="rect">
            <a:avLst/>
          </a:prstGeom>
          <a:solidFill>
            <a:srgbClr val="E5E5E8"/>
          </a:solidFill>
          <a:ln>
            <a:noFill/>
          </a:ln>
        </p:spPr>
        <p:txBody>
          <a:bodyPr anchorCtr="0" anchor="ctr" bIns="22850" lIns="72000" spcFirstLastPara="1" rIns="72000" wrap="square" tIns="2285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269" name="Google Shape;269;p110"/>
          <p:cNvSpPr/>
          <p:nvPr>
            <p:ph idx="2" type="pic"/>
          </p:nvPr>
        </p:nvSpPr>
        <p:spPr>
          <a:xfrm>
            <a:off x="282685" y="1137850"/>
            <a:ext cx="2803500" cy="3796200"/>
          </a:xfrm>
          <a:prstGeom prst="rect">
            <a:avLst/>
          </a:prstGeom>
          <a:noFill/>
          <a:ln>
            <a:noFill/>
          </a:ln>
        </p:spPr>
      </p:sp>
      <p:sp>
        <p:nvSpPr>
          <p:cNvPr id="270" name="Google Shape;270;p110"/>
          <p:cNvSpPr txBox="1"/>
          <p:nvPr>
            <p:ph idx="1" type="body"/>
          </p:nvPr>
        </p:nvSpPr>
        <p:spPr>
          <a:xfrm>
            <a:off x="781297" y="101240"/>
            <a:ext cx="7202400" cy="26070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1800"/>
              <a:buFont typeface="Arial"/>
              <a:buNone/>
              <a:defRPr b="1" i="0" sz="1800" u="none" cap="none" strike="noStrike">
                <a:solidFill>
                  <a:srgbClr val="043962"/>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71" name="Google Shape;271;p110"/>
          <p:cNvSpPr txBox="1"/>
          <p:nvPr>
            <p:ph idx="3" type="body"/>
          </p:nvPr>
        </p:nvSpPr>
        <p:spPr>
          <a:xfrm>
            <a:off x="781297" y="448441"/>
            <a:ext cx="7202400" cy="25650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1200"/>
              <a:buFont typeface="Arial"/>
              <a:buNone/>
              <a:defRPr b="1" i="0" sz="1200" u="none" cap="none" strike="noStrike">
                <a:solidFill>
                  <a:schemeClr val="l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72" name="Google Shape;272;p1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300" u="none" cap="none" strike="noStrike">
                <a:solidFill>
                  <a:srgbClr val="04396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9"/>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chemeClr val="dk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vi"/>
              <a:t>‹#›</a:t>
            </a:fld>
            <a:r>
              <a:rPr lang="vi"/>
              <a:t> | ALTEN VMO</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16.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10.png"/><Relationship Id="rId7" Type="http://schemas.openxmlformats.org/officeDocument/2006/relationships/image" Target="../media/image15.png"/><Relationship Id="rId8" Type="http://schemas.openxmlformats.org/officeDocument/2006/relationships/image" Target="../media/image13.png"/><Relationship Id="rId9" Type="http://schemas.openxmlformats.org/officeDocument/2006/relationships/image" Target="../media/image9.png"/><Relationship Id="rId10" Type="http://schemas.openxmlformats.org/officeDocument/2006/relationships/image" Target="../media/image12.png"/><Relationship Id="rId11" Type="http://schemas.openxmlformats.org/officeDocument/2006/relationships/image" Target="../media/image25.png"/><Relationship Id="rId12"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3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30.png"/><Relationship Id="rId10" Type="http://schemas.openxmlformats.org/officeDocument/2006/relationships/image" Target="../media/image32.png"/><Relationship Id="rId11"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5.jpg"/><Relationship Id="rId5" Type="http://schemas.openxmlformats.org/officeDocument/2006/relationships/image" Target="../media/image33.jpg"/><Relationship Id="rId6"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5.jpg"/><Relationship Id="rId4" Type="http://schemas.openxmlformats.org/officeDocument/2006/relationships/image" Target="../media/image33.jpg"/><Relationship Id="rId5" Type="http://schemas.openxmlformats.org/officeDocument/2006/relationships/image" Target="../media/image3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A aerial view of a highway&#10;&#10;AI-generated content may be incorrect." id="277" name="Google Shape;277;p2"/>
          <p:cNvPicPr preferRelativeResize="0"/>
          <p:nvPr>
            <p:ph idx="2" type="pic"/>
          </p:nvPr>
        </p:nvPicPr>
        <p:blipFill rotWithShape="1">
          <a:blip r:embed="rId3">
            <a:alphaModFix/>
          </a:blip>
          <a:srcRect b="0" l="0" r="0" t="0"/>
          <a:stretch/>
        </p:blipFill>
        <p:spPr>
          <a:xfrm>
            <a:off x="0" y="0"/>
            <a:ext cx="9144001" cy="4718425"/>
          </a:xfrm>
          <a:prstGeom prst="rect">
            <a:avLst/>
          </a:prstGeom>
          <a:noFill/>
          <a:ln>
            <a:noFill/>
          </a:ln>
        </p:spPr>
      </p:pic>
      <p:sp>
        <p:nvSpPr>
          <p:cNvPr id="278" name="Google Shape;278;p2"/>
          <p:cNvSpPr/>
          <p:nvPr/>
        </p:nvSpPr>
        <p:spPr>
          <a:xfrm>
            <a:off x="0" y="8725"/>
            <a:ext cx="9144000" cy="4709700"/>
          </a:xfrm>
          <a:prstGeom prst="rect">
            <a:avLst/>
          </a:prstGeom>
          <a:solidFill>
            <a:srgbClr val="063C67">
              <a:alpha val="47843"/>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279" name="Google Shape;279;p2"/>
          <p:cNvSpPr txBox="1"/>
          <p:nvPr/>
        </p:nvSpPr>
        <p:spPr>
          <a:xfrm>
            <a:off x="863451" y="1694400"/>
            <a:ext cx="7982400" cy="1323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4000"/>
              <a:buFont typeface="Arial"/>
              <a:buNone/>
            </a:pPr>
            <a:r>
              <a:rPr b="1" i="0" lang="vi" sz="4000" u="none" cap="none" strike="noStrike">
                <a:solidFill>
                  <a:srgbClr val="FFFFFF"/>
                </a:solidFill>
                <a:latin typeface="Chakra Petch"/>
                <a:ea typeface="Chakra Petch"/>
                <a:cs typeface="Chakra Petch"/>
                <a:sym typeface="Chakra Petch"/>
              </a:rPr>
              <a:t>提案書 </a:t>
            </a:r>
            <a:endParaRPr b="1" i="0" sz="4000" u="none" cap="none" strike="noStrike">
              <a:solidFill>
                <a:srgbClr val="FFFFFF"/>
              </a:solidFill>
              <a:latin typeface="Chakra Petch"/>
              <a:ea typeface="Chakra Petch"/>
              <a:cs typeface="Chakra Petch"/>
              <a:sym typeface="Chakra Petch"/>
            </a:endParaRPr>
          </a:p>
          <a:p>
            <a:pPr indent="0" lvl="0" marL="0" marR="0" rtl="0" algn="l">
              <a:lnSpc>
                <a:spcPct val="115000"/>
              </a:lnSpc>
              <a:spcBef>
                <a:spcPts val="0"/>
              </a:spcBef>
              <a:spcAft>
                <a:spcPts val="0"/>
              </a:spcAft>
              <a:buClr>
                <a:srgbClr val="000000"/>
              </a:buClr>
              <a:buSzPts val="4000"/>
              <a:buFont typeface="Arial"/>
              <a:buNone/>
            </a:pPr>
            <a:r>
              <a:rPr b="1" i="0" lang="vi" sz="4000" u="none" cap="none" strike="noStrike">
                <a:solidFill>
                  <a:srgbClr val="FFFFFF"/>
                </a:solidFill>
                <a:latin typeface="Chakra Petch"/>
                <a:ea typeface="Chakra Petch"/>
                <a:cs typeface="Chakra Petch"/>
                <a:sym typeface="Chakra Petch"/>
              </a:rPr>
              <a:t>ODCモデル – 富士フイルム</a:t>
            </a:r>
            <a:endParaRPr b="1" i="0" sz="4000" u="none" cap="none" strike="noStrike">
              <a:solidFill>
                <a:srgbClr val="FFFFFF"/>
              </a:solidFill>
              <a:latin typeface="Chakra Petch"/>
              <a:ea typeface="Chakra Petch"/>
              <a:cs typeface="Chakra Petch"/>
              <a:sym typeface="Chakra Petch"/>
            </a:endParaRPr>
          </a:p>
        </p:txBody>
      </p:sp>
      <p:sp>
        <p:nvSpPr>
          <p:cNvPr id="280" name="Google Shape;280;p2"/>
          <p:cNvSpPr txBox="1"/>
          <p:nvPr/>
        </p:nvSpPr>
        <p:spPr>
          <a:xfrm>
            <a:off x="863457" y="3351381"/>
            <a:ext cx="3105300" cy="200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300"/>
              <a:buFont typeface="Arial"/>
              <a:buNone/>
            </a:pPr>
            <a:r>
              <a:rPr b="0" i="0" lang="vi" sz="1300" u="none" cap="none" strike="noStrike">
                <a:solidFill>
                  <a:srgbClr val="FFFFFF"/>
                </a:solidFill>
                <a:latin typeface="Chakra Petch"/>
                <a:ea typeface="Chakra Petch"/>
                <a:cs typeface="Chakra Petch"/>
                <a:sym typeface="Chakra Petch"/>
              </a:rPr>
              <a:t>あなたの信頼できるITサービスパートナー</a:t>
            </a:r>
            <a:endParaRPr b="0" i="0" sz="700" u="none" cap="none" strike="noStrike">
              <a:solidFill>
                <a:srgbClr val="000000"/>
              </a:solidFill>
              <a:latin typeface="Chakra Petch"/>
              <a:ea typeface="Chakra Petch"/>
              <a:cs typeface="Chakra Petch"/>
              <a:sym typeface="Chakra Petch"/>
            </a:endParaRPr>
          </a:p>
        </p:txBody>
      </p:sp>
      <p:sp>
        <p:nvSpPr>
          <p:cNvPr id="281" name="Google Shape;281;p2"/>
          <p:cNvSpPr txBox="1"/>
          <p:nvPr/>
        </p:nvSpPr>
        <p:spPr>
          <a:xfrm>
            <a:off x="863450" y="3101950"/>
            <a:ext cx="4406400" cy="58500"/>
          </a:xfrm>
          <a:prstGeom prst="rect">
            <a:avLst/>
          </a:prstGeom>
          <a:gradFill>
            <a:gsLst>
              <a:gs pos="0">
                <a:srgbClr val="063C67"/>
              </a:gs>
              <a:gs pos="48000">
                <a:srgbClr val="1D93C9"/>
              </a:gs>
              <a:gs pos="100000">
                <a:srgbClr val="FFDA65"/>
              </a:gs>
            </a:gsLst>
            <a:lin ang="0" scaled="0"/>
          </a:gradFill>
          <a:ln>
            <a:noFill/>
          </a:ln>
        </p:spPr>
        <p:txBody>
          <a:bodyPr anchorCtr="0" anchor="ctr" bIns="72000" lIns="91425" spcFirstLastPara="1" rIns="91425" wrap="square" tIns="72000">
            <a:noAutofit/>
          </a:bodyPr>
          <a:lstStyle/>
          <a:p>
            <a:pPr indent="0" lvl="0" marL="0" marR="0" rtl="0" algn="ctr">
              <a:lnSpc>
                <a:spcPct val="9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
          <p:cNvSpPr txBox="1"/>
          <p:nvPr/>
        </p:nvSpPr>
        <p:spPr>
          <a:xfrm>
            <a:off x="863457" y="3798556"/>
            <a:ext cx="3105300" cy="702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300"/>
              <a:buFont typeface="Arial"/>
              <a:buNone/>
            </a:pPr>
            <a:r>
              <a:rPr b="0" i="0" lang="vi" sz="1200" u="none" cap="none" strike="noStrike">
                <a:solidFill>
                  <a:srgbClr val="FFFFFF"/>
                </a:solidFill>
                <a:latin typeface="Chakra Petch"/>
                <a:ea typeface="Chakra Petch"/>
                <a:cs typeface="Chakra Petch"/>
                <a:sym typeface="Chakra Petch"/>
              </a:rPr>
              <a:t>バージョン: 1.0</a:t>
            </a:r>
            <a:endParaRPr b="0" i="0" sz="1200" u="none" cap="none" strike="noStrike">
              <a:solidFill>
                <a:srgbClr val="FFFFFF"/>
              </a:solidFill>
              <a:latin typeface="Chakra Petch"/>
              <a:ea typeface="Chakra Petch"/>
              <a:cs typeface="Chakra Petch"/>
              <a:sym typeface="Chakra Petch"/>
            </a:endParaRPr>
          </a:p>
          <a:p>
            <a:pPr indent="0" lvl="0" marL="0" marR="0" rtl="0" algn="just">
              <a:lnSpc>
                <a:spcPct val="140000"/>
              </a:lnSpc>
              <a:spcBef>
                <a:spcPts val="0"/>
              </a:spcBef>
              <a:spcAft>
                <a:spcPts val="0"/>
              </a:spcAft>
              <a:buClr>
                <a:srgbClr val="000000"/>
              </a:buClr>
              <a:buSzPts val="1300"/>
              <a:buFont typeface="Arial"/>
              <a:buNone/>
            </a:pPr>
            <a:r>
              <a:rPr b="0" i="0" lang="vi" sz="1200" u="none" cap="none" strike="noStrike">
                <a:solidFill>
                  <a:srgbClr val="FFFFFF"/>
                </a:solidFill>
                <a:latin typeface="Chakra Petch"/>
                <a:ea typeface="Chakra Petch"/>
                <a:cs typeface="Chakra Petch"/>
                <a:sym typeface="Chakra Petch"/>
              </a:rPr>
              <a:t>作成日: 2026年5月</a:t>
            </a:r>
            <a:endParaRPr b="0" i="0" sz="1200" u="none" cap="none" strike="noStrike">
              <a:solidFill>
                <a:srgbClr val="FFFFFF"/>
              </a:solidFill>
              <a:latin typeface="Chakra Petch"/>
              <a:ea typeface="Chakra Petch"/>
              <a:cs typeface="Chakra Petch"/>
              <a:sym typeface="Chakra Petch"/>
            </a:endParaRPr>
          </a:p>
          <a:p>
            <a:pPr indent="0" lvl="0" marL="0" marR="0" rtl="0" algn="just">
              <a:lnSpc>
                <a:spcPct val="140000"/>
              </a:lnSpc>
              <a:spcBef>
                <a:spcPts val="0"/>
              </a:spcBef>
              <a:spcAft>
                <a:spcPts val="0"/>
              </a:spcAft>
              <a:buClr>
                <a:srgbClr val="000000"/>
              </a:buClr>
              <a:buSzPts val="1300"/>
              <a:buFont typeface="Arial"/>
              <a:buNone/>
            </a:pPr>
            <a:r>
              <a:rPr b="0" i="0" lang="vi" sz="1200" u="none" cap="none" strike="noStrike">
                <a:solidFill>
                  <a:srgbClr val="FFFFFF"/>
                </a:solidFill>
                <a:latin typeface="Chakra Petch"/>
                <a:ea typeface="Chakra Petch"/>
                <a:cs typeface="Chakra Petch"/>
                <a:sym typeface="Chakra Petch"/>
              </a:rPr>
              <a:t>作成者: VMO Holdings</a:t>
            </a:r>
            <a:endParaRPr b="0" i="0" sz="600" u="none" cap="none" strike="noStrike">
              <a:solidFill>
                <a:srgbClr val="000000"/>
              </a:solidFill>
              <a:latin typeface="Chakra Petch"/>
              <a:ea typeface="Chakra Petch"/>
              <a:cs typeface="Chakra Petch"/>
              <a:sym typeface="Chakra Petch"/>
            </a:endParaRPr>
          </a:p>
        </p:txBody>
      </p:sp>
      <p:sp>
        <p:nvSpPr>
          <p:cNvPr id="283" name="Google Shape;283;p2"/>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000"/>
              <a:buFont typeface="Arial"/>
              <a:buNone/>
            </a:pPr>
            <a:fld id="{00000000-1234-1234-1234-123412341234}" type="slidenum">
              <a:rPr lang="vi"/>
              <a:t>‹#›</a:t>
            </a:fld>
            <a:r>
              <a:rPr lang="vi"/>
              <a:t/>
            </a:r>
            <a:endParaRPr/>
          </a:p>
        </p:txBody>
      </p:sp>
      <p:sp>
        <p:nvSpPr>
          <p:cNvPr id="284" name="Google Shape;284;p2"/>
          <p:cNvSpPr txBox="1"/>
          <p:nvPr/>
        </p:nvSpPr>
        <p:spPr>
          <a:xfrm>
            <a:off x="863450" y="1267225"/>
            <a:ext cx="5832600" cy="580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700"/>
              <a:buFont typeface="Arial"/>
              <a:buNone/>
            </a:pPr>
            <a:r>
              <a:rPr b="0" i="0" lang="vi" sz="1800" u="none" cap="none" strike="noStrike">
                <a:solidFill>
                  <a:srgbClr val="FFFFFF"/>
                </a:solidFill>
                <a:latin typeface="Chakra Petch"/>
                <a:ea typeface="Chakra Petch"/>
                <a:cs typeface="Chakra Petch"/>
                <a:sym typeface="Chakra Petch"/>
              </a:rPr>
              <a:t/>
            </a:r>
            <a:r>
              <a:rPr b="1" i="0" lang="vi" sz="1800" u="none" cap="none" strike="noStrike">
                <a:solidFill>
                  <a:srgbClr val="FFFFFF"/>
                </a:solidFill>
                <a:latin typeface="Chakra Petch"/>
                <a:ea typeface="Chakra Petch"/>
                <a:cs typeface="Chakra Petch"/>
                <a:sym typeface="Chakra Petch"/>
              </a:rPr>
              <a:t/>
            </a:r>
            <a:endParaRPr b="1" i="0" sz="1800" u="none" cap="none" strike="noStrike">
              <a:solidFill>
                <a:srgbClr val="FFFFFF"/>
              </a:solidFill>
              <a:latin typeface="Chakra Petch"/>
              <a:ea typeface="Chakra Petch"/>
              <a:cs typeface="Chakra Petch"/>
              <a:sym typeface="Chakra Petch"/>
            </a:endParaRPr>
          </a:p>
        </p:txBody>
      </p:sp>
      <p:pic>
        <p:nvPicPr>
          <p:cNvPr id="285" name="Google Shape;285;p2" title="Logo_VMO_Alten-Negative.png"/>
          <p:cNvPicPr preferRelativeResize="0"/>
          <p:nvPr/>
        </p:nvPicPr>
        <p:blipFill rotWithShape="1">
          <a:blip r:embed="rId4">
            <a:alphaModFix/>
          </a:blip>
          <a:srcRect b="0" l="0" r="0" t="0"/>
          <a:stretch/>
        </p:blipFill>
        <p:spPr>
          <a:xfrm>
            <a:off x="7618364" y="375727"/>
            <a:ext cx="1158885" cy="468673"/>
          </a:xfrm>
          <a:prstGeom prst="rect">
            <a:avLst/>
          </a:prstGeom>
          <a:noFill/>
          <a:ln>
            <a:noFill/>
          </a:ln>
        </p:spPr>
      </p:pic>
      <p:sp>
        <p:nvSpPr>
          <p:cNvPr id="286" name="Google Shape;286;p2"/>
          <p:cNvSpPr/>
          <p:nvPr/>
        </p:nvSpPr>
        <p:spPr>
          <a:xfrm>
            <a:off x="896225" y="520775"/>
            <a:ext cx="2107500" cy="32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vi" sz="1400" u="none" cap="none" strike="noStrike">
                <a:solidFill>
                  <a:srgbClr val="000000"/>
                </a:solidFill>
                <a:latin typeface="Arial"/>
                <a:ea typeface="Arial"/>
                <a:cs typeface="Arial"/>
                <a:sym typeface="Arial"/>
              </a:rPr>
              <a:t>お客様ロゴ</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bb00c4f728_0_297"/>
          <p:cNvSpPr txBox="1"/>
          <p:nvPr/>
        </p:nvSpPr>
        <p:spPr>
          <a:xfrm>
            <a:off x="428178" y="153270"/>
            <a:ext cx="8389500" cy="35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300"/>
              <a:buFont typeface="Arial"/>
              <a:buNone/>
            </a:pPr>
            <a:r>
              <a:rPr b="1" i="0" lang="vi" sz="2300" u="none" cap="none" strike="noStrike">
                <a:solidFill>
                  <a:srgbClr val="073763"/>
                </a:solidFill>
                <a:latin typeface="Chakra Petch"/>
                <a:ea typeface="Chakra Petch"/>
                <a:cs typeface="Chakra Petch"/>
                <a:sym typeface="Chakra Petch"/>
              </a:rPr>
              <a:t>ご提案のご挨拶</a:t>
            </a:r>
            <a:endParaRPr b="1" i="0" sz="2300" u="none" cap="none" strike="noStrike">
              <a:solidFill>
                <a:srgbClr val="073763"/>
              </a:solidFill>
              <a:latin typeface="Chakra Petch"/>
              <a:ea typeface="Chakra Petch"/>
              <a:cs typeface="Chakra Petch"/>
              <a:sym typeface="Chakra Petch"/>
            </a:endParaRPr>
          </a:p>
        </p:txBody>
      </p:sp>
      <p:sp>
        <p:nvSpPr>
          <p:cNvPr id="292" name="Google Shape;292;g3bb00c4f728_0_297"/>
          <p:cNvSpPr txBox="1"/>
          <p:nvPr/>
        </p:nvSpPr>
        <p:spPr>
          <a:xfrm>
            <a:off x="937250" y="735475"/>
            <a:ext cx="4893300" cy="3903600"/>
          </a:xfrm>
          <a:prstGeom prst="rect">
            <a:avLst/>
          </a:prstGeom>
          <a:noFill/>
          <a:ln>
            <a:noFill/>
          </a:ln>
        </p:spPr>
        <p:txBody>
          <a:bodyPr anchorCtr="0" anchor="t" bIns="68575" lIns="68575" spcFirstLastPara="1" rIns="68575" wrap="square" tIns="68575">
            <a:noAutofit/>
          </a:bodyPr>
          <a:lstStyle/>
          <a:p>
            <a:pPr indent="0" lvl="0" marL="0" marR="0" rtl="0" algn="just">
              <a:lnSpc>
                <a:spcPct val="115000"/>
              </a:lnSpc>
              <a:spcBef>
                <a:spcPts val="0"/>
              </a:spcBef>
              <a:spcAft>
                <a:spcPts val="0"/>
              </a:spcAft>
              <a:buClr>
                <a:schemeClr val="dk1"/>
              </a:buClr>
              <a:buSzPts val="800"/>
              <a:buFont typeface="Arial"/>
              <a:buNone/>
            </a:pPr>
            <a:r>
              <a:rPr b="0" i="0" lang="vi" sz="900" u="none" cap="none" strike="noStrike">
                <a:solidFill>
                  <a:srgbClr val="073763"/>
                </a:solidFill>
                <a:latin typeface="Lato"/>
                <a:ea typeface="Lato"/>
                <a:cs typeface="Lato"/>
                <a:sym typeface="Lato"/>
              </a:rPr>
              <a:t>本提案書では、VMOのODCモデルをご紹介し、富士フイルムPBC様のビジネスシステム開発・運用を最適な形で支援できることをお示しします。 本提案書では、VMOのODCモデルをご紹介します。 cybersecurity and regulatory compliance. As a leading expert in penetration testing, Power Platform、Power Pagesをはじめとする最新テクノロジーと、会計システム・ERP分野での深い知見を活かし、高品質な開発リソースをリーズナブルなコストでご提供いたします</a:t>
            </a:r>
            <a:endParaRPr b="0" i="0" sz="900" u="none" cap="none" strike="noStrike">
              <a:solidFill>
                <a:srgbClr val="073763"/>
              </a:solidFill>
              <a:latin typeface="Lato"/>
              <a:ea typeface="Lato"/>
              <a:cs typeface="Lato"/>
              <a:sym typeface="Lato"/>
            </a:endParaRPr>
          </a:p>
          <a:p>
            <a:pPr indent="0" lvl="0" marL="0" marR="0" rtl="0" algn="just">
              <a:lnSpc>
                <a:spcPct val="115000"/>
              </a:lnSpc>
              <a:spcBef>
                <a:spcPts val="0"/>
              </a:spcBef>
              <a:spcAft>
                <a:spcPts val="0"/>
              </a:spcAft>
              <a:buClr>
                <a:schemeClr val="dk1"/>
              </a:buClr>
              <a:buSzPts val="800"/>
              <a:buFont typeface="Arial"/>
              <a:buNone/>
            </a:pPr>
            <a:r>
              <a:t/>
            </a:r>
            <a:endParaRPr b="0" i="0" sz="900" u="none" cap="none" strike="noStrike">
              <a:solidFill>
                <a:srgbClr val="073763"/>
              </a:solidFill>
              <a:latin typeface="Lato"/>
              <a:ea typeface="Lato"/>
              <a:cs typeface="Lato"/>
              <a:sym typeface="Lato"/>
            </a:endParaRPr>
          </a:p>
          <a:p>
            <a:pPr indent="0" lvl="0" marL="0" marR="0" rtl="0" algn="just">
              <a:lnSpc>
                <a:spcPct val="115000"/>
              </a:lnSpc>
              <a:spcBef>
                <a:spcPts val="0"/>
              </a:spcBef>
              <a:spcAft>
                <a:spcPts val="0"/>
              </a:spcAft>
              <a:buClr>
                <a:schemeClr val="dk1"/>
              </a:buClr>
              <a:buSzPts val="800"/>
              <a:buFont typeface="Arial"/>
              <a:buNone/>
            </a:pPr>
            <a:r>
              <a:rPr b="0" i="0" lang="vi" sz="900" u="none" cap="none" strike="noStrike">
                <a:solidFill>
                  <a:srgbClr val="073763"/>
                </a:solidFill>
                <a:latin typeface="Lato"/>
                <a:ea typeface="Lato"/>
                <a:cs typeface="Lato"/>
                <a:sym typeface="Lato"/>
              </a:rPr>
              <a:t>本提案書の主な内容：</a:t>
            </a:r>
            <a:endParaRPr b="0" i="0" sz="900" u="none" cap="none" strike="noStrike">
              <a:solidFill>
                <a:srgbClr val="073763"/>
              </a:solidFill>
              <a:latin typeface="Lato"/>
              <a:ea typeface="Lato"/>
              <a:cs typeface="Lato"/>
              <a:sym typeface="Lato"/>
            </a:endParaRPr>
          </a:p>
          <a:p>
            <a:pPr indent="-222250" lvl="0" marL="342900" marR="0" rtl="0" algn="just">
              <a:lnSpc>
                <a:spcPct val="115000"/>
              </a:lnSpc>
              <a:spcBef>
                <a:spcPts val="0"/>
              </a:spcBef>
              <a:spcAft>
                <a:spcPts val="0"/>
              </a:spcAft>
              <a:buClr>
                <a:srgbClr val="073763"/>
              </a:buClr>
              <a:buSzPts val="900"/>
              <a:buFont typeface="Lato"/>
              <a:buChar char="●"/>
            </a:pPr>
            <a:r>
              <a:rPr b="0" i="0" lang="vi" sz="900" u="none" cap="none" strike="noStrike">
                <a:solidFill>
                  <a:srgbClr val="073763"/>
                </a:solidFill>
                <a:latin typeface="Lato"/>
                <a:ea typeface="Lato"/>
                <a:cs typeface="Lato"/>
                <a:sym typeface="Lato"/>
              </a:rPr>
              <a:t>VMOの紹介：当社の背景とITサービスにおける専門性</a:t>
            </a:r>
            <a:r>
              <a:rPr b="0" i="1" lang="vi" sz="900" u="none" cap="none" strike="noStrike">
                <a:solidFill>
                  <a:srgbClr val="073763"/>
                </a:solidFill>
                <a:latin typeface="Lato"/>
                <a:ea typeface="Lato"/>
                <a:cs typeface="Lato"/>
                <a:sym typeface="Lato"/>
              </a:rPr>
              <a:t/>
            </a:r>
            <a:endParaRPr b="0" i="1" sz="900" u="none" cap="none" strike="noStrike">
              <a:solidFill>
                <a:srgbClr val="073763"/>
              </a:solidFill>
              <a:latin typeface="Lato"/>
              <a:ea typeface="Lato"/>
              <a:cs typeface="Lato"/>
              <a:sym typeface="Lato"/>
            </a:endParaRPr>
          </a:p>
          <a:p>
            <a:pPr indent="-222250" lvl="0" marL="342900" marR="0" rtl="0" algn="just">
              <a:lnSpc>
                <a:spcPct val="115000"/>
              </a:lnSpc>
              <a:spcBef>
                <a:spcPts val="0"/>
              </a:spcBef>
              <a:spcAft>
                <a:spcPts val="0"/>
              </a:spcAft>
              <a:buClr>
                <a:srgbClr val="073763"/>
              </a:buClr>
              <a:buSzPts val="900"/>
              <a:buFont typeface="Lato"/>
              <a:buChar char="●"/>
            </a:pPr>
            <a:r>
              <a:rPr b="0" i="0" lang="vi" sz="900" u="none" cap="none" strike="noStrike">
                <a:solidFill>
                  <a:srgbClr val="073763"/>
                </a:solidFill>
                <a:latin typeface="Lato"/>
                <a:ea typeface="Lato"/>
                <a:cs typeface="Lato"/>
                <a:sym typeface="Lato"/>
              </a:rPr>
              <a:t>Power Platform・会計システム開発のアプローチ</a:t>
            </a:r>
            <a:r>
              <a:rPr b="0" i="1" lang="vi" sz="900" u="none" cap="none" strike="noStrike">
                <a:solidFill>
                  <a:srgbClr val="073763"/>
                </a:solidFill>
                <a:latin typeface="Lato"/>
                <a:ea typeface="Lato"/>
                <a:cs typeface="Lato"/>
                <a:sym typeface="Lato"/>
              </a:rPr>
              <a:t/>
            </a:r>
            <a:endParaRPr b="0" i="1" sz="900" u="none" cap="none" strike="noStrike">
              <a:solidFill>
                <a:srgbClr val="073763"/>
              </a:solidFill>
              <a:latin typeface="Lato"/>
              <a:ea typeface="Lato"/>
              <a:cs typeface="Lato"/>
              <a:sym typeface="Lato"/>
            </a:endParaRPr>
          </a:p>
          <a:p>
            <a:pPr indent="-222250" lvl="0" marL="342900" marR="0" rtl="0" algn="just">
              <a:lnSpc>
                <a:spcPct val="115000"/>
              </a:lnSpc>
              <a:spcBef>
                <a:spcPts val="0"/>
              </a:spcBef>
              <a:spcAft>
                <a:spcPts val="0"/>
              </a:spcAft>
              <a:buClr>
                <a:srgbClr val="073763"/>
              </a:buClr>
              <a:buSzPts val="900"/>
              <a:buFont typeface="Lato"/>
              <a:buChar char="●"/>
            </a:pPr>
            <a:r>
              <a:rPr b="0" i="0" lang="vi" sz="900" u="none" cap="none" strike="noStrike">
                <a:solidFill>
                  <a:srgbClr val="073763"/>
                </a:solidFill>
                <a:latin typeface="Lato"/>
                <a:ea typeface="Lato"/>
                <a:cs typeface="Lato"/>
                <a:sym typeface="Lato"/>
              </a:rPr>
              <a:t>プロジェクトチーム構成と候補者プロフィール</a:t>
            </a:r>
            <a:r>
              <a:rPr b="0" i="1" lang="vi" sz="900" u="none" cap="none" strike="noStrike">
                <a:solidFill>
                  <a:srgbClr val="073763"/>
                </a:solidFill>
                <a:latin typeface="Lato"/>
                <a:ea typeface="Lato"/>
                <a:cs typeface="Lato"/>
                <a:sym typeface="Lato"/>
              </a:rPr>
              <a:t/>
            </a:r>
            <a:endParaRPr b="0" i="1" sz="900" u="none" cap="none" strike="noStrike">
              <a:solidFill>
                <a:srgbClr val="073763"/>
              </a:solidFill>
              <a:latin typeface="Lato"/>
              <a:ea typeface="Lato"/>
              <a:cs typeface="Lato"/>
              <a:sym typeface="Lato"/>
            </a:endParaRPr>
          </a:p>
          <a:p>
            <a:pPr indent="-222250" lvl="0" marL="342900" marR="0" rtl="0" algn="just">
              <a:lnSpc>
                <a:spcPct val="115000"/>
              </a:lnSpc>
              <a:spcBef>
                <a:spcPts val="0"/>
              </a:spcBef>
              <a:spcAft>
                <a:spcPts val="0"/>
              </a:spcAft>
              <a:buClr>
                <a:srgbClr val="073763"/>
              </a:buClr>
              <a:buSzPts val="900"/>
              <a:buFont typeface="Lato"/>
              <a:buChar char="●"/>
            </a:pPr>
            <a:r>
              <a:rPr b="0" i="0" lang="vi" sz="900" u="none" cap="none" strike="noStrike">
                <a:solidFill>
                  <a:srgbClr val="073763"/>
                </a:solidFill>
                <a:latin typeface="Lato"/>
                <a:ea typeface="Lato"/>
                <a:cs typeface="Lato"/>
                <a:sym typeface="Lato"/>
              </a:rPr>
              <a:t>ケーススタディ：VMOの実績とチームのケイパビリティ</a:t>
            </a:r>
            <a:r>
              <a:rPr b="0" i="1" lang="vi" sz="900" u="none" cap="none" strike="noStrike">
                <a:solidFill>
                  <a:srgbClr val="073763"/>
                </a:solidFill>
                <a:latin typeface="Lato"/>
                <a:ea typeface="Lato"/>
                <a:cs typeface="Lato"/>
                <a:sym typeface="Lato"/>
              </a:rPr>
              <a:t/>
            </a:r>
            <a:endParaRPr b="0" i="1" sz="900" u="none" cap="none" strike="noStrike">
              <a:solidFill>
                <a:srgbClr val="073763"/>
              </a:solidFill>
              <a:latin typeface="Lato"/>
              <a:ea typeface="Lato"/>
              <a:cs typeface="Lato"/>
              <a:sym typeface="Lato"/>
            </a:endParaRPr>
          </a:p>
          <a:p>
            <a:pPr indent="-222250" lvl="0" marL="342900" marR="0" rtl="0" algn="just">
              <a:lnSpc>
                <a:spcPct val="115000"/>
              </a:lnSpc>
              <a:spcBef>
                <a:spcPts val="0"/>
              </a:spcBef>
              <a:spcAft>
                <a:spcPts val="0"/>
              </a:spcAft>
              <a:buClr>
                <a:srgbClr val="073763"/>
              </a:buClr>
              <a:buSzPts val="900"/>
              <a:buFont typeface="Lato"/>
              <a:buChar char="●"/>
            </a:pPr>
            <a:r>
              <a:rPr b="0" i="0" lang="vi" sz="900" u="none" cap="none" strike="noStrike">
                <a:solidFill>
                  <a:srgbClr val="073763"/>
                </a:solidFill>
                <a:latin typeface="Lato"/>
                <a:ea typeface="Lato"/>
                <a:cs typeface="Lato"/>
                <a:sym typeface="Lato"/>
              </a:rPr>
              <a:t>予算：透明性のある競争力のある価格設定</a:t>
            </a:r>
            <a:r>
              <a:rPr b="0" i="1" lang="vi" sz="900" u="none" cap="none" strike="noStrike">
                <a:solidFill>
                  <a:srgbClr val="073763"/>
                </a:solidFill>
                <a:latin typeface="Lato"/>
                <a:ea typeface="Lato"/>
                <a:cs typeface="Lato"/>
                <a:sym typeface="Lato"/>
              </a:rPr>
              <a:t/>
            </a:r>
            <a:endParaRPr b="0" i="1" sz="900" u="none" cap="none" strike="noStrike">
              <a:solidFill>
                <a:srgbClr val="073763"/>
              </a:solidFill>
              <a:latin typeface="Lato"/>
              <a:ea typeface="Lato"/>
              <a:cs typeface="Lato"/>
              <a:sym typeface="Lato"/>
            </a:endParaRPr>
          </a:p>
          <a:p>
            <a:pPr indent="0" lvl="0" marL="0" marR="0" rtl="0" algn="just">
              <a:lnSpc>
                <a:spcPct val="115000"/>
              </a:lnSpc>
              <a:spcBef>
                <a:spcPts val="0"/>
              </a:spcBef>
              <a:spcAft>
                <a:spcPts val="0"/>
              </a:spcAft>
              <a:buClr>
                <a:schemeClr val="dk1"/>
              </a:buClr>
              <a:buSzPts val="800"/>
              <a:buFont typeface="Arial"/>
              <a:buNone/>
            </a:pPr>
            <a:r>
              <a:t/>
            </a:r>
            <a:endParaRPr b="0" i="0" sz="900" u="none" cap="none" strike="noStrike">
              <a:solidFill>
                <a:srgbClr val="073763"/>
              </a:solidFill>
              <a:latin typeface="Lato"/>
              <a:ea typeface="Lato"/>
              <a:cs typeface="Lato"/>
              <a:sym typeface="Lato"/>
            </a:endParaRPr>
          </a:p>
          <a:p>
            <a:pPr indent="0" lvl="0" marL="0" marR="0" rtl="0" algn="just">
              <a:lnSpc>
                <a:spcPct val="115000"/>
              </a:lnSpc>
              <a:spcBef>
                <a:spcPts val="0"/>
              </a:spcBef>
              <a:spcAft>
                <a:spcPts val="0"/>
              </a:spcAft>
              <a:buClr>
                <a:schemeClr val="dk1"/>
              </a:buClr>
              <a:buSzPts val="800"/>
              <a:buFont typeface="Arial"/>
              <a:buNone/>
            </a:pPr>
            <a:r>
              <a:rPr b="0" i="0" lang="vi" sz="900" u="none" cap="none" strike="noStrike">
                <a:solidFill>
                  <a:srgbClr val="073763"/>
                </a:solidFill>
                <a:latin typeface="Lato"/>
                <a:ea typeface="Lato"/>
                <a:cs typeface="Lato"/>
                <a:sym typeface="Lato"/>
              </a:rPr>
              <a:t>IoTの急速な普及に伴い、セキュリティと法令遵守の重要性が高まっています。VMOはサイバーセキュリティとコンプライアンスの両分野で豊富な専門知識を有しています</a:t>
            </a:r>
            <a:endParaRPr b="0" i="0" sz="900" u="none" cap="none" strike="noStrike">
              <a:solidFill>
                <a:srgbClr val="073763"/>
              </a:solidFill>
              <a:latin typeface="Lato"/>
              <a:ea typeface="Lato"/>
              <a:cs typeface="Lato"/>
              <a:sym typeface="Lato"/>
            </a:endParaRPr>
          </a:p>
          <a:p>
            <a:pPr indent="0" lvl="0" marL="0" marR="0" rtl="0" algn="just">
              <a:lnSpc>
                <a:spcPct val="115000"/>
              </a:lnSpc>
              <a:spcBef>
                <a:spcPts val="0"/>
              </a:spcBef>
              <a:spcAft>
                <a:spcPts val="0"/>
              </a:spcAft>
              <a:buClr>
                <a:schemeClr val="dk1"/>
              </a:buClr>
              <a:buSzPts val="800"/>
              <a:buFont typeface="Arial"/>
              <a:buNone/>
            </a:pPr>
            <a:r>
              <a:t/>
            </a:r>
            <a:endParaRPr b="0" i="0" sz="900" u="none" cap="none" strike="noStrike">
              <a:solidFill>
                <a:srgbClr val="073763"/>
              </a:solidFill>
              <a:latin typeface="Lato"/>
              <a:ea typeface="Lato"/>
              <a:cs typeface="Lato"/>
              <a:sym typeface="Lato"/>
            </a:endParaRPr>
          </a:p>
          <a:p>
            <a:pPr indent="0" lvl="0" marL="0" marR="0" rtl="0" algn="just">
              <a:lnSpc>
                <a:spcPct val="115000"/>
              </a:lnSpc>
              <a:spcBef>
                <a:spcPts val="0"/>
              </a:spcBef>
              <a:spcAft>
                <a:spcPts val="0"/>
              </a:spcAft>
              <a:buClr>
                <a:schemeClr val="dk1"/>
              </a:buClr>
              <a:buSzPts val="800"/>
              <a:buFont typeface="Arial"/>
              <a:buNone/>
            </a:pPr>
            <a:r>
              <a:rPr b="0" i="0" lang="vi" sz="900" u="none" cap="none" strike="noStrike">
                <a:solidFill>
                  <a:srgbClr val="073763"/>
                </a:solidFill>
                <a:latin typeface="Lato"/>
                <a:ea typeface="Lato"/>
                <a:cs typeface="Lato"/>
                <a:sym typeface="Lato"/>
              </a:rPr>
              <a:t/>
            </a:r>
            <a:endParaRPr b="0" i="0" sz="900" u="none" cap="none" strike="noStrike">
              <a:solidFill>
                <a:srgbClr val="073763"/>
              </a:solidFill>
              <a:latin typeface="Lato"/>
              <a:ea typeface="Lato"/>
              <a:cs typeface="Lato"/>
              <a:sym typeface="Lato"/>
            </a:endParaRPr>
          </a:p>
          <a:p>
            <a:pPr indent="0" lvl="0" marL="0" marR="0" rtl="0" algn="just">
              <a:lnSpc>
                <a:spcPct val="115000"/>
              </a:lnSpc>
              <a:spcBef>
                <a:spcPts val="0"/>
              </a:spcBef>
              <a:spcAft>
                <a:spcPts val="0"/>
              </a:spcAft>
              <a:buClr>
                <a:schemeClr val="dk2"/>
              </a:buClr>
              <a:buSzPts val="800"/>
              <a:buFont typeface="Arial"/>
              <a:buNone/>
            </a:pPr>
            <a:r>
              <a:t/>
            </a:r>
            <a:endParaRPr b="0" i="0" sz="1100" u="none" cap="none" strike="noStrike">
              <a:solidFill>
                <a:schemeClr val="dk1"/>
              </a:solidFill>
              <a:latin typeface="Lato"/>
              <a:ea typeface="Lato"/>
              <a:cs typeface="Lato"/>
              <a:sym typeface="Lato"/>
            </a:endParaRPr>
          </a:p>
        </p:txBody>
      </p:sp>
      <p:sp>
        <p:nvSpPr>
          <p:cNvPr id="293" name="Google Shape;293;g3bb00c4f728_0_29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1000"/>
              <a:buFont typeface="Arial"/>
              <a:buNone/>
            </a:pPr>
            <a:fld id="{00000000-1234-1234-1234-123412341234}" type="slidenum">
              <a:rPr lang="vi"/>
              <a:t>‹#›</a:t>
            </a:fld>
            <a:r>
              <a:rPr lang="vi"/>
              <a:t/>
            </a:r>
            <a:endParaRPr/>
          </a:p>
        </p:txBody>
      </p:sp>
      <p:pic>
        <p:nvPicPr>
          <p:cNvPr descr="Une image contenant balle, sphère&#10;&#10;Le contenu généré par l’IA peut être incorrect." id="294" name="Google Shape;294;g3bb00c4f728_0_297"/>
          <p:cNvPicPr preferRelativeResize="0"/>
          <p:nvPr/>
        </p:nvPicPr>
        <p:blipFill rotWithShape="1">
          <a:blip r:embed="rId3">
            <a:alphaModFix/>
          </a:blip>
          <a:srcRect b="0" l="0" r="0" t="0"/>
          <a:stretch/>
        </p:blipFill>
        <p:spPr>
          <a:xfrm>
            <a:off x="6225781" y="727200"/>
            <a:ext cx="2485688" cy="397652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da6e048061_0_43"/>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1000"/>
              <a:buFont typeface="Arial"/>
              <a:buNone/>
            </a:pPr>
            <a:fld id="{00000000-1234-1234-1234-123412341234}" type="slidenum">
              <a:rPr lang="vi"/>
              <a:t>‹#›</a:t>
            </a:fld>
            <a:r>
              <a:rPr lang="vi"/>
              <a:t/>
            </a:r>
            <a:endParaRPr/>
          </a:p>
        </p:txBody>
      </p:sp>
      <p:sp>
        <p:nvSpPr>
          <p:cNvPr id="300" name="Google Shape;300;g3da6e048061_0_43"/>
          <p:cNvSpPr txBox="1"/>
          <p:nvPr>
            <p:ph idx="1" type="body"/>
          </p:nvPr>
        </p:nvSpPr>
        <p:spPr>
          <a:xfrm>
            <a:off x="265733" y="132452"/>
            <a:ext cx="7818000" cy="260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43962"/>
              </a:buClr>
              <a:buSzPts val="2400"/>
              <a:buFont typeface="Arial"/>
              <a:buNone/>
            </a:pPr>
            <a:r>
              <a:rPr b="1" i="0" lang="vi" sz="3000" u="none" cap="none" strike="noStrike">
                <a:solidFill>
                  <a:srgbClr val="043962"/>
                </a:solidFill>
                <a:latin typeface="Chakra Petch"/>
                <a:ea typeface="Chakra Petch"/>
                <a:cs typeface="Chakra Petch"/>
                <a:sym typeface="Chakra Petch"/>
                <a:extLst>
                  <a:ext uri="http://customooxmlschemas.google.com/">
                    <go:slidesCustomData xmlns:go="http://customooxmlschemas.google.com/" textRoundtripDataId="0"/>
                  </a:ext>
                </a:extLst>
              </a:rPr>
              <a:t>目次 </a:t>
            </a:r>
            <a:endParaRPr b="0" i="0" sz="3000" u="none" cap="none" strike="noStrike">
              <a:solidFill>
                <a:srgbClr val="000000"/>
              </a:solidFill>
              <a:latin typeface="Chakra Petch"/>
              <a:ea typeface="Chakra Petch"/>
              <a:cs typeface="Chakra Petch"/>
              <a:sym typeface="Chakra Petch"/>
            </a:endParaRPr>
          </a:p>
        </p:txBody>
      </p:sp>
      <p:sp>
        <p:nvSpPr>
          <p:cNvPr id="301" name="Google Shape;301;g3da6e048061_0_43"/>
          <p:cNvSpPr/>
          <p:nvPr/>
        </p:nvSpPr>
        <p:spPr>
          <a:xfrm>
            <a:off x="4712913" y="-8965"/>
            <a:ext cx="4431087" cy="5154613"/>
          </a:xfrm>
          <a:custGeom>
            <a:rect b="b" l="l" r="r" t="t"/>
            <a:pathLst>
              <a:path extrusionOk="0" h="10309225" w="8862174">
                <a:moveTo>
                  <a:pt x="2761129" y="0"/>
                </a:moveTo>
                <a:lnTo>
                  <a:pt x="8862174" y="17929"/>
                </a:lnTo>
                <a:lnTo>
                  <a:pt x="8862174" y="10304929"/>
                </a:lnTo>
                <a:lnTo>
                  <a:pt x="0" y="10309225"/>
                </a:lnTo>
                <a:lnTo>
                  <a:pt x="2761129" y="0"/>
                </a:lnTo>
                <a:close/>
              </a:path>
            </a:pathLst>
          </a:cu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lt1"/>
              </a:solidFill>
              <a:latin typeface="Calibri"/>
              <a:ea typeface="Calibri"/>
              <a:cs typeface="Calibri"/>
              <a:sym typeface="Calibri"/>
            </a:endParaRPr>
          </a:p>
        </p:txBody>
      </p:sp>
      <p:sp>
        <p:nvSpPr>
          <p:cNvPr id="302" name="Google Shape;302;g3da6e048061_0_43"/>
          <p:cNvSpPr/>
          <p:nvPr/>
        </p:nvSpPr>
        <p:spPr>
          <a:xfrm>
            <a:off x="5269804" y="2268260"/>
            <a:ext cx="3874200" cy="6462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3da6e048061_0_43"/>
          <p:cNvSpPr/>
          <p:nvPr/>
        </p:nvSpPr>
        <p:spPr>
          <a:xfrm>
            <a:off x="8120725" y="237375"/>
            <a:ext cx="791429" cy="303714"/>
          </a:xfrm>
          <a:custGeom>
            <a:rect b="b" l="l" r="r" t="t"/>
            <a:pathLst>
              <a:path extrusionOk="0" h="815340" w="2016379">
                <a:moveTo>
                  <a:pt x="0" y="0"/>
                </a:moveTo>
                <a:lnTo>
                  <a:pt x="2016379" y="0"/>
                </a:lnTo>
                <a:lnTo>
                  <a:pt x="2016379" y="815340"/>
                </a:lnTo>
                <a:lnTo>
                  <a:pt x="0" y="815340"/>
                </a:lnTo>
                <a:lnTo>
                  <a:pt x="0" y="0"/>
                </a:lnTo>
                <a:close/>
              </a:path>
            </a:pathLst>
          </a:custGeom>
          <a:blipFill rotWithShape="1">
            <a:blip r:embed="rId5">
              <a:alphaModFix/>
            </a:blip>
            <a:stretch>
              <a:fillRect b="0" l="0" r="0" t="0"/>
            </a:stretch>
          </a:blipFill>
          <a:ln>
            <a:noFill/>
          </a:ln>
        </p:spPr>
        <p:txBody>
          <a:bodyPr/>
          <a:p/>
        </p:txBody>
      </p:sp>
      <p:sp>
        <p:nvSpPr>
          <p:cNvPr id="304" name="Google Shape;304;g3da6e048061_0_43"/>
          <p:cNvSpPr txBox="1"/>
          <p:nvPr/>
        </p:nvSpPr>
        <p:spPr>
          <a:xfrm>
            <a:off x="1283059" y="1019282"/>
            <a:ext cx="3036600" cy="3849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400"/>
              <a:buFont typeface="Calibri"/>
              <a:buNone/>
            </a:pPr>
            <a:r>
              <a:rPr b="1" i="0" lang="vi" sz="1400" u="none" cap="none" strike="noStrike">
                <a:solidFill>
                  <a:schemeClr val="dk1"/>
                </a:solidFill>
                <a:latin typeface="Chakra Petch"/>
                <a:ea typeface="Chakra Petch"/>
                <a:cs typeface="Chakra Petch"/>
                <a:sym typeface="Chakra Petch"/>
              </a:rPr>
              <a:t>事業理解</a:t>
            </a:r>
            <a:endParaRPr b="0" i="1" sz="1000" u="none" cap="none" strike="noStrike">
              <a:solidFill>
                <a:schemeClr val="dk1"/>
              </a:solidFill>
              <a:latin typeface="Lato"/>
              <a:ea typeface="Lato"/>
              <a:cs typeface="Lato"/>
              <a:sym typeface="Lato"/>
            </a:endParaRPr>
          </a:p>
        </p:txBody>
      </p:sp>
      <p:sp>
        <p:nvSpPr>
          <p:cNvPr id="305" name="Google Shape;305;g3da6e048061_0_43"/>
          <p:cNvSpPr txBox="1"/>
          <p:nvPr/>
        </p:nvSpPr>
        <p:spPr>
          <a:xfrm>
            <a:off x="1283059" y="1718282"/>
            <a:ext cx="2887200" cy="3849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400"/>
              <a:buFont typeface="Calibri"/>
              <a:buNone/>
            </a:pPr>
            <a:r>
              <a:rPr b="1" i="0" lang="vi" sz="1400" u="none" cap="none" strike="noStrike">
                <a:solidFill>
                  <a:schemeClr val="dk1"/>
                </a:solidFill>
                <a:latin typeface="Chakra Petch"/>
                <a:ea typeface="Chakra Petch"/>
                <a:cs typeface="Chakra Petch"/>
                <a:sym typeface="Chakra Petch"/>
              </a:rPr>
              <a:t>提案ソリューション</a:t>
            </a:r>
            <a:endParaRPr b="1" i="0" sz="1400" u="none" cap="none" strike="noStrike">
              <a:solidFill>
                <a:schemeClr val="dk1"/>
              </a:solidFill>
              <a:latin typeface="Chakra Petch"/>
              <a:ea typeface="Chakra Petch"/>
              <a:cs typeface="Chakra Petch"/>
              <a:sym typeface="Chakra Petch"/>
            </a:endParaRPr>
          </a:p>
          <a:p>
            <a:pPr indent="-292100" lvl="0" marL="457200" marR="0" rtl="0" algn="l">
              <a:lnSpc>
                <a:spcPct val="90000"/>
              </a:lnSpc>
              <a:spcBef>
                <a:spcPts val="0"/>
              </a:spcBef>
              <a:spcAft>
                <a:spcPts val="0"/>
              </a:spcAft>
              <a:buClr>
                <a:schemeClr val="dk1"/>
              </a:buClr>
              <a:buSzPts val="1000"/>
              <a:buFont typeface="Lato"/>
              <a:buChar char="●"/>
            </a:pPr>
            <a:r>
              <a:rPr b="0" i="1" lang="vi" sz="1000" u="none" cap="none" strike="noStrike">
                <a:solidFill>
                  <a:schemeClr val="dk1"/>
                </a:solidFill>
                <a:latin typeface="Lato"/>
                <a:ea typeface="Lato"/>
                <a:cs typeface="Lato"/>
                <a:sym typeface="Lato"/>
              </a:rPr>
              <a:t>チーム編成戦略</a:t>
            </a:r>
            <a:endParaRPr b="0" i="1" sz="1000" u="none" cap="none" strike="noStrike">
              <a:solidFill>
                <a:schemeClr val="dk1"/>
              </a:solidFill>
              <a:latin typeface="Lato"/>
              <a:ea typeface="Lato"/>
              <a:cs typeface="Lato"/>
              <a:sym typeface="Lato"/>
            </a:endParaRPr>
          </a:p>
          <a:p>
            <a:pPr indent="-292100" lvl="0" marL="457200" marR="0" rtl="0" algn="l">
              <a:lnSpc>
                <a:spcPct val="90000"/>
              </a:lnSpc>
              <a:spcBef>
                <a:spcPts val="0"/>
              </a:spcBef>
              <a:spcAft>
                <a:spcPts val="0"/>
              </a:spcAft>
              <a:buClr>
                <a:schemeClr val="dk1"/>
              </a:buClr>
              <a:buSzPts val="1000"/>
              <a:buFont typeface="Lato"/>
              <a:buChar char="●"/>
            </a:pPr>
            <a:r>
              <a:rPr b="0" i="1" lang="vi" sz="1000" u="none" cap="none" strike="noStrike">
                <a:solidFill>
                  <a:schemeClr val="dk1"/>
                </a:solidFill>
                <a:latin typeface="Lato"/>
                <a:ea typeface="Lato"/>
                <a:cs typeface="Lato"/>
                <a:sym typeface="Lato"/>
              </a:rPr>
              <a:t>移行計画</a:t>
            </a:r>
            <a:endParaRPr b="0" i="1" sz="1000" u="none" cap="none" strike="noStrike">
              <a:solidFill>
                <a:schemeClr val="dk1"/>
              </a:solidFill>
              <a:latin typeface="Lato"/>
              <a:ea typeface="Lato"/>
              <a:cs typeface="Lato"/>
              <a:sym typeface="Lato"/>
            </a:endParaRPr>
          </a:p>
          <a:p>
            <a:pPr indent="-292100" lvl="0" marL="457200" marR="0" rtl="0" algn="l">
              <a:lnSpc>
                <a:spcPct val="90000"/>
              </a:lnSpc>
              <a:spcBef>
                <a:spcPts val="0"/>
              </a:spcBef>
              <a:spcAft>
                <a:spcPts val="0"/>
              </a:spcAft>
              <a:buClr>
                <a:schemeClr val="dk1"/>
              </a:buClr>
              <a:buSzPts val="1000"/>
              <a:buFont typeface="Lato"/>
              <a:buChar char="●"/>
            </a:pPr>
            <a:r>
              <a:rPr b="0" i="1" lang="vi" sz="1000" u="none" cap="none" strike="noStrike">
                <a:solidFill>
                  <a:schemeClr val="dk1"/>
                </a:solidFill>
                <a:latin typeface="Lato"/>
                <a:ea typeface="Lato"/>
                <a:cs typeface="Lato"/>
                <a:sym typeface="Lato"/>
              </a:rPr>
              <a:t>ランプアップ計画</a:t>
            </a:r>
            <a:endParaRPr b="0" i="0" sz="1400" u="none" cap="none" strike="noStrike">
              <a:solidFill>
                <a:schemeClr val="dk1"/>
              </a:solidFill>
              <a:latin typeface="Arial Black"/>
              <a:ea typeface="Arial Black"/>
              <a:cs typeface="Arial Black"/>
              <a:sym typeface="Arial Black"/>
            </a:endParaRPr>
          </a:p>
        </p:txBody>
      </p:sp>
      <p:sp>
        <p:nvSpPr>
          <p:cNvPr id="306" name="Google Shape;306;g3da6e048061_0_43"/>
          <p:cNvSpPr txBox="1"/>
          <p:nvPr/>
        </p:nvSpPr>
        <p:spPr>
          <a:xfrm>
            <a:off x="1306872" y="4366114"/>
            <a:ext cx="2824800" cy="3849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400"/>
              <a:buFont typeface="Calibri"/>
              <a:buNone/>
            </a:pPr>
            <a:r>
              <a:rPr b="1" i="0" lang="vi" sz="1400" u="none" cap="none" strike="noStrike">
                <a:solidFill>
                  <a:schemeClr val="dk1"/>
                </a:solidFill>
                <a:latin typeface="Chakra Petch"/>
                <a:ea typeface="Chakra Petch"/>
                <a:cs typeface="Chakra Petch"/>
                <a:sym typeface="Chakra Petch"/>
              </a:rPr>
              <a:t>プロジェクト予算</a:t>
            </a:r>
            <a:endParaRPr b="1" i="0" sz="1400" u="none" cap="none" strike="noStrike">
              <a:solidFill>
                <a:schemeClr val="dk1"/>
              </a:solidFill>
              <a:latin typeface="Chakra Petch"/>
              <a:ea typeface="Chakra Petch"/>
              <a:cs typeface="Chakra Petch"/>
              <a:sym typeface="Chakra Petch"/>
            </a:endParaRPr>
          </a:p>
          <a:p>
            <a:pPr indent="-292100" lvl="0" marL="457200" marR="0" rtl="0" algn="l">
              <a:lnSpc>
                <a:spcPct val="90000"/>
              </a:lnSpc>
              <a:spcBef>
                <a:spcPts val="0"/>
              </a:spcBef>
              <a:spcAft>
                <a:spcPts val="0"/>
              </a:spcAft>
              <a:buClr>
                <a:schemeClr val="dk1"/>
              </a:buClr>
              <a:buSzPts val="1000"/>
              <a:buFont typeface="Lato"/>
              <a:buChar char="●"/>
            </a:pPr>
            <a:r>
              <a:rPr b="0" i="1" lang="vi" sz="1000" u="none" cap="none" strike="noStrike">
                <a:solidFill>
                  <a:schemeClr val="dk1"/>
                </a:solidFill>
                <a:latin typeface="Lato"/>
                <a:ea typeface="Lato"/>
                <a:cs typeface="Lato"/>
                <a:sym typeface="Lato"/>
              </a:rPr>
              <a:t>リソースコスト</a:t>
            </a:r>
            <a:endParaRPr b="0" i="1" sz="1000" u="none" cap="none" strike="noStrike">
              <a:solidFill>
                <a:schemeClr val="dk1"/>
              </a:solidFill>
              <a:latin typeface="Lato"/>
              <a:ea typeface="Lato"/>
              <a:cs typeface="Lato"/>
              <a:sym typeface="Lato"/>
            </a:endParaRPr>
          </a:p>
          <a:p>
            <a:pPr indent="-292100" lvl="0" marL="457200" marR="0" rtl="0" algn="l">
              <a:lnSpc>
                <a:spcPct val="90000"/>
              </a:lnSpc>
              <a:spcBef>
                <a:spcPts val="0"/>
              </a:spcBef>
              <a:spcAft>
                <a:spcPts val="0"/>
              </a:spcAft>
              <a:buClr>
                <a:schemeClr val="dk1"/>
              </a:buClr>
              <a:buSzPts val="1000"/>
              <a:buFont typeface="Lato"/>
              <a:buChar char="●"/>
            </a:pPr>
            <a:r>
              <a:rPr b="0" i="1" lang="vi" sz="1000" u="none" cap="none" strike="noStrike">
                <a:solidFill>
                  <a:schemeClr val="dk1"/>
                </a:solidFill>
                <a:latin typeface="Lato"/>
                <a:ea typeface="Lato"/>
                <a:cs typeface="Lato"/>
                <a:sym typeface="Lato"/>
              </a:rPr>
              <a:t>インフラコスト</a:t>
            </a:r>
            <a:r>
              <a:rPr b="1" i="0" lang="vi" sz="1400" u="none" cap="none" strike="noStrike">
                <a:solidFill>
                  <a:schemeClr val="dk1"/>
                </a:solidFill>
                <a:latin typeface="Chakra Petch"/>
                <a:ea typeface="Chakra Petch"/>
                <a:cs typeface="Chakra Petch"/>
                <a:sym typeface="Chakra Petch"/>
              </a:rPr>
              <a:t/>
            </a:r>
            <a:endParaRPr b="1" i="0" sz="1400" u="none" cap="none" strike="noStrike">
              <a:solidFill>
                <a:schemeClr val="dk1"/>
              </a:solidFill>
              <a:latin typeface="Chakra Petch"/>
              <a:ea typeface="Chakra Petch"/>
              <a:cs typeface="Chakra Petch"/>
              <a:sym typeface="Chakra Petch"/>
            </a:endParaRPr>
          </a:p>
        </p:txBody>
      </p:sp>
      <p:sp>
        <p:nvSpPr>
          <p:cNvPr id="307" name="Google Shape;307;g3da6e048061_0_43"/>
          <p:cNvSpPr txBox="1"/>
          <p:nvPr/>
        </p:nvSpPr>
        <p:spPr>
          <a:xfrm>
            <a:off x="1306599" y="3169810"/>
            <a:ext cx="2057400" cy="3849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400"/>
              <a:buFont typeface="Calibri"/>
              <a:buNone/>
            </a:pPr>
            <a:r>
              <a:rPr b="1" i="0" lang="vi" sz="1400" u="none" cap="none" strike="noStrike">
                <a:solidFill>
                  <a:schemeClr val="dk1"/>
                </a:solidFill>
                <a:latin typeface="Chakra Petch"/>
                <a:ea typeface="Chakra Petch"/>
                <a:cs typeface="Chakra Petch"/>
                <a:sym typeface="Chakra Petch"/>
              </a:rPr>
              <a:t>候補者サンプル</a:t>
            </a:r>
            <a:endParaRPr b="1" i="0" sz="1600" u="none" cap="none" strike="noStrike">
              <a:solidFill>
                <a:schemeClr val="dk1"/>
              </a:solidFill>
              <a:latin typeface="Chakra Petch"/>
              <a:ea typeface="Chakra Petch"/>
              <a:cs typeface="Chakra Petch"/>
              <a:sym typeface="Chakra Petch"/>
            </a:endParaRPr>
          </a:p>
        </p:txBody>
      </p:sp>
      <p:sp>
        <p:nvSpPr>
          <p:cNvPr id="308" name="Google Shape;308;g3da6e048061_0_43"/>
          <p:cNvSpPr txBox="1"/>
          <p:nvPr/>
        </p:nvSpPr>
        <p:spPr>
          <a:xfrm>
            <a:off x="1306599" y="2577200"/>
            <a:ext cx="2887200" cy="3849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400"/>
              <a:buFont typeface="Calibri"/>
              <a:buNone/>
            </a:pPr>
            <a:r>
              <a:rPr b="1" i="0" lang="vi" sz="1400" u="none" cap="none" strike="noStrike">
                <a:solidFill>
                  <a:schemeClr val="dk1"/>
                </a:solidFill>
                <a:latin typeface="Chakra Petch"/>
                <a:ea typeface="Chakra Petch"/>
                <a:cs typeface="Chakra Petch"/>
                <a:sym typeface="Chakra Petch"/>
              </a:rPr>
              <a:t>チームの進め方</a:t>
            </a:r>
            <a:endParaRPr b="1" i="0" sz="1400" u="none" cap="none" strike="noStrike">
              <a:solidFill>
                <a:schemeClr val="dk1"/>
              </a:solidFill>
              <a:latin typeface="Chakra Petch"/>
              <a:ea typeface="Chakra Petch"/>
              <a:cs typeface="Chakra Petch"/>
              <a:sym typeface="Chakra Petch"/>
            </a:endParaRPr>
          </a:p>
          <a:p>
            <a:pPr indent="-292100" lvl="0" marL="457200" marR="0" rtl="0" algn="l">
              <a:lnSpc>
                <a:spcPct val="90000"/>
              </a:lnSpc>
              <a:spcBef>
                <a:spcPts val="0"/>
              </a:spcBef>
              <a:spcAft>
                <a:spcPts val="0"/>
              </a:spcAft>
              <a:buClr>
                <a:schemeClr val="dk1"/>
              </a:buClr>
              <a:buSzPts val="1000"/>
              <a:buFont typeface="Arial"/>
              <a:buChar char="●"/>
            </a:pPr>
            <a:r>
              <a:rPr b="0" i="1" lang="vi" sz="1000" u="none" cap="none" strike="noStrike">
                <a:solidFill>
                  <a:schemeClr val="dk1"/>
                </a:solidFill>
                <a:latin typeface="Lato"/>
                <a:ea typeface="Lato"/>
                <a:cs typeface="Lato"/>
                <a:sym typeface="Lato"/>
              </a:rPr>
              <a:t>プロジェクト組織図</a:t>
            </a:r>
            <a:endParaRPr b="0" i="1" sz="1000" u="none" cap="none" strike="noStrike">
              <a:solidFill>
                <a:schemeClr val="dk1"/>
              </a:solidFill>
              <a:latin typeface="Lato"/>
              <a:ea typeface="Lato"/>
              <a:cs typeface="Lato"/>
              <a:sym typeface="Lato"/>
            </a:endParaRPr>
          </a:p>
          <a:p>
            <a:pPr indent="-292100" lvl="0" marL="457200" marR="0" rtl="0" algn="l">
              <a:lnSpc>
                <a:spcPct val="90000"/>
              </a:lnSpc>
              <a:spcBef>
                <a:spcPts val="0"/>
              </a:spcBef>
              <a:spcAft>
                <a:spcPts val="0"/>
              </a:spcAft>
              <a:buClr>
                <a:schemeClr val="dk1"/>
              </a:buClr>
              <a:buSzPts val="1000"/>
              <a:buFont typeface="Lato"/>
              <a:buChar char="●"/>
            </a:pPr>
            <a:r>
              <a:rPr b="0" i="1" lang="vi" sz="1000" u="none" cap="none" strike="noStrike">
                <a:solidFill>
                  <a:schemeClr val="dk1"/>
                </a:solidFill>
                <a:latin typeface="Lato"/>
                <a:ea typeface="Lato"/>
                <a:cs typeface="Lato"/>
                <a:sym typeface="Lato"/>
              </a:rPr>
              <a:t>主要な役割</a:t>
            </a:r>
            <a:endParaRPr b="0" i="1" sz="1000" u="none" cap="none" strike="noStrike">
              <a:solidFill>
                <a:schemeClr val="dk1"/>
              </a:solidFill>
              <a:latin typeface="Lato"/>
              <a:ea typeface="Lato"/>
              <a:cs typeface="Lato"/>
              <a:sym typeface="Lato"/>
            </a:endParaRPr>
          </a:p>
          <a:p>
            <a:pPr indent="-292100" lvl="0" marL="457200" marR="0" rtl="0" algn="l">
              <a:lnSpc>
                <a:spcPct val="90000"/>
              </a:lnSpc>
              <a:spcBef>
                <a:spcPts val="0"/>
              </a:spcBef>
              <a:spcAft>
                <a:spcPts val="0"/>
              </a:spcAft>
              <a:buClr>
                <a:schemeClr val="dk1"/>
              </a:buClr>
              <a:buSzPts val="1000"/>
              <a:buFont typeface="Lato"/>
              <a:buChar char="●"/>
            </a:pPr>
            <a:r>
              <a:rPr b="0" i="1" lang="vi" sz="1000" u="none" cap="none" strike="noStrike">
                <a:solidFill>
                  <a:schemeClr val="dk1"/>
                </a:solidFill>
                <a:latin typeface="Lato"/>
                <a:ea typeface="Lato"/>
                <a:cs typeface="Lato"/>
                <a:sym typeface="Lato"/>
              </a:rPr>
              <a:t>コミュニケーション</a:t>
            </a:r>
            <a:endParaRPr b="0" i="1" sz="1000" u="none" cap="none" strike="noStrike">
              <a:solidFill>
                <a:schemeClr val="dk1"/>
              </a:solidFill>
              <a:latin typeface="Lato"/>
              <a:ea typeface="Lato"/>
              <a:cs typeface="Lato"/>
              <a:sym typeface="Lato"/>
            </a:endParaRPr>
          </a:p>
          <a:p>
            <a:pPr indent="-292100" lvl="0" marL="457200" marR="0" rtl="0" algn="l">
              <a:lnSpc>
                <a:spcPct val="90000"/>
              </a:lnSpc>
              <a:spcBef>
                <a:spcPts val="0"/>
              </a:spcBef>
              <a:spcAft>
                <a:spcPts val="0"/>
              </a:spcAft>
              <a:buClr>
                <a:schemeClr val="dk1"/>
              </a:buClr>
              <a:buSzPts val="1000"/>
              <a:buFont typeface="Lato"/>
              <a:buChar char="●"/>
            </a:pPr>
            <a:r>
              <a:rPr b="0" i="1" lang="vi" sz="1000" u="none" cap="none" strike="noStrike">
                <a:solidFill>
                  <a:schemeClr val="dk1"/>
                </a:solidFill>
                <a:latin typeface="Lato"/>
                <a:ea typeface="Lato"/>
                <a:cs typeface="Lato"/>
                <a:sym typeface="Lato"/>
              </a:rPr>
              <a:t>品質管理活動</a:t>
            </a:r>
            <a:endParaRPr b="0" i="0" sz="1400" u="none" cap="none" strike="noStrike">
              <a:solidFill>
                <a:schemeClr val="dk1"/>
              </a:solidFill>
              <a:latin typeface="Lato"/>
              <a:ea typeface="Lato"/>
              <a:cs typeface="Lato"/>
              <a:sym typeface="Lato"/>
            </a:endParaRPr>
          </a:p>
          <a:p>
            <a:pPr indent="0" lvl="0" marL="0" marR="0" rtl="0" algn="l">
              <a:lnSpc>
                <a:spcPct val="90000"/>
              </a:lnSpc>
              <a:spcBef>
                <a:spcPts val="0"/>
              </a:spcBef>
              <a:spcAft>
                <a:spcPts val="0"/>
              </a:spcAft>
              <a:buClr>
                <a:schemeClr val="dk1"/>
              </a:buClr>
              <a:buSzPts val="1400"/>
              <a:buFont typeface="Calibri"/>
              <a:buNone/>
            </a:pPr>
            <a:r>
              <a:t/>
            </a:r>
            <a:endParaRPr b="1" i="0" sz="1400" u="none" cap="none" strike="noStrike">
              <a:solidFill>
                <a:schemeClr val="dk1"/>
              </a:solidFill>
              <a:latin typeface="Arial Black"/>
              <a:ea typeface="Arial Black"/>
              <a:cs typeface="Arial Black"/>
              <a:sym typeface="Arial Black"/>
            </a:endParaRPr>
          </a:p>
        </p:txBody>
      </p:sp>
      <p:sp>
        <p:nvSpPr>
          <p:cNvPr id="309" name="Google Shape;309;g3da6e048061_0_43"/>
          <p:cNvSpPr txBox="1"/>
          <p:nvPr/>
        </p:nvSpPr>
        <p:spPr>
          <a:xfrm>
            <a:off x="1312156" y="3766119"/>
            <a:ext cx="2057400" cy="3849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400"/>
              <a:buFont typeface="Calibri"/>
              <a:buNone/>
            </a:pPr>
            <a:r>
              <a:rPr b="1" i="0" lang="vi" sz="1400" u="none" cap="none" strike="noStrike">
                <a:solidFill>
                  <a:schemeClr val="dk1"/>
                </a:solidFill>
                <a:latin typeface="Chakra Petch"/>
                <a:ea typeface="Chakra Petch"/>
                <a:cs typeface="Chakra Petch"/>
                <a:sym typeface="Chakra Petch"/>
              </a:rPr>
              <a:t>なぜVMOなのか？</a:t>
            </a:r>
            <a:endParaRPr b="1" i="0" sz="1600" u="none" cap="none" strike="noStrike">
              <a:solidFill>
                <a:schemeClr val="dk1"/>
              </a:solidFill>
              <a:latin typeface="Chakra Petch"/>
              <a:ea typeface="Chakra Petch"/>
              <a:cs typeface="Chakra Petch"/>
              <a:sym typeface="Chakra Petch"/>
            </a:endParaRPr>
          </a:p>
          <a:p>
            <a:pPr indent="0" lvl="0" marL="0" marR="0" rtl="0" algn="l">
              <a:lnSpc>
                <a:spcPct val="90000"/>
              </a:lnSpc>
              <a:spcBef>
                <a:spcPts val="0"/>
              </a:spcBef>
              <a:spcAft>
                <a:spcPts val="0"/>
              </a:spcAft>
              <a:buClr>
                <a:srgbClr val="000000"/>
              </a:buClr>
              <a:buSzPts val="1400"/>
              <a:buFont typeface="Arial"/>
              <a:buNone/>
            </a:pPr>
            <a:r>
              <a:t/>
            </a:r>
            <a:endParaRPr b="1" i="0" sz="1400" u="none" cap="none" strike="noStrike">
              <a:solidFill>
                <a:schemeClr val="dk1"/>
              </a:solidFill>
              <a:latin typeface="Chakra Petch"/>
              <a:ea typeface="Chakra Petch"/>
              <a:cs typeface="Chakra Petch"/>
              <a:sym typeface="Chakra Petch"/>
            </a:endParaRPr>
          </a:p>
        </p:txBody>
      </p:sp>
      <p:sp>
        <p:nvSpPr>
          <p:cNvPr id="310" name="Google Shape;310;g3da6e048061_0_43"/>
          <p:cNvSpPr/>
          <p:nvPr/>
        </p:nvSpPr>
        <p:spPr>
          <a:xfrm>
            <a:off x="594850" y="1074907"/>
            <a:ext cx="471600" cy="483000"/>
          </a:xfrm>
          <a:prstGeom prst="rect">
            <a:avLst/>
          </a:prstGeom>
          <a:noFill/>
          <a:ln cap="flat" cmpd="sng" w="2540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200"/>
              <a:buFont typeface="Arial"/>
              <a:buNone/>
            </a:pPr>
            <a:r>
              <a:rPr b="1" i="0" lang="vi" sz="2200" u="none" cap="none" strike="noStrike">
                <a:solidFill>
                  <a:schemeClr val="accent4"/>
                </a:solidFill>
                <a:latin typeface="Arial Black"/>
                <a:ea typeface="Arial Black"/>
                <a:cs typeface="Arial Black"/>
                <a:sym typeface="Arial Black"/>
              </a:rPr>
              <a:t>1.</a:t>
            </a:r>
            <a:endParaRPr b="0" i="0" sz="1400" u="none" cap="none" strike="noStrike">
              <a:solidFill>
                <a:srgbClr val="000000"/>
              </a:solidFill>
              <a:latin typeface="Arial"/>
              <a:ea typeface="Arial"/>
              <a:cs typeface="Arial"/>
              <a:sym typeface="Arial"/>
            </a:endParaRPr>
          </a:p>
        </p:txBody>
      </p:sp>
      <p:sp>
        <p:nvSpPr>
          <p:cNvPr id="311" name="Google Shape;311;g3da6e048061_0_43"/>
          <p:cNvSpPr/>
          <p:nvPr/>
        </p:nvSpPr>
        <p:spPr>
          <a:xfrm>
            <a:off x="594850" y="1638552"/>
            <a:ext cx="471600" cy="483000"/>
          </a:xfrm>
          <a:prstGeom prst="rect">
            <a:avLst/>
          </a:prstGeom>
          <a:noFill/>
          <a:ln cap="flat" cmpd="sng" w="2540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200"/>
              <a:buFont typeface="Arial"/>
              <a:buNone/>
            </a:pPr>
            <a:r>
              <a:rPr b="1" i="0" lang="vi" sz="2200" u="none" cap="none" strike="noStrike">
                <a:solidFill>
                  <a:schemeClr val="accent4"/>
                </a:solidFill>
                <a:latin typeface="Arial Black"/>
                <a:ea typeface="Arial Black"/>
                <a:cs typeface="Arial Black"/>
                <a:sym typeface="Arial Black"/>
              </a:rPr>
              <a:t>2.</a:t>
            </a:r>
            <a:endParaRPr b="0" i="0" sz="1400" u="none" cap="none" strike="noStrike">
              <a:solidFill>
                <a:srgbClr val="000000"/>
              </a:solidFill>
              <a:latin typeface="Arial"/>
              <a:ea typeface="Arial"/>
              <a:cs typeface="Arial"/>
              <a:sym typeface="Arial"/>
            </a:endParaRPr>
          </a:p>
        </p:txBody>
      </p:sp>
      <p:sp>
        <p:nvSpPr>
          <p:cNvPr id="312" name="Google Shape;312;g3da6e048061_0_43"/>
          <p:cNvSpPr/>
          <p:nvPr/>
        </p:nvSpPr>
        <p:spPr>
          <a:xfrm>
            <a:off x="594850" y="2304453"/>
            <a:ext cx="471600" cy="483000"/>
          </a:xfrm>
          <a:prstGeom prst="rect">
            <a:avLst/>
          </a:prstGeom>
          <a:noFill/>
          <a:ln cap="flat" cmpd="sng" w="2540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200"/>
              <a:buFont typeface="Arial"/>
              <a:buNone/>
            </a:pPr>
            <a:r>
              <a:rPr b="1" i="0" lang="vi" sz="2200" u="none" cap="none" strike="noStrike">
                <a:solidFill>
                  <a:schemeClr val="accent4"/>
                </a:solidFill>
                <a:latin typeface="Arial Black"/>
                <a:ea typeface="Arial Black"/>
                <a:cs typeface="Arial Black"/>
                <a:sym typeface="Arial Black"/>
              </a:rPr>
              <a:t>3.</a:t>
            </a:r>
            <a:endParaRPr b="0" i="0" sz="1400" u="none" cap="none" strike="noStrike">
              <a:solidFill>
                <a:srgbClr val="000000"/>
              </a:solidFill>
              <a:latin typeface="Arial"/>
              <a:ea typeface="Arial"/>
              <a:cs typeface="Arial"/>
              <a:sym typeface="Arial"/>
            </a:endParaRPr>
          </a:p>
        </p:txBody>
      </p:sp>
      <p:sp>
        <p:nvSpPr>
          <p:cNvPr id="313" name="Google Shape;313;g3da6e048061_0_43"/>
          <p:cNvSpPr/>
          <p:nvPr/>
        </p:nvSpPr>
        <p:spPr>
          <a:xfrm>
            <a:off x="594850" y="3244175"/>
            <a:ext cx="471600" cy="429300"/>
          </a:xfrm>
          <a:prstGeom prst="rect">
            <a:avLst/>
          </a:prstGeom>
          <a:noFill/>
          <a:ln cap="flat" cmpd="sng" w="2540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200"/>
              <a:buFont typeface="Arial"/>
              <a:buNone/>
            </a:pPr>
            <a:r>
              <a:rPr b="1" i="0" lang="vi" sz="2200" u="none" cap="none" strike="noStrike">
                <a:solidFill>
                  <a:schemeClr val="accent4"/>
                </a:solidFill>
                <a:latin typeface="Arial Black"/>
                <a:ea typeface="Arial Black"/>
                <a:cs typeface="Arial Black"/>
                <a:sym typeface="Arial Black"/>
              </a:rPr>
              <a:t>4.</a:t>
            </a:r>
            <a:endParaRPr b="0" i="0" sz="1400" u="none" cap="none" strike="noStrike">
              <a:solidFill>
                <a:srgbClr val="000000"/>
              </a:solidFill>
              <a:latin typeface="Arial"/>
              <a:ea typeface="Arial"/>
              <a:cs typeface="Arial"/>
              <a:sym typeface="Arial"/>
            </a:endParaRPr>
          </a:p>
        </p:txBody>
      </p:sp>
      <p:sp>
        <p:nvSpPr>
          <p:cNvPr id="314" name="Google Shape;314;g3da6e048061_0_43"/>
          <p:cNvSpPr/>
          <p:nvPr/>
        </p:nvSpPr>
        <p:spPr>
          <a:xfrm>
            <a:off x="623011" y="4349075"/>
            <a:ext cx="471600" cy="429300"/>
          </a:xfrm>
          <a:prstGeom prst="rect">
            <a:avLst/>
          </a:prstGeom>
          <a:noFill/>
          <a:ln cap="flat" cmpd="sng" w="2540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200"/>
              <a:buFont typeface="Arial"/>
              <a:buNone/>
            </a:pPr>
            <a:r>
              <a:rPr b="1" i="0" lang="vi" sz="2200" u="none" cap="none" strike="noStrike">
                <a:solidFill>
                  <a:schemeClr val="accent4"/>
                </a:solidFill>
                <a:latin typeface="Arial Black"/>
                <a:ea typeface="Arial Black"/>
                <a:cs typeface="Arial Black"/>
                <a:sym typeface="Arial Black"/>
              </a:rPr>
              <a:t>6.</a:t>
            </a:r>
            <a:endParaRPr b="0" i="0" sz="1400" u="none" cap="none" strike="noStrike">
              <a:solidFill>
                <a:srgbClr val="000000"/>
              </a:solidFill>
              <a:latin typeface="Arial"/>
              <a:ea typeface="Arial"/>
              <a:cs typeface="Arial"/>
              <a:sym typeface="Arial"/>
            </a:endParaRPr>
          </a:p>
        </p:txBody>
      </p:sp>
      <p:sp>
        <p:nvSpPr>
          <p:cNvPr id="315" name="Google Shape;315;g3da6e048061_0_43"/>
          <p:cNvSpPr/>
          <p:nvPr/>
        </p:nvSpPr>
        <p:spPr>
          <a:xfrm>
            <a:off x="623011" y="3758939"/>
            <a:ext cx="471600" cy="429300"/>
          </a:xfrm>
          <a:prstGeom prst="rect">
            <a:avLst/>
          </a:prstGeom>
          <a:noFill/>
          <a:ln cap="flat" cmpd="sng" w="2540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200"/>
              <a:buFont typeface="Arial"/>
              <a:buNone/>
            </a:pPr>
            <a:r>
              <a:rPr b="1" i="0" lang="vi" sz="2200" u="none" cap="none" strike="noStrike">
                <a:solidFill>
                  <a:schemeClr val="accent4"/>
                </a:solidFill>
                <a:latin typeface="Arial Black"/>
                <a:ea typeface="Arial Black"/>
                <a:cs typeface="Arial Black"/>
                <a:sym typeface="Arial Black"/>
              </a:rPr>
              <a:t>5.</a:t>
            </a:r>
            <a:endParaRPr b="0" i="0" sz="1400" u="none" cap="none" strike="noStrike">
              <a:solidFill>
                <a:srgbClr val="000000"/>
              </a:solidFill>
              <a:latin typeface="Arial"/>
              <a:ea typeface="Arial"/>
              <a:cs typeface="Arial"/>
              <a:sym typeface="Arial"/>
            </a:endParaRPr>
          </a:p>
        </p:txBody>
      </p:sp>
      <p:sp>
        <p:nvSpPr>
          <p:cNvPr id="316" name="Google Shape;316;g3da6e048061_0_43"/>
          <p:cNvSpPr txBox="1"/>
          <p:nvPr/>
        </p:nvSpPr>
        <p:spPr>
          <a:xfrm>
            <a:off x="265733" y="541098"/>
            <a:ext cx="7818000" cy="161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400"/>
              <a:buFont typeface="Arial"/>
              <a:buNone/>
            </a:pPr>
            <a:r>
              <a:t/>
            </a:r>
            <a:endParaRPr b="1" i="0" sz="1400" u="none" cap="none" strike="noStrike">
              <a:solidFill>
                <a:srgbClr val="1D93C9"/>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0" name="Shape 320"/>
        <p:cNvGrpSpPr/>
        <p:nvPr/>
      </p:nvGrpSpPr>
      <p:grpSpPr>
        <a:xfrm>
          <a:off x="0" y="0"/>
          <a:ext cx="0" cy="0"/>
          <a:chOff x="0" y="0"/>
          <a:chExt cx="0" cy="0"/>
        </a:xfrm>
      </p:grpSpPr>
      <p:pic>
        <p:nvPicPr>
          <p:cNvPr descr="A person standing on a rocky mountain top&#10;&#10;AI-generated content may be incorrect." id="321" name="Google Shape;321;g3da6f396820_0_588"/>
          <p:cNvPicPr preferRelativeResize="0"/>
          <p:nvPr>
            <p:ph idx="2" type="pic"/>
          </p:nvPr>
        </p:nvPicPr>
        <p:blipFill rotWithShape="1">
          <a:blip r:embed="rId3">
            <a:alphaModFix/>
          </a:blip>
          <a:srcRect b="0" l="0" r="0" t="0"/>
          <a:stretch/>
        </p:blipFill>
        <p:spPr>
          <a:xfrm>
            <a:off x="0" y="0"/>
            <a:ext cx="9144000" cy="4734925"/>
          </a:xfrm>
          <a:prstGeom prst="rect">
            <a:avLst/>
          </a:prstGeom>
          <a:noFill/>
          <a:ln>
            <a:noFill/>
          </a:ln>
        </p:spPr>
      </p:pic>
      <p:sp>
        <p:nvSpPr>
          <p:cNvPr id="322" name="Google Shape;322;g3da6f396820_0_588"/>
          <p:cNvSpPr/>
          <p:nvPr/>
        </p:nvSpPr>
        <p:spPr>
          <a:xfrm>
            <a:off x="0" y="8725"/>
            <a:ext cx="9144000" cy="4726200"/>
          </a:xfrm>
          <a:prstGeom prst="rect">
            <a:avLst/>
          </a:prstGeom>
          <a:solidFill>
            <a:srgbClr val="063C67">
              <a:alpha val="47843"/>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323" name="Google Shape;323;g3da6f396820_0_588"/>
          <p:cNvSpPr txBox="1"/>
          <p:nvPr/>
        </p:nvSpPr>
        <p:spPr>
          <a:xfrm>
            <a:off x="1396349" y="1519406"/>
            <a:ext cx="69495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200"/>
              <a:buFont typeface="Arial"/>
              <a:buNone/>
            </a:pPr>
            <a:r>
              <a:rPr b="1" i="0" lang="vi" sz="3900" u="none" cap="none" strike="noStrike">
                <a:solidFill>
                  <a:srgbClr val="FFFFFF"/>
                </a:solidFill>
                <a:latin typeface="Chakra Petch"/>
                <a:ea typeface="Chakra Petch"/>
                <a:cs typeface="Chakra Petch"/>
                <a:sym typeface="Chakra Petch"/>
              </a:rPr>
              <a:t>VMO &amp; 富士フイルムの実績</a:t>
            </a:r>
            <a:endParaRPr b="0" i="0" sz="400" u="none" cap="none" strike="noStrike">
              <a:solidFill>
                <a:srgbClr val="000000"/>
              </a:solidFill>
              <a:latin typeface="Arial"/>
              <a:ea typeface="Arial"/>
              <a:cs typeface="Arial"/>
              <a:sym typeface="Arial"/>
            </a:endParaRPr>
          </a:p>
        </p:txBody>
      </p:sp>
      <p:pic>
        <p:nvPicPr>
          <p:cNvPr descr="Une image contenant capture d’écran, Rectangle, carré, texte&#10;&#10;Description générée automatiquement" id="324" name="Google Shape;324;g3da6f396820_0_588"/>
          <p:cNvPicPr preferRelativeResize="0"/>
          <p:nvPr/>
        </p:nvPicPr>
        <p:blipFill rotWithShape="1">
          <a:blip r:embed="rId4">
            <a:alphaModFix/>
          </a:blip>
          <a:srcRect b="0" l="0" r="0" t="0"/>
          <a:stretch/>
        </p:blipFill>
        <p:spPr>
          <a:xfrm>
            <a:off x="937550" y="460675"/>
            <a:ext cx="1991051" cy="2849700"/>
          </a:xfrm>
          <a:prstGeom prst="rect">
            <a:avLst/>
          </a:prstGeom>
          <a:noFill/>
          <a:ln>
            <a:noFill/>
          </a:ln>
        </p:spPr>
      </p:pic>
      <p:sp>
        <p:nvSpPr>
          <p:cNvPr id="325" name="Google Shape;325;g3da6f396820_0_588"/>
          <p:cNvSpPr txBox="1"/>
          <p:nvPr>
            <p:ph idx="4294967295" type="sldNum"/>
          </p:nvPr>
        </p:nvSpPr>
        <p:spPr>
          <a:xfrm>
            <a:off x="11703011" y="6319223"/>
            <a:ext cx="731700" cy="524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endParaRPr/>
          </a:p>
        </p:txBody>
      </p:sp>
      <p:sp>
        <p:nvSpPr>
          <p:cNvPr id="326" name="Google Shape;326;g3da6f396820_0_588"/>
          <p:cNvSpPr/>
          <p:nvPr/>
        </p:nvSpPr>
        <p:spPr>
          <a:xfrm>
            <a:off x="428200" y="1359200"/>
            <a:ext cx="786600" cy="963300"/>
          </a:xfrm>
          <a:prstGeom prst="roundRect">
            <a:avLst>
              <a:gd fmla="val 16851"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1" i="0" lang="vi" sz="3900" u="none" cap="none" strike="noStrike">
                <a:solidFill>
                  <a:schemeClr val="dk1"/>
                </a:solidFill>
                <a:latin typeface="Chakra Petch"/>
                <a:ea typeface="Chakra Petch"/>
                <a:cs typeface="Chakra Petch"/>
                <a:sym typeface="Chakra Petch"/>
              </a:rPr>
              <a:t>#</a:t>
            </a:r>
            <a:endParaRPr b="1" i="0" sz="3900" u="none" cap="none" strike="noStrike">
              <a:solidFill>
                <a:schemeClr val="dk1"/>
              </a:solidFill>
              <a:latin typeface="Chakra Petch"/>
              <a:ea typeface="Chakra Petch"/>
              <a:cs typeface="Chakra Petch"/>
              <a:sym typeface="Chakra Petch"/>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 name="Shape 331"/>
        <p:cNvGrpSpPr/>
        <p:nvPr/>
      </p:nvGrpSpPr>
      <p:grpSpPr>
        <a:xfrm>
          <a:off x="0" y="0"/>
          <a:ext cx="0" cy="0"/>
          <a:chOff x="0" y="0"/>
          <a:chExt cx="0" cy="0"/>
        </a:xfrm>
      </p:grpSpPr>
      <p:sp>
        <p:nvSpPr>
          <p:cNvPr id="332" name="Google Shape;332;g3da6f396820_0_597"/>
          <p:cNvSpPr txBox="1"/>
          <p:nvPr>
            <p:ph idx="2" type="body"/>
          </p:nvPr>
        </p:nvSpPr>
        <p:spPr>
          <a:xfrm>
            <a:off x="1387175" y="502650"/>
            <a:ext cx="6283800" cy="169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提案内容</a:t>
            </a:r>
            <a:endParaRPr sz="1100">
              <a:latin typeface="Chakra Petch"/>
              <a:ea typeface="Chakra Petch"/>
              <a:cs typeface="Chakra Petch"/>
              <a:sym typeface="Chakra Petch"/>
            </a:endParaRPr>
          </a:p>
        </p:txBody>
      </p:sp>
      <p:pic>
        <p:nvPicPr>
          <p:cNvPr id="333" name="Google Shape;333;g3da6f396820_0_597"/>
          <p:cNvPicPr preferRelativeResize="0"/>
          <p:nvPr/>
        </p:nvPicPr>
        <p:blipFill rotWithShape="1">
          <a:blip r:embed="rId3">
            <a:alphaModFix/>
          </a:blip>
          <a:srcRect b="0" l="0" r="0" t="0"/>
          <a:stretch/>
        </p:blipFill>
        <p:spPr>
          <a:xfrm>
            <a:off x="762328" y="475523"/>
            <a:ext cx="514793" cy="208200"/>
          </a:xfrm>
          <a:prstGeom prst="rect">
            <a:avLst/>
          </a:prstGeom>
          <a:noFill/>
          <a:ln>
            <a:noFill/>
          </a:ln>
        </p:spPr>
      </p:pic>
      <p:sp>
        <p:nvSpPr>
          <p:cNvPr id="334" name="Google Shape;334;g3da6f396820_0_597"/>
          <p:cNvSpPr txBox="1"/>
          <p:nvPr>
            <p:ph idx="1" type="body"/>
          </p:nvPr>
        </p:nvSpPr>
        <p:spPr>
          <a:xfrm>
            <a:off x="762325" y="97250"/>
            <a:ext cx="65907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a:t>
            </a:r>
            <a:r>
              <a:rPr b="1" lang="vi" sz="2000">
                <a:latin typeface="Chakra Petch"/>
                <a:ea typeface="Chakra Petch"/>
                <a:cs typeface="Chakra Petch"/>
                <a:sym typeface="Chakra Petch"/>
              </a:rPr>
              <a:t>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VMO &amp; 富士フイルム 実績</a:t>
            </a:r>
            <a:endParaRPr b="1" sz="2000">
              <a:latin typeface="Chakra Petch"/>
              <a:ea typeface="Chakra Petch"/>
              <a:cs typeface="Chakra Petch"/>
              <a:sym typeface="Chakra Petch"/>
            </a:endParaRPr>
          </a:p>
        </p:txBody>
      </p:sp>
      <p:sp>
        <p:nvSpPr>
          <p:cNvPr id="335" name="Google Shape;335;g3da6f396820_0_597"/>
          <p:cNvSpPr/>
          <p:nvPr/>
        </p:nvSpPr>
        <p:spPr>
          <a:xfrm>
            <a:off x="83371" y="698760"/>
            <a:ext cx="4146300" cy="4421100"/>
          </a:xfrm>
          <a:prstGeom prst="rect">
            <a:avLst/>
          </a:prstGeom>
          <a:solidFill>
            <a:srgbClr val="CBEAF8"/>
          </a:solidFill>
          <a:ln>
            <a:noFill/>
          </a:ln>
        </p:spPr>
        <p:txBody>
          <a:bodyPr anchorCtr="0" anchor="ctr" bIns="22850" lIns="45725" spcFirstLastPara="1" rIns="45725" wrap="square" tIns="22850">
            <a:noAutofit/>
          </a:bodyPr>
          <a:lstStyle/>
          <a:p>
            <a:pPr indent="0" lvl="0" marL="0" marR="0" rtl="0" algn="ctr">
              <a:lnSpc>
                <a:spcPct val="90000"/>
              </a:lnSpc>
              <a:spcBef>
                <a:spcPts val="0"/>
              </a:spcBef>
              <a:spcAft>
                <a:spcPts val="0"/>
              </a:spcAft>
              <a:buClr>
                <a:srgbClr val="000000"/>
              </a:buClr>
              <a:buSzPts val="900"/>
              <a:buFont typeface="Arial"/>
              <a:buNone/>
            </a:pPr>
            <a:r>
              <a:t/>
            </a:r>
            <a:endParaRPr b="0" i="0" sz="900" u="none" cap="none" strike="noStrike">
              <a:solidFill>
                <a:srgbClr val="FFFFFF"/>
              </a:solidFill>
              <a:latin typeface="Calibri"/>
              <a:ea typeface="Calibri"/>
              <a:cs typeface="Calibri"/>
              <a:sym typeface="Calibri"/>
            </a:endParaRPr>
          </a:p>
        </p:txBody>
      </p:sp>
      <p:grpSp>
        <p:nvGrpSpPr>
          <p:cNvPr id="336" name="Google Shape;336;g3da6f396820_0_597"/>
          <p:cNvGrpSpPr/>
          <p:nvPr/>
        </p:nvGrpSpPr>
        <p:grpSpPr>
          <a:xfrm>
            <a:off x="1767737" y="2289526"/>
            <a:ext cx="646602" cy="220821"/>
            <a:chOff x="8488420" y="3079646"/>
            <a:chExt cx="1311300" cy="837076"/>
          </a:xfrm>
        </p:grpSpPr>
        <p:sp>
          <p:nvSpPr>
            <p:cNvPr id="337" name="Google Shape;337;g3da6f396820_0_597"/>
            <p:cNvSpPr/>
            <p:nvPr/>
          </p:nvSpPr>
          <p:spPr>
            <a:xfrm rot="10800000">
              <a:off x="8488420" y="3079646"/>
              <a:ext cx="1311300" cy="689400"/>
            </a:xfrm>
            <a:prstGeom prst="triangle">
              <a:avLst>
                <a:gd fmla="val 50000" name="adj"/>
              </a:avLst>
            </a:prstGeom>
            <a:solidFill>
              <a:schemeClr val="lt1"/>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Calibri"/>
                <a:ea typeface="Calibri"/>
                <a:cs typeface="Calibri"/>
                <a:sym typeface="Calibri"/>
              </a:endParaRPr>
            </a:p>
          </p:txBody>
        </p:sp>
        <p:grpSp>
          <p:nvGrpSpPr>
            <p:cNvPr id="338" name="Google Shape;338;g3da6f396820_0_597"/>
            <p:cNvGrpSpPr/>
            <p:nvPr/>
          </p:nvGrpSpPr>
          <p:grpSpPr>
            <a:xfrm rot="10800000">
              <a:off x="8721721" y="3494917"/>
              <a:ext cx="805341" cy="421805"/>
              <a:chOff x="8834334" y="893229"/>
              <a:chExt cx="805341" cy="421805"/>
            </a:xfrm>
          </p:grpSpPr>
          <p:cxnSp>
            <p:nvCxnSpPr>
              <p:cNvPr id="339" name="Google Shape;339;g3da6f396820_0_597"/>
              <p:cNvCxnSpPr/>
              <p:nvPr/>
            </p:nvCxnSpPr>
            <p:spPr>
              <a:xfrm flipH="1" rot="10800000">
                <a:off x="8834334" y="893234"/>
                <a:ext cx="404400" cy="421800"/>
              </a:xfrm>
              <a:prstGeom prst="straightConnector1">
                <a:avLst/>
              </a:prstGeom>
              <a:noFill/>
              <a:ln cap="sq" cmpd="sng" w="9525">
                <a:solidFill>
                  <a:schemeClr val="accent4"/>
                </a:solidFill>
                <a:prstDash val="solid"/>
                <a:bevel/>
                <a:headEnd len="sm" w="sm" type="none"/>
                <a:tailEnd len="sm" w="sm" type="none"/>
              </a:ln>
            </p:spPr>
          </p:cxnSp>
          <p:cxnSp>
            <p:nvCxnSpPr>
              <p:cNvPr id="340" name="Google Shape;340;g3da6f396820_0_597"/>
              <p:cNvCxnSpPr/>
              <p:nvPr/>
            </p:nvCxnSpPr>
            <p:spPr>
              <a:xfrm rot="10800000">
                <a:off x="9238875" y="893229"/>
                <a:ext cx="400800" cy="421800"/>
              </a:xfrm>
              <a:prstGeom prst="straightConnector1">
                <a:avLst/>
              </a:prstGeom>
              <a:noFill/>
              <a:ln cap="sq" cmpd="sng" w="9525">
                <a:solidFill>
                  <a:schemeClr val="accent4"/>
                </a:solidFill>
                <a:prstDash val="solid"/>
                <a:bevel/>
                <a:headEnd len="sm" w="sm" type="none"/>
                <a:tailEnd len="sm" w="sm" type="none"/>
              </a:ln>
            </p:spPr>
          </p:cxnSp>
        </p:grpSp>
      </p:grpSp>
      <p:pic>
        <p:nvPicPr>
          <p:cNvPr id="341" name="Google Shape;341;g3da6f396820_0_597"/>
          <p:cNvPicPr preferRelativeResize="0"/>
          <p:nvPr/>
        </p:nvPicPr>
        <p:blipFill rotWithShape="1">
          <a:blip r:embed="rId4">
            <a:alphaModFix/>
          </a:blip>
          <a:srcRect b="0" l="0" r="0" t="0"/>
          <a:stretch/>
        </p:blipFill>
        <p:spPr>
          <a:xfrm>
            <a:off x="2517726" y="1067412"/>
            <a:ext cx="346301" cy="353260"/>
          </a:xfrm>
          <a:prstGeom prst="rect">
            <a:avLst/>
          </a:prstGeom>
          <a:noFill/>
          <a:ln>
            <a:noFill/>
          </a:ln>
        </p:spPr>
      </p:pic>
      <p:pic>
        <p:nvPicPr>
          <p:cNvPr id="342" name="Google Shape;342;g3da6f396820_0_597"/>
          <p:cNvPicPr preferRelativeResize="0"/>
          <p:nvPr/>
        </p:nvPicPr>
        <p:blipFill rotWithShape="1">
          <a:blip r:embed="rId5">
            <a:alphaModFix/>
          </a:blip>
          <a:srcRect b="0" l="0" r="0" t="0"/>
          <a:stretch/>
        </p:blipFill>
        <p:spPr>
          <a:xfrm>
            <a:off x="116165" y="772018"/>
            <a:ext cx="381000" cy="381000"/>
          </a:xfrm>
          <a:prstGeom prst="rect">
            <a:avLst/>
          </a:prstGeom>
          <a:noFill/>
          <a:ln>
            <a:noFill/>
          </a:ln>
        </p:spPr>
      </p:pic>
      <p:sp>
        <p:nvSpPr>
          <p:cNvPr id="343" name="Google Shape;343;g3da6f396820_0_597"/>
          <p:cNvSpPr txBox="1"/>
          <p:nvPr/>
        </p:nvSpPr>
        <p:spPr>
          <a:xfrm>
            <a:off x="547275" y="816200"/>
            <a:ext cx="2010900" cy="2769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1D93C9"/>
              </a:buClr>
              <a:buSzPts val="1400"/>
              <a:buFont typeface="Calibri"/>
              <a:buNone/>
            </a:pPr>
            <a:r>
              <a:rPr b="1" i="0" lang="vi" sz="1400" u="none" cap="none" strike="noStrike">
                <a:solidFill>
                  <a:srgbClr val="1D93C9"/>
                </a:solidFill>
                <a:latin typeface="Lato"/>
                <a:ea typeface="Lato"/>
                <a:cs typeface="Lato"/>
                <a:sym typeface="Lato"/>
              </a:rPr>
              <a:t>4 </a:t>
            </a:r>
            <a:r>
              <a:rPr b="0" i="0" lang="vi" sz="900" u="none" cap="none" strike="noStrike">
                <a:solidFill>
                  <a:srgbClr val="858591"/>
                </a:solidFill>
                <a:latin typeface="Lato"/>
                <a:ea typeface="Lato"/>
                <a:cs typeface="Lato"/>
                <a:sym typeface="Lato"/>
              </a:rPr>
              <a:t>members for 富士フイルム</a:t>
            </a:r>
            <a:endParaRPr b="1" i="0" sz="1000" u="none" cap="none" strike="noStrike">
              <a:solidFill>
                <a:srgbClr val="063C67"/>
              </a:solidFill>
              <a:latin typeface="Lato"/>
              <a:ea typeface="Lato"/>
              <a:cs typeface="Lato"/>
              <a:sym typeface="Lato"/>
            </a:endParaRPr>
          </a:p>
        </p:txBody>
      </p:sp>
      <p:sp>
        <p:nvSpPr>
          <p:cNvPr id="344" name="Google Shape;344;g3da6f396820_0_597"/>
          <p:cNvSpPr txBox="1"/>
          <p:nvPr/>
        </p:nvSpPr>
        <p:spPr>
          <a:xfrm>
            <a:off x="4983988" y="1387310"/>
            <a:ext cx="1339800" cy="470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1D93C9"/>
              </a:buClr>
              <a:buSzPts val="1100"/>
              <a:buFont typeface="Calibri"/>
              <a:buNone/>
            </a:pPr>
            <a:r>
              <a:rPr b="1" i="0" lang="vi" sz="1100" u="none" cap="none" strike="noStrike">
                <a:solidFill>
                  <a:srgbClr val="1D93C9"/>
                </a:solidFill>
                <a:latin typeface="Lato"/>
                <a:ea typeface="Lato"/>
                <a:cs typeface="Lato"/>
                <a:sym typeface="Lato"/>
              </a:rPr>
              <a:t>Power Platform
Power Pages</a:t>
            </a:r>
            <a:endParaRPr b="0" i="0" sz="700" u="none" cap="none" strike="noStrike">
              <a:solidFill>
                <a:srgbClr val="000000"/>
              </a:solidFill>
              <a:latin typeface="Lato"/>
              <a:ea typeface="Lato"/>
              <a:cs typeface="Lato"/>
              <a:sym typeface="Lato"/>
            </a:endParaRPr>
          </a:p>
        </p:txBody>
      </p:sp>
      <p:sp>
        <p:nvSpPr>
          <p:cNvPr id="345" name="Google Shape;345;g3da6f396820_0_597"/>
          <p:cNvSpPr txBox="1"/>
          <p:nvPr/>
        </p:nvSpPr>
        <p:spPr>
          <a:xfrm>
            <a:off x="7123510" y="1365521"/>
            <a:ext cx="1665900" cy="595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1D93C9"/>
              </a:buClr>
              <a:buSzPts val="1100"/>
              <a:buFont typeface="Calibri"/>
              <a:buNone/>
            </a:pPr>
            <a:r>
              <a:rPr b="1" i="0" lang="vi" sz="1100" u="none" cap="none" strike="noStrike">
                <a:solidFill>
                  <a:srgbClr val="1D93C9"/>
                </a:solidFill>
                <a:latin typeface="Lato"/>
                <a:ea typeface="Lato"/>
                <a:cs typeface="Lato"/>
                <a:sym typeface="Lato"/>
              </a:rPr>
              <a:t>プロジェクト管理</a:t>
            </a:r>
            <a:endParaRPr b="0" i="0" sz="700" u="none" cap="none" strike="noStrike">
              <a:solidFill>
                <a:srgbClr val="000000"/>
              </a:solidFill>
              <a:latin typeface="Lato"/>
              <a:ea typeface="Lato"/>
              <a:cs typeface="Lato"/>
              <a:sym typeface="Lato"/>
            </a:endParaRPr>
          </a:p>
          <a:p>
            <a:pPr indent="0" lvl="0" marL="0" marR="0" rtl="0" algn="l">
              <a:lnSpc>
                <a:spcPct val="90000"/>
              </a:lnSpc>
              <a:spcBef>
                <a:spcPts val="0"/>
              </a:spcBef>
              <a:spcAft>
                <a:spcPts val="0"/>
              </a:spcAft>
              <a:buClr>
                <a:srgbClr val="1D93C9"/>
              </a:buClr>
              <a:buSzPts val="1100"/>
              <a:buFont typeface="Calibri"/>
              <a:buNone/>
            </a:pPr>
            <a:r>
              <a:rPr b="1" i="0" lang="vi" sz="1100" u="none" cap="none" strike="noStrike">
                <a:solidFill>
                  <a:srgbClr val="1D93C9"/>
                </a:solidFill>
                <a:latin typeface="Lato"/>
                <a:ea typeface="Lato"/>
                <a:cs typeface="Lato"/>
                <a:sym typeface="Lato"/>
              </a:rPr>
              <a:t>品質保証</a:t>
            </a:r>
            <a:endParaRPr b="0" i="0" sz="700" u="none" cap="none" strike="noStrike">
              <a:solidFill>
                <a:srgbClr val="000000"/>
              </a:solidFill>
              <a:latin typeface="Lato"/>
              <a:ea typeface="Lato"/>
              <a:cs typeface="Lato"/>
              <a:sym typeface="Lato"/>
            </a:endParaRPr>
          </a:p>
        </p:txBody>
      </p:sp>
      <p:sp>
        <p:nvSpPr>
          <p:cNvPr id="346" name="Google Shape;346;g3da6f396820_0_597"/>
          <p:cNvSpPr txBox="1"/>
          <p:nvPr/>
        </p:nvSpPr>
        <p:spPr>
          <a:xfrm>
            <a:off x="4946386" y="2253352"/>
            <a:ext cx="969600" cy="303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1D93C9"/>
              </a:buClr>
              <a:buSzPts val="1100"/>
              <a:buFont typeface="Calibri"/>
              <a:buNone/>
            </a:pPr>
            <a:r>
              <a:rPr b="1" i="0" lang="vi" sz="1100" u="none" cap="none" strike="noStrike">
                <a:solidFill>
                  <a:srgbClr val="1D93C9"/>
                </a:solidFill>
                <a:latin typeface="Lato"/>
                <a:ea typeface="Lato"/>
                <a:cs typeface="Lato"/>
                <a:sym typeface="Lato"/>
              </a:rPr>
              <a:t>ブリッジSE
（日本語堪能）</a:t>
            </a:r>
            <a:endParaRPr b="0" i="0" sz="700" u="none" cap="none" strike="noStrike">
              <a:solidFill>
                <a:srgbClr val="000000"/>
              </a:solidFill>
              <a:latin typeface="Lato"/>
              <a:ea typeface="Lato"/>
              <a:cs typeface="Lato"/>
              <a:sym typeface="Lato"/>
            </a:endParaRPr>
          </a:p>
        </p:txBody>
      </p:sp>
      <p:sp>
        <p:nvSpPr>
          <p:cNvPr id="347" name="Google Shape;347;g3da6f396820_0_597"/>
          <p:cNvSpPr txBox="1"/>
          <p:nvPr/>
        </p:nvSpPr>
        <p:spPr>
          <a:xfrm>
            <a:off x="544746" y="1318542"/>
            <a:ext cx="1830900" cy="417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D93C9"/>
              </a:buClr>
              <a:buSzPts val="1400"/>
              <a:buFont typeface="Calibri"/>
              <a:buNone/>
            </a:pPr>
            <a:r>
              <a:rPr b="1" i="0" lang="vi" sz="1400" u="none" cap="none" strike="noStrike">
                <a:solidFill>
                  <a:srgbClr val="1D93C9"/>
                </a:solidFill>
                <a:latin typeface="Lato"/>
                <a:ea typeface="Lato"/>
                <a:cs typeface="Lato"/>
                <a:sym typeface="Lato"/>
              </a:rPr>
              <a:t>提案 </a:t>
            </a:r>
            <a:r>
              <a:rPr b="0" i="0" lang="vi" sz="900" u="none" cap="none" strike="noStrike">
                <a:solidFill>
                  <a:schemeClr val="dk2"/>
                </a:solidFill>
                <a:latin typeface="Lato"/>
                <a:ea typeface="Lato"/>
                <a:cs typeface="Lato"/>
                <a:sym typeface="Lato"/>
              </a:rPr>
              <a:t>projects  from 提案0提案4</a:t>
            </a:r>
            <a:endParaRPr b="0" i="0" sz="700" u="none" cap="none" strike="noStrike">
              <a:solidFill>
                <a:srgbClr val="000000"/>
              </a:solidFill>
              <a:latin typeface="Lato"/>
              <a:ea typeface="Lato"/>
              <a:cs typeface="Lato"/>
              <a:sym typeface="Lato"/>
            </a:endParaRPr>
          </a:p>
        </p:txBody>
      </p:sp>
      <p:pic>
        <p:nvPicPr>
          <p:cNvPr id="348" name="Google Shape;348;g3da6f396820_0_597"/>
          <p:cNvPicPr preferRelativeResize="0"/>
          <p:nvPr/>
        </p:nvPicPr>
        <p:blipFill rotWithShape="1">
          <a:blip r:embed="rId6">
            <a:alphaModFix/>
          </a:blip>
          <a:srcRect b="0" l="0" r="0" t="0"/>
          <a:stretch/>
        </p:blipFill>
        <p:spPr>
          <a:xfrm>
            <a:off x="148122" y="1334696"/>
            <a:ext cx="342001" cy="342001"/>
          </a:xfrm>
          <a:prstGeom prst="rect">
            <a:avLst/>
          </a:prstGeom>
          <a:noFill/>
          <a:ln>
            <a:noFill/>
          </a:ln>
        </p:spPr>
      </p:pic>
      <p:sp>
        <p:nvSpPr>
          <p:cNvPr id="349" name="Google Shape;349;g3da6f396820_0_597"/>
          <p:cNvSpPr txBox="1"/>
          <p:nvPr/>
        </p:nvSpPr>
        <p:spPr>
          <a:xfrm>
            <a:off x="4958178" y="2812130"/>
            <a:ext cx="883200" cy="626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1D93C9"/>
              </a:buClr>
              <a:buSzPts val="1100"/>
              <a:buFont typeface="Calibri"/>
              <a:buNone/>
            </a:pPr>
            <a:r>
              <a:rPr b="1" i="0" lang="vi" sz="1100" u="none" cap="none" strike="noStrike">
                <a:solidFill>
                  <a:srgbClr val="1D93C9"/>
                </a:solidFill>
                <a:latin typeface="Lato"/>
                <a:ea typeface="Lato"/>
                <a:cs typeface="Lato"/>
                <a:sym typeface="Lato"/>
              </a:rPr>
              <a:t>ODC運用
ベストプラクティス</a:t>
            </a:r>
            <a:endParaRPr b="0" i="0" sz="700" u="none" cap="none" strike="noStrike">
              <a:solidFill>
                <a:srgbClr val="000000"/>
              </a:solidFill>
              <a:latin typeface="Lato"/>
              <a:ea typeface="Lato"/>
              <a:cs typeface="Lato"/>
              <a:sym typeface="Lato"/>
            </a:endParaRPr>
          </a:p>
        </p:txBody>
      </p:sp>
      <p:grpSp>
        <p:nvGrpSpPr>
          <p:cNvPr id="350" name="Google Shape;350;g3da6f396820_0_597"/>
          <p:cNvGrpSpPr/>
          <p:nvPr/>
        </p:nvGrpSpPr>
        <p:grpSpPr>
          <a:xfrm>
            <a:off x="4283061" y="1292371"/>
            <a:ext cx="625950" cy="625950"/>
            <a:chOff x="14810509" y="6011898"/>
            <a:chExt cx="1251900" cy="1251900"/>
          </a:xfrm>
        </p:grpSpPr>
        <p:sp>
          <p:nvSpPr>
            <p:cNvPr id="351" name="Google Shape;351;g3da6f396820_0_597"/>
            <p:cNvSpPr/>
            <p:nvPr/>
          </p:nvSpPr>
          <p:spPr>
            <a:xfrm>
              <a:off x="14810509" y="6011898"/>
              <a:ext cx="1251900" cy="1251900"/>
            </a:xfrm>
            <a:prstGeom prst="roundRect">
              <a:avLst>
                <a:gd fmla="val 16667" name="adj"/>
              </a:avLst>
            </a:prstGeom>
            <a:solidFill>
              <a:schemeClr val="accent5"/>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pic>
          <p:nvPicPr>
            <p:cNvPr id="352" name="Google Shape;352;g3da6f396820_0_597"/>
            <p:cNvPicPr preferRelativeResize="0"/>
            <p:nvPr/>
          </p:nvPicPr>
          <p:blipFill rotWithShape="1">
            <a:blip r:embed="rId7">
              <a:alphaModFix/>
            </a:blip>
            <a:srcRect b="0" l="0" r="0" t="0"/>
            <a:stretch/>
          </p:blipFill>
          <p:spPr>
            <a:xfrm>
              <a:off x="15085584" y="6170631"/>
              <a:ext cx="701737" cy="701737"/>
            </a:xfrm>
            <a:prstGeom prst="rect">
              <a:avLst/>
            </a:prstGeom>
            <a:noFill/>
            <a:ln>
              <a:noFill/>
            </a:ln>
          </p:spPr>
        </p:pic>
        <p:sp>
          <p:nvSpPr>
            <p:cNvPr id="353" name="Google Shape;353;g3da6f396820_0_597"/>
            <p:cNvSpPr/>
            <p:nvPr/>
          </p:nvSpPr>
          <p:spPr>
            <a:xfrm>
              <a:off x="15164023" y="6911951"/>
              <a:ext cx="647700" cy="333300"/>
            </a:xfrm>
            <a:prstGeom prst="rect">
              <a:avLst/>
            </a:prstGeom>
            <a:no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grpSp>
        <p:nvGrpSpPr>
          <p:cNvPr id="354" name="Google Shape;354;g3da6f396820_0_597"/>
          <p:cNvGrpSpPr/>
          <p:nvPr/>
        </p:nvGrpSpPr>
        <p:grpSpPr>
          <a:xfrm>
            <a:off x="6461279" y="1286228"/>
            <a:ext cx="625950" cy="623071"/>
            <a:chOff x="8651065" y="3557445"/>
            <a:chExt cx="1251900" cy="1251900"/>
          </a:xfrm>
        </p:grpSpPr>
        <p:grpSp>
          <p:nvGrpSpPr>
            <p:cNvPr id="355" name="Google Shape;355;g3da6f396820_0_597"/>
            <p:cNvGrpSpPr/>
            <p:nvPr/>
          </p:nvGrpSpPr>
          <p:grpSpPr>
            <a:xfrm>
              <a:off x="8651065" y="3557445"/>
              <a:ext cx="1251900" cy="1251900"/>
              <a:chOff x="14810509" y="6011898"/>
              <a:chExt cx="1251900" cy="1251900"/>
            </a:xfrm>
          </p:grpSpPr>
          <p:sp>
            <p:nvSpPr>
              <p:cNvPr id="356" name="Google Shape;356;g3da6f396820_0_597"/>
              <p:cNvSpPr/>
              <p:nvPr/>
            </p:nvSpPr>
            <p:spPr>
              <a:xfrm>
                <a:off x="14810509" y="6011898"/>
                <a:ext cx="1251900" cy="1251900"/>
              </a:xfrm>
              <a:prstGeom prst="roundRect">
                <a:avLst>
                  <a:gd fmla="val 16667" name="adj"/>
                </a:avLst>
              </a:prstGeom>
              <a:solidFill>
                <a:schemeClr val="accent5"/>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357" name="Google Shape;357;g3da6f396820_0_597"/>
              <p:cNvSpPr/>
              <p:nvPr/>
            </p:nvSpPr>
            <p:spPr>
              <a:xfrm>
                <a:off x="15164023" y="6911951"/>
                <a:ext cx="647700" cy="333300"/>
              </a:xfrm>
              <a:prstGeom prst="rect">
                <a:avLst/>
              </a:prstGeom>
              <a:no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pic>
          <p:nvPicPr>
            <p:cNvPr id="358" name="Google Shape;358;g3da6f396820_0_597"/>
            <p:cNvPicPr preferRelativeResize="0"/>
            <p:nvPr/>
          </p:nvPicPr>
          <p:blipFill rotWithShape="1">
            <a:blip r:embed="rId8">
              <a:alphaModFix/>
            </a:blip>
            <a:srcRect b="0" l="0" r="0" t="0"/>
            <a:stretch/>
          </p:blipFill>
          <p:spPr>
            <a:xfrm>
              <a:off x="8975261" y="3733518"/>
              <a:ext cx="676951" cy="676951"/>
            </a:xfrm>
            <a:prstGeom prst="rect">
              <a:avLst/>
            </a:prstGeom>
            <a:noFill/>
            <a:ln>
              <a:noFill/>
            </a:ln>
          </p:spPr>
        </p:pic>
      </p:grpSp>
      <p:grpSp>
        <p:nvGrpSpPr>
          <p:cNvPr id="359" name="Google Shape;359;g3da6f396820_0_597"/>
          <p:cNvGrpSpPr/>
          <p:nvPr/>
        </p:nvGrpSpPr>
        <p:grpSpPr>
          <a:xfrm>
            <a:off x="4280955" y="2797442"/>
            <a:ext cx="625950" cy="625950"/>
            <a:chOff x="14971501" y="6001518"/>
            <a:chExt cx="1251900" cy="1251900"/>
          </a:xfrm>
        </p:grpSpPr>
        <p:grpSp>
          <p:nvGrpSpPr>
            <p:cNvPr id="360" name="Google Shape;360;g3da6f396820_0_597"/>
            <p:cNvGrpSpPr/>
            <p:nvPr/>
          </p:nvGrpSpPr>
          <p:grpSpPr>
            <a:xfrm>
              <a:off x="14971501" y="6001518"/>
              <a:ext cx="1251900" cy="1251900"/>
              <a:chOff x="14810509" y="6011898"/>
              <a:chExt cx="1251900" cy="1251900"/>
            </a:xfrm>
          </p:grpSpPr>
          <p:sp>
            <p:nvSpPr>
              <p:cNvPr id="361" name="Google Shape;361;g3da6f396820_0_597"/>
              <p:cNvSpPr/>
              <p:nvPr/>
            </p:nvSpPr>
            <p:spPr>
              <a:xfrm>
                <a:off x="14810509" y="6011898"/>
                <a:ext cx="1251900" cy="1251900"/>
              </a:xfrm>
              <a:prstGeom prst="roundRect">
                <a:avLst>
                  <a:gd fmla="val 16667" name="adj"/>
                </a:avLst>
              </a:prstGeom>
              <a:solidFill>
                <a:schemeClr val="accent5"/>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362" name="Google Shape;362;g3da6f396820_0_597"/>
              <p:cNvSpPr/>
              <p:nvPr/>
            </p:nvSpPr>
            <p:spPr>
              <a:xfrm>
                <a:off x="15164023" y="6911951"/>
                <a:ext cx="647700" cy="333300"/>
              </a:xfrm>
              <a:prstGeom prst="rect">
                <a:avLst/>
              </a:prstGeom>
              <a:no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pic>
          <p:nvPicPr>
            <p:cNvPr id="363" name="Google Shape;363;g3da6f396820_0_597"/>
            <p:cNvPicPr preferRelativeResize="0"/>
            <p:nvPr/>
          </p:nvPicPr>
          <p:blipFill rotWithShape="1">
            <a:blip r:embed="rId9">
              <a:alphaModFix/>
            </a:blip>
            <a:srcRect b="0" l="0" r="0" t="0"/>
            <a:stretch/>
          </p:blipFill>
          <p:spPr>
            <a:xfrm>
              <a:off x="15262001" y="6140045"/>
              <a:ext cx="705356" cy="705356"/>
            </a:xfrm>
            <a:prstGeom prst="rect">
              <a:avLst/>
            </a:prstGeom>
            <a:noFill/>
            <a:ln>
              <a:noFill/>
            </a:ln>
          </p:spPr>
        </p:pic>
      </p:grpSp>
      <p:sp>
        <p:nvSpPr>
          <p:cNvPr id="364" name="Google Shape;364;g3da6f396820_0_597"/>
          <p:cNvSpPr txBox="1"/>
          <p:nvPr/>
        </p:nvSpPr>
        <p:spPr>
          <a:xfrm>
            <a:off x="6131491" y="4037183"/>
            <a:ext cx="2971800" cy="1899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63C67"/>
              </a:buClr>
              <a:buSzPts val="1100"/>
              <a:buFont typeface="Calibri"/>
              <a:buNone/>
            </a:pPr>
            <a:r>
              <a:rPr b="1" i="0" lang="vi" sz="1100" u="none" cap="none" strike="noStrike">
                <a:solidFill>
                  <a:srgbClr val="063C67"/>
                </a:solidFill>
                <a:latin typeface="Lato"/>
                <a:ea typeface="Lato"/>
                <a:cs typeface="Lato"/>
                <a:sym typeface="Lato"/>
              </a:rPr>
              <a:t>VMO &amp; 富士フイルム</a:t>
            </a:r>
            <a:endParaRPr b="0" i="0" sz="700" u="none" cap="none" strike="noStrike">
              <a:solidFill>
                <a:srgbClr val="000000"/>
              </a:solidFill>
              <a:latin typeface="Lato"/>
              <a:ea typeface="Lato"/>
              <a:cs typeface="Lato"/>
              <a:sym typeface="Lato"/>
            </a:endParaRPr>
          </a:p>
        </p:txBody>
      </p:sp>
      <p:sp>
        <p:nvSpPr>
          <p:cNvPr id="365" name="Google Shape;365;g3da6f396820_0_597"/>
          <p:cNvSpPr/>
          <p:nvPr/>
        </p:nvSpPr>
        <p:spPr>
          <a:xfrm>
            <a:off x="7987837" y="3115938"/>
            <a:ext cx="414000" cy="414000"/>
          </a:xfrm>
          <a:prstGeom prst="ellipse">
            <a:avLst/>
          </a:prstGeom>
          <a:solidFill>
            <a:schemeClr val="lt2">
              <a:alpha val="64705"/>
            </a:schemeClr>
          </a:solidFill>
          <a:ln cap="flat" cmpd="sng" w="25400">
            <a:solidFill>
              <a:srgbClr val="04396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vi" sz="800" u="none" cap="none" strike="noStrike">
                <a:solidFill>
                  <a:srgbClr val="043962"/>
                </a:solidFill>
                <a:latin typeface="Calibri"/>
                <a:ea typeface="Calibri"/>
                <a:cs typeface="Calibri"/>
                <a:sym typeface="Calibri"/>
              </a:rPr>
              <a:t>提案</a:t>
            </a:r>
            <a:endParaRPr b="0" i="0" sz="700" u="none" cap="none" strike="noStrike">
              <a:solidFill>
                <a:srgbClr val="000000"/>
              </a:solidFill>
              <a:latin typeface="Arial"/>
              <a:ea typeface="Arial"/>
              <a:cs typeface="Arial"/>
              <a:sym typeface="Arial"/>
            </a:endParaRPr>
          </a:p>
        </p:txBody>
      </p:sp>
      <p:sp>
        <p:nvSpPr>
          <p:cNvPr id="366" name="Google Shape;366;g3da6f396820_0_597"/>
          <p:cNvSpPr txBox="1"/>
          <p:nvPr/>
        </p:nvSpPr>
        <p:spPr>
          <a:xfrm>
            <a:off x="7511080" y="3241938"/>
            <a:ext cx="486900" cy="162000"/>
          </a:xfrm>
          <a:prstGeom prst="rect">
            <a:avLst/>
          </a:prstGeom>
          <a:solidFill>
            <a:srgbClr val="043962"/>
          </a:solidFill>
          <a:ln>
            <a:noFill/>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700"/>
              <a:buFont typeface="Arial"/>
              <a:buNone/>
            </a:pPr>
            <a:r>
              <a:rPr b="1" i="0" lang="vi" sz="700" u="none" cap="none" strike="noStrike">
                <a:solidFill>
                  <a:srgbClr val="FFFFFF"/>
                </a:solidFill>
                <a:latin typeface="Calibri"/>
                <a:ea typeface="Calibri"/>
                <a:cs typeface="Calibri"/>
                <a:sym typeface="Calibri"/>
              </a:rPr>
              <a:t>ベトナム</a:t>
            </a:r>
            <a:endParaRPr b="1" i="0" sz="700" u="none" cap="none" strike="noStrike">
              <a:solidFill>
                <a:srgbClr val="FFFFFF"/>
              </a:solidFill>
              <a:latin typeface="Calibri"/>
              <a:ea typeface="Calibri"/>
              <a:cs typeface="Calibri"/>
              <a:sym typeface="Calibri"/>
            </a:endParaRPr>
          </a:p>
        </p:txBody>
      </p:sp>
      <p:sp>
        <p:nvSpPr>
          <p:cNvPr id="367" name="Google Shape;367;g3da6f396820_0_597"/>
          <p:cNvSpPr txBox="1"/>
          <p:nvPr/>
        </p:nvSpPr>
        <p:spPr>
          <a:xfrm>
            <a:off x="8735654" y="2925617"/>
            <a:ext cx="275400" cy="159300"/>
          </a:xfrm>
          <a:prstGeom prst="rect">
            <a:avLst/>
          </a:prstGeom>
          <a:solidFill>
            <a:srgbClr val="043962"/>
          </a:solidFill>
          <a:ln>
            <a:noFill/>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700"/>
              <a:buFont typeface="Arial"/>
              <a:buNone/>
            </a:pPr>
            <a:r>
              <a:rPr b="1" i="0" lang="vi" sz="700" u="none" cap="none" strike="noStrike">
                <a:solidFill>
                  <a:srgbClr val="FFFFFF"/>
                </a:solidFill>
                <a:latin typeface="Calibri"/>
                <a:ea typeface="Calibri"/>
                <a:cs typeface="Calibri"/>
                <a:sym typeface="Calibri"/>
              </a:rPr>
              <a:t>日本</a:t>
            </a:r>
            <a:endParaRPr b="1" i="0" sz="700" u="none" cap="none" strike="noStrike">
              <a:solidFill>
                <a:srgbClr val="FFFFFF"/>
              </a:solidFill>
              <a:latin typeface="Calibri"/>
              <a:ea typeface="Calibri"/>
              <a:cs typeface="Calibri"/>
              <a:sym typeface="Calibri"/>
            </a:endParaRPr>
          </a:p>
        </p:txBody>
      </p:sp>
      <p:sp>
        <p:nvSpPr>
          <p:cNvPr id="368" name="Google Shape;368;g3da6f396820_0_597"/>
          <p:cNvSpPr/>
          <p:nvPr/>
        </p:nvSpPr>
        <p:spPr>
          <a:xfrm>
            <a:off x="8514617" y="2881945"/>
            <a:ext cx="234000" cy="234000"/>
          </a:xfrm>
          <a:prstGeom prst="ellipse">
            <a:avLst/>
          </a:prstGeom>
          <a:solidFill>
            <a:schemeClr val="lt2">
              <a:alpha val="64705"/>
            </a:schemeClr>
          </a:solidFill>
          <a:ln cap="flat" cmpd="sng" w="25400">
            <a:solidFill>
              <a:srgbClr val="04396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vi" sz="700" u="none" cap="none" strike="noStrike">
                <a:solidFill>
                  <a:srgbClr val="043962"/>
                </a:solidFill>
                <a:latin typeface="Calibri"/>
                <a:ea typeface="Calibri"/>
                <a:cs typeface="Calibri"/>
                <a:sym typeface="Calibri"/>
              </a:rPr>
              <a:t>体制</a:t>
            </a:r>
            <a:endParaRPr b="0" i="0" sz="700" u="none" cap="none" strike="noStrike">
              <a:solidFill>
                <a:srgbClr val="000000"/>
              </a:solidFill>
              <a:latin typeface="Arial"/>
              <a:ea typeface="Arial"/>
              <a:cs typeface="Arial"/>
              <a:sym typeface="Arial"/>
            </a:endParaRPr>
          </a:p>
        </p:txBody>
      </p:sp>
      <p:pic>
        <p:nvPicPr>
          <p:cNvPr descr="Informations avec un remplissage uni" id="369" name="Google Shape;369;g3da6f396820_0_597"/>
          <p:cNvPicPr preferRelativeResize="0"/>
          <p:nvPr/>
        </p:nvPicPr>
        <p:blipFill rotWithShape="1">
          <a:blip r:embed="rId10">
            <a:alphaModFix/>
          </a:blip>
          <a:srcRect b="0" l="0" r="0" t="0"/>
          <a:stretch/>
        </p:blipFill>
        <p:spPr>
          <a:xfrm>
            <a:off x="6623627" y="3995205"/>
            <a:ext cx="208860" cy="208860"/>
          </a:xfrm>
          <a:prstGeom prst="rect">
            <a:avLst/>
          </a:prstGeom>
          <a:noFill/>
          <a:ln>
            <a:noFill/>
          </a:ln>
        </p:spPr>
      </p:pic>
      <p:sp>
        <p:nvSpPr>
          <p:cNvPr id="370" name="Google Shape;370;g3da6f396820_0_597"/>
          <p:cNvSpPr txBox="1"/>
          <p:nvPr/>
        </p:nvSpPr>
        <p:spPr>
          <a:xfrm>
            <a:off x="2984349" y="988233"/>
            <a:ext cx="1205700" cy="5640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1D93C9"/>
              </a:buClr>
              <a:buSzPts val="1000"/>
              <a:buFont typeface="Calibri"/>
              <a:buNone/>
            </a:pPr>
            <a:r>
              <a:rPr b="1" i="0" lang="vi" sz="1000" u="none" cap="none" strike="noStrike">
                <a:solidFill>
                  <a:srgbClr val="1D93C9"/>
                </a:solidFill>
                <a:latin typeface="Lato"/>
                <a:ea typeface="Lato"/>
                <a:cs typeface="Lato"/>
                <a:sym typeface="Lato"/>
              </a:rPr>
              <a:t>提案名体制（開発者体制 + BrSE体制）</a:t>
            </a:r>
            <a:endParaRPr b="0" i="0" sz="900" u="none" cap="none" strike="noStrike">
              <a:solidFill>
                <a:srgbClr val="858591"/>
              </a:solidFill>
              <a:latin typeface="Lato"/>
              <a:ea typeface="Lato"/>
              <a:cs typeface="Lato"/>
              <a:sym typeface="Lato"/>
            </a:endParaRPr>
          </a:p>
        </p:txBody>
      </p:sp>
      <p:grpSp>
        <p:nvGrpSpPr>
          <p:cNvPr id="371" name="Google Shape;371;g3da6f396820_0_597"/>
          <p:cNvGrpSpPr/>
          <p:nvPr/>
        </p:nvGrpSpPr>
        <p:grpSpPr>
          <a:xfrm>
            <a:off x="5646340" y="768913"/>
            <a:ext cx="1921878" cy="423003"/>
            <a:chOff x="8934166" y="1775841"/>
            <a:chExt cx="3563652" cy="846005"/>
          </a:xfrm>
        </p:grpSpPr>
        <p:sp>
          <p:nvSpPr>
            <p:cNvPr id="372" name="Google Shape;372;g3da6f396820_0_597"/>
            <p:cNvSpPr txBox="1"/>
            <p:nvPr/>
          </p:nvSpPr>
          <p:spPr>
            <a:xfrm>
              <a:off x="9769607" y="2230046"/>
              <a:ext cx="2520000" cy="391800"/>
            </a:xfrm>
            <a:prstGeom prst="rect">
              <a:avLst/>
            </a:prstGeom>
            <a:solidFill>
              <a:srgbClr val="0E4A64"/>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Calibri"/>
                <a:buNone/>
              </a:pPr>
              <a:r>
                <a:rPr b="1" i="0" lang="vi" sz="900" u="none" cap="none" strike="noStrike">
                  <a:solidFill>
                    <a:srgbClr val="FFFFFF"/>
                  </a:solidFill>
                  <a:latin typeface="Lato"/>
                  <a:ea typeface="Lato"/>
                  <a:cs typeface="Lato"/>
                  <a:sym typeface="Lato"/>
                </a:rPr>
                <a:t>FOCUS DOMAIN</a:t>
              </a:r>
              <a:endParaRPr b="0" i="0" sz="700" u="none" cap="none" strike="noStrike">
                <a:solidFill>
                  <a:srgbClr val="000000"/>
                </a:solidFill>
                <a:latin typeface="Lato"/>
                <a:ea typeface="Lato"/>
                <a:cs typeface="Lato"/>
                <a:sym typeface="Lato"/>
              </a:endParaRPr>
            </a:p>
          </p:txBody>
        </p:sp>
        <p:sp>
          <p:nvSpPr>
            <p:cNvPr id="373" name="Google Shape;373;g3da6f396820_0_597"/>
            <p:cNvSpPr txBox="1"/>
            <p:nvPr/>
          </p:nvSpPr>
          <p:spPr>
            <a:xfrm>
              <a:off x="10483618" y="1815580"/>
              <a:ext cx="2014200" cy="426300"/>
            </a:xfrm>
            <a:prstGeom prst="rect">
              <a:avLst/>
            </a:prstGeom>
            <a:solidFill>
              <a:srgbClr val="52B4DE"/>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Calibri"/>
                <a:buNone/>
              </a:pPr>
              <a:r>
                <a:rPr b="1" i="0" lang="vi" sz="900" u="none" cap="none" strike="noStrike">
                  <a:solidFill>
                    <a:srgbClr val="FFFFFF"/>
                  </a:solidFill>
                  <a:latin typeface="Lato"/>
                  <a:ea typeface="Lato"/>
                  <a:cs typeface="Lato"/>
                  <a:sym typeface="Lato"/>
                </a:rPr>
                <a:t>ABC</a:t>
              </a:r>
              <a:endParaRPr b="1" i="0" sz="1000" u="none" cap="none" strike="noStrike">
                <a:solidFill>
                  <a:srgbClr val="7ECBEE"/>
                </a:solidFill>
                <a:latin typeface="Lato"/>
                <a:ea typeface="Lato"/>
                <a:cs typeface="Lato"/>
                <a:sym typeface="Lato"/>
              </a:endParaRPr>
            </a:p>
          </p:txBody>
        </p:sp>
        <p:sp>
          <p:nvSpPr>
            <p:cNvPr id="374" name="Google Shape;374;g3da6f396820_0_597"/>
            <p:cNvSpPr txBox="1"/>
            <p:nvPr/>
          </p:nvSpPr>
          <p:spPr>
            <a:xfrm rot="-167970">
              <a:off x="8944887" y="1816205"/>
              <a:ext cx="1664587" cy="479671"/>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200"/>
                <a:buFont typeface="Calibri"/>
                <a:buNone/>
              </a:pPr>
              <a:r>
                <a:rPr b="1" i="0" lang="vi" sz="1200" u="none" cap="none" strike="noStrike">
                  <a:solidFill>
                    <a:srgbClr val="FFFFFF"/>
                  </a:solidFill>
                  <a:latin typeface="Lato"/>
                  <a:ea typeface="Lato"/>
                  <a:cs typeface="Lato"/>
                  <a:sym typeface="Lato"/>
                </a:rPr>
                <a:t>VMO</a:t>
              </a:r>
              <a:endParaRPr b="1" i="0" sz="1400" u="none" cap="none" strike="noStrike">
                <a:solidFill>
                  <a:srgbClr val="7ECBEE"/>
                </a:solidFill>
                <a:latin typeface="Lato"/>
                <a:ea typeface="Lato"/>
                <a:cs typeface="Lato"/>
                <a:sym typeface="Lato"/>
              </a:endParaRPr>
            </a:p>
          </p:txBody>
        </p:sp>
      </p:grpSp>
      <p:sp>
        <p:nvSpPr>
          <p:cNvPr id="375" name="Google Shape;375;g3da6f396820_0_597"/>
          <p:cNvSpPr txBox="1"/>
          <p:nvPr/>
        </p:nvSpPr>
        <p:spPr>
          <a:xfrm>
            <a:off x="241383" y="1866842"/>
            <a:ext cx="3699600" cy="465600"/>
          </a:xfrm>
          <a:prstGeom prst="rect">
            <a:avLst/>
          </a:prstGeom>
          <a:solidFill>
            <a:schemeClr val="lt1"/>
          </a:solidFill>
          <a:ln>
            <a:noFill/>
          </a:ln>
        </p:spPr>
        <p:txBody>
          <a:bodyPr anchorCtr="0" anchor="t" bIns="72000" lIns="72000" spcFirstLastPara="1" rIns="72000" wrap="square" tIns="72000">
            <a:noAutofit/>
          </a:bodyPr>
          <a:lstStyle/>
          <a:p>
            <a:pPr indent="0" lvl="0" marL="0" marR="0" rtl="0" algn="ctr">
              <a:lnSpc>
                <a:spcPct val="90000"/>
              </a:lnSpc>
              <a:spcBef>
                <a:spcPts val="0"/>
              </a:spcBef>
              <a:spcAft>
                <a:spcPts val="0"/>
              </a:spcAft>
              <a:buClr>
                <a:srgbClr val="1D93C9"/>
              </a:buClr>
              <a:buSzPts val="1200"/>
              <a:buFont typeface="Calibri"/>
              <a:buNone/>
            </a:pPr>
            <a:r>
              <a:rPr b="1" i="0" lang="vi" sz="1200" u="none" cap="none" strike="noStrike">
                <a:solidFill>
                  <a:srgbClr val="1D93C9"/>
                </a:solidFill>
                <a:latin typeface="Lato"/>
                <a:ea typeface="Lato"/>
                <a:cs typeface="Lato"/>
                <a:sym typeface="Lato"/>
              </a:rPr>
              <a:t>OUR ENGINEER  </a:t>
            </a:r>
            <a:r>
              <a:rPr b="1" i="0" lang="vi" sz="1200" u="none" cap="none" strike="noStrike">
                <a:solidFill>
                  <a:srgbClr val="043962"/>
                </a:solidFill>
                <a:latin typeface="Lato"/>
                <a:ea typeface="Lato"/>
                <a:cs typeface="Lato"/>
                <a:sym typeface="Lato"/>
              </a:rPr>
              <a:t>INVOLVED IN 富士フイルム</a:t>
            </a:r>
            <a:endParaRPr b="1" i="0" sz="1200" u="none" cap="none" strike="noStrike">
              <a:solidFill>
                <a:srgbClr val="043962"/>
              </a:solidFill>
              <a:latin typeface="Lato"/>
              <a:ea typeface="Lato"/>
              <a:cs typeface="Lato"/>
              <a:sym typeface="Lato"/>
            </a:endParaRPr>
          </a:p>
        </p:txBody>
      </p:sp>
      <p:pic>
        <p:nvPicPr>
          <p:cNvPr descr="Point d’insertion vers la droite avec un remplissage uni" id="376" name="Google Shape;376;g3da6f396820_0_597"/>
          <p:cNvPicPr preferRelativeResize="0"/>
          <p:nvPr/>
        </p:nvPicPr>
        <p:blipFill rotWithShape="1">
          <a:blip r:embed="rId11">
            <a:alphaModFix/>
          </a:blip>
          <a:srcRect b="0" l="0" r="0" t="0"/>
          <a:stretch/>
        </p:blipFill>
        <p:spPr>
          <a:xfrm rot="2700000">
            <a:off x="3661514" y="2067723"/>
            <a:ext cx="457201" cy="457200"/>
          </a:xfrm>
          <a:prstGeom prst="rect">
            <a:avLst/>
          </a:prstGeom>
          <a:noFill/>
          <a:ln>
            <a:noFill/>
          </a:ln>
        </p:spPr>
      </p:pic>
      <p:sp>
        <p:nvSpPr>
          <p:cNvPr id="377" name="Google Shape;377;g3da6f396820_0_597"/>
          <p:cNvSpPr/>
          <p:nvPr/>
        </p:nvSpPr>
        <p:spPr>
          <a:xfrm rot="10800000">
            <a:off x="2036398" y="3087965"/>
            <a:ext cx="493200" cy="132000"/>
          </a:xfrm>
          <a:prstGeom prst="triangle">
            <a:avLst>
              <a:gd fmla="val 50000" name="adj"/>
            </a:avLst>
          </a:prstGeom>
          <a:solidFill>
            <a:srgbClr val="CEEBF8"/>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Calibri"/>
              <a:ea typeface="Calibri"/>
              <a:cs typeface="Calibri"/>
              <a:sym typeface="Calibri"/>
            </a:endParaRPr>
          </a:p>
        </p:txBody>
      </p:sp>
      <p:grpSp>
        <p:nvGrpSpPr>
          <p:cNvPr id="378" name="Google Shape;378;g3da6f396820_0_597"/>
          <p:cNvGrpSpPr/>
          <p:nvPr/>
        </p:nvGrpSpPr>
        <p:grpSpPr>
          <a:xfrm>
            <a:off x="141665" y="2617750"/>
            <a:ext cx="3885624" cy="737685"/>
            <a:chOff x="308010" y="5016324"/>
            <a:chExt cx="7771249" cy="1169814"/>
          </a:xfrm>
        </p:grpSpPr>
        <p:grpSp>
          <p:nvGrpSpPr>
            <p:cNvPr id="379" name="Google Shape;379;g3da6f396820_0_597"/>
            <p:cNvGrpSpPr/>
            <p:nvPr/>
          </p:nvGrpSpPr>
          <p:grpSpPr>
            <a:xfrm rot="5400000">
              <a:off x="3608728" y="1715606"/>
              <a:ext cx="1169814" cy="7771249"/>
              <a:chOff x="220282" y="2154767"/>
              <a:chExt cx="2215138" cy="11073310"/>
            </a:xfrm>
          </p:grpSpPr>
          <p:sp>
            <p:nvSpPr>
              <p:cNvPr id="380" name="Google Shape;380;g3da6f396820_0_597"/>
              <p:cNvSpPr/>
              <p:nvPr/>
            </p:nvSpPr>
            <p:spPr>
              <a:xfrm rot="5400000">
                <a:off x="566233" y="2038217"/>
                <a:ext cx="1752600" cy="1985700"/>
              </a:xfrm>
              <a:prstGeom prst="ellipse">
                <a:avLst/>
              </a:prstGeom>
              <a:solidFill>
                <a:schemeClr val="lt1"/>
              </a:solidFill>
              <a:ln>
                <a:noFill/>
              </a:ln>
            </p:spPr>
            <p:txBody>
              <a:bodyPr anchorCtr="0" anchor="ctr" bIns="15250" lIns="30475" spcFirstLastPara="1" rIns="30475" wrap="square" tIns="152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63C67"/>
                  </a:solidFill>
                  <a:latin typeface="Lato"/>
                  <a:ea typeface="Lato"/>
                  <a:cs typeface="Lato"/>
                  <a:sym typeface="Lato"/>
                </a:endParaRPr>
              </a:p>
            </p:txBody>
          </p:sp>
          <p:sp>
            <p:nvSpPr>
              <p:cNvPr id="381" name="Google Shape;381;g3da6f396820_0_597"/>
              <p:cNvSpPr/>
              <p:nvPr/>
            </p:nvSpPr>
            <p:spPr>
              <a:xfrm>
                <a:off x="220282" y="2924260"/>
                <a:ext cx="2214900" cy="10151400"/>
              </a:xfrm>
              <a:prstGeom prst="rect">
                <a:avLst/>
              </a:prstGeom>
              <a:solidFill>
                <a:schemeClr val="lt1"/>
              </a:solidFill>
              <a:ln>
                <a:noFill/>
              </a:ln>
            </p:spPr>
            <p:txBody>
              <a:bodyPr anchorCtr="0" anchor="t" bIns="22850" lIns="72000" spcFirstLastPara="1" rIns="72000" wrap="square" tIns="720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1D94C9"/>
                  </a:solidFill>
                  <a:latin typeface="Lato"/>
                  <a:ea typeface="Lato"/>
                  <a:cs typeface="Lato"/>
                  <a:sym typeface="Lato"/>
                </a:endParaRPr>
              </a:p>
            </p:txBody>
          </p:sp>
          <p:sp>
            <p:nvSpPr>
              <p:cNvPr id="382" name="Google Shape;382;g3da6f396820_0_597"/>
              <p:cNvSpPr/>
              <p:nvPr/>
            </p:nvSpPr>
            <p:spPr>
              <a:xfrm>
                <a:off x="449720" y="13075677"/>
                <a:ext cx="1985700" cy="152400"/>
              </a:xfrm>
              <a:prstGeom prst="rect">
                <a:avLst/>
              </a:prstGeom>
              <a:solidFill>
                <a:schemeClr val="accent4"/>
              </a:solidFill>
              <a:ln>
                <a:noFill/>
              </a:ln>
            </p:spPr>
            <p:txBody>
              <a:bodyPr anchorCtr="0" anchor="t" bIns="22850" lIns="72000" spcFirstLastPara="1" rIns="72000" wrap="square" tIns="720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1D94C9"/>
                  </a:solidFill>
                  <a:latin typeface="Lato"/>
                  <a:ea typeface="Lato"/>
                  <a:cs typeface="Lato"/>
                  <a:sym typeface="Lato"/>
                </a:endParaRPr>
              </a:p>
            </p:txBody>
          </p:sp>
        </p:grpSp>
        <p:sp>
          <p:nvSpPr>
            <p:cNvPr id="383" name="Google Shape;383;g3da6f396820_0_597"/>
            <p:cNvSpPr txBox="1"/>
            <p:nvPr/>
          </p:nvSpPr>
          <p:spPr>
            <a:xfrm>
              <a:off x="631130" y="5033092"/>
              <a:ext cx="7275600" cy="1065000"/>
            </a:xfrm>
            <a:prstGeom prst="rect">
              <a:avLst/>
            </a:prstGeom>
            <a:noFill/>
            <a:ln>
              <a:noFill/>
            </a:ln>
          </p:spPr>
          <p:txBody>
            <a:bodyPr anchorCtr="0" anchor="ctr" bIns="0" lIns="36000" spcFirstLastPara="1" rIns="36000" wrap="square" tIns="0">
              <a:noAutofit/>
            </a:bodyPr>
            <a:lstStyle/>
            <a:p>
              <a:pPr indent="0" lvl="0" marL="0" marR="0" rtl="0" algn="just">
                <a:lnSpc>
                  <a:spcPct val="90000"/>
                </a:lnSpc>
                <a:spcBef>
                  <a:spcPts val="0"/>
                </a:spcBef>
                <a:spcAft>
                  <a:spcPts val="0"/>
                </a:spcAft>
                <a:buClr>
                  <a:srgbClr val="166E97"/>
                </a:buClr>
                <a:buSzPts val="1000"/>
                <a:buFont typeface="Calibri"/>
                <a:buNone/>
              </a:pPr>
              <a:r>
                <a:rPr b="1" i="0" lang="vi" sz="1000" u="none" cap="none" strike="noStrike">
                  <a:solidFill>
                    <a:srgbClr val="166E97"/>
                  </a:solidFill>
                  <a:latin typeface="Lato"/>
                  <a:ea typeface="Lato"/>
                  <a:cs typeface="Lato"/>
                  <a:sym typeface="Lato"/>
                </a:rPr>
                <a:t>GUI DEVELOPMENT - CLOSED PROJECT</a:t>
              </a:r>
              <a:endParaRPr b="0" i="0" sz="7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chemeClr val="hlink"/>
                </a:buClr>
                <a:buSzPts val="1100"/>
                <a:buFont typeface="Arial"/>
                <a:buNone/>
              </a:pPr>
              <a:r>
                <a:rPr b="0" i="0" lang="vi" sz="700" u="none" cap="none" strike="noStrike">
                  <a:solidFill>
                    <a:srgbClr val="000000"/>
                  </a:solidFill>
                  <a:latin typeface="Lato"/>
                  <a:ea typeface="Lato"/>
                  <a:cs typeface="Lato"/>
                  <a:sym typeface="Lato"/>
                </a:rPr>
                <a:t>develops a battery simulation system to support their ongoing efforts in energy optimization. While the company has expertise in backend development, </a:t>
              </a:r>
              <a:endParaRPr b="0" i="0" sz="7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chemeClr val="hlink"/>
                </a:buClr>
                <a:buSzPts val="1100"/>
                <a:buFont typeface="Arial"/>
                <a:buNone/>
              </a:pPr>
              <a:r>
                <a:rPr b="0" i="0" lang="vi" sz="700" u="none" cap="none" strike="noStrike">
                  <a:solidFill>
                    <a:srgbClr val="000000"/>
                  </a:solidFill>
                  <a:latin typeface="Lato"/>
                  <a:ea typeface="Lato"/>
                  <a:cs typeface="Lato"/>
                  <a:sym typeface="Lato"/>
                </a:rPr>
                <a:t>VMO join with 1 FE, 0,25 BA, which require </a:t>
              </a:r>
              <a:r>
                <a:rPr b="0" i="0" lang="vi" sz="700" u="none" cap="none" strike="noStrike">
                  <a:solidFill>
                    <a:schemeClr val="hlink"/>
                  </a:solidFill>
                  <a:latin typeface="Lato"/>
                  <a:ea typeface="Lato"/>
                  <a:cs typeface="Lato"/>
                  <a:sym typeface="Lato"/>
                </a:rPr>
                <a:t> frontend implementation such </a:t>
              </a:r>
              <a:r>
                <a:rPr b="0" i="0" lang="vi" sz="700" u="none" cap="none" strike="noStrike">
                  <a:solidFill>
                    <a:srgbClr val="000000"/>
                  </a:solidFill>
                  <a:latin typeface="Lato"/>
                  <a:ea typeface="Lato"/>
                  <a:cs typeface="Lato"/>
                  <a:sym typeface="Lato"/>
                </a:rPr>
                <a:t>as design and implement the UI design for the battery simulation system, ensuring usability, performance, and consistency.</a:t>
              </a:r>
              <a:endParaRPr b="0" i="0" sz="700" u="none" cap="none" strike="noStrike">
                <a:solidFill>
                  <a:srgbClr val="000000"/>
                </a:solidFill>
                <a:latin typeface="Lato"/>
                <a:ea typeface="Lato"/>
                <a:cs typeface="Lato"/>
                <a:sym typeface="Lato"/>
              </a:endParaRPr>
            </a:p>
          </p:txBody>
        </p:sp>
      </p:grpSp>
      <p:sp>
        <p:nvSpPr>
          <p:cNvPr id="384" name="Google Shape;384;g3da6f396820_0_597"/>
          <p:cNvSpPr/>
          <p:nvPr/>
        </p:nvSpPr>
        <p:spPr>
          <a:xfrm rot="10800000">
            <a:off x="1982643" y="3874383"/>
            <a:ext cx="488700" cy="120000"/>
          </a:xfrm>
          <a:prstGeom prst="triangle">
            <a:avLst>
              <a:gd fmla="val 50000" name="adj"/>
            </a:avLst>
          </a:prstGeom>
          <a:solidFill>
            <a:srgbClr val="CEEBF8"/>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385" name="Google Shape;385;g3da6f396820_0_597"/>
          <p:cNvGrpSpPr/>
          <p:nvPr/>
        </p:nvGrpSpPr>
        <p:grpSpPr>
          <a:xfrm>
            <a:off x="141826" y="4255774"/>
            <a:ext cx="3862371" cy="758086"/>
            <a:chOff x="320214" y="7699134"/>
            <a:chExt cx="7724741" cy="1202166"/>
          </a:xfrm>
        </p:grpSpPr>
        <p:grpSp>
          <p:nvGrpSpPr>
            <p:cNvPr id="386" name="Google Shape;386;g3da6f396820_0_597"/>
            <p:cNvGrpSpPr/>
            <p:nvPr/>
          </p:nvGrpSpPr>
          <p:grpSpPr>
            <a:xfrm rot="5400000">
              <a:off x="3581502" y="4437846"/>
              <a:ext cx="1202166" cy="7724741"/>
              <a:chOff x="449683" y="2154767"/>
              <a:chExt cx="1985739" cy="11073310"/>
            </a:xfrm>
          </p:grpSpPr>
          <p:sp>
            <p:nvSpPr>
              <p:cNvPr id="387" name="Google Shape;387;g3da6f396820_0_597"/>
              <p:cNvSpPr/>
              <p:nvPr/>
            </p:nvSpPr>
            <p:spPr>
              <a:xfrm rot="5400000">
                <a:off x="566233" y="2038217"/>
                <a:ext cx="1752600" cy="1985700"/>
              </a:xfrm>
              <a:prstGeom prst="ellipse">
                <a:avLst/>
              </a:prstGeom>
              <a:solidFill>
                <a:schemeClr val="lt1"/>
              </a:solidFill>
              <a:ln>
                <a:noFill/>
              </a:ln>
            </p:spPr>
            <p:txBody>
              <a:bodyPr anchorCtr="0" anchor="ctr" bIns="15250" lIns="30475" spcFirstLastPara="1" rIns="30475" wrap="square" tIns="152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63C67"/>
                  </a:solidFill>
                  <a:latin typeface="Lato"/>
                  <a:ea typeface="Lato"/>
                  <a:cs typeface="Lato"/>
                  <a:sym typeface="Lato"/>
                </a:endParaRPr>
              </a:p>
            </p:txBody>
          </p:sp>
          <p:sp>
            <p:nvSpPr>
              <p:cNvPr id="388" name="Google Shape;388;g3da6f396820_0_597"/>
              <p:cNvSpPr/>
              <p:nvPr/>
            </p:nvSpPr>
            <p:spPr>
              <a:xfrm>
                <a:off x="449722" y="2924249"/>
                <a:ext cx="1985700" cy="10151400"/>
              </a:xfrm>
              <a:prstGeom prst="rect">
                <a:avLst/>
              </a:prstGeom>
              <a:solidFill>
                <a:schemeClr val="lt1"/>
              </a:solidFill>
              <a:ln>
                <a:noFill/>
              </a:ln>
            </p:spPr>
            <p:txBody>
              <a:bodyPr anchorCtr="0" anchor="t" bIns="22850" lIns="72000" spcFirstLastPara="1" rIns="72000" wrap="square" tIns="720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1D94C9"/>
                  </a:solidFill>
                  <a:latin typeface="Lato"/>
                  <a:ea typeface="Lato"/>
                  <a:cs typeface="Lato"/>
                  <a:sym typeface="Lato"/>
                </a:endParaRPr>
              </a:p>
            </p:txBody>
          </p:sp>
          <p:sp>
            <p:nvSpPr>
              <p:cNvPr id="389" name="Google Shape;389;g3da6f396820_0_597"/>
              <p:cNvSpPr/>
              <p:nvPr/>
            </p:nvSpPr>
            <p:spPr>
              <a:xfrm>
                <a:off x="449720" y="13075677"/>
                <a:ext cx="1985700" cy="152400"/>
              </a:xfrm>
              <a:prstGeom prst="rect">
                <a:avLst/>
              </a:prstGeom>
              <a:solidFill>
                <a:srgbClr val="156E96"/>
              </a:solidFill>
              <a:ln>
                <a:noFill/>
              </a:ln>
            </p:spPr>
            <p:txBody>
              <a:bodyPr anchorCtr="0" anchor="t" bIns="22850" lIns="72000" spcFirstLastPara="1" rIns="72000" wrap="square" tIns="720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1D94C9"/>
                  </a:solidFill>
                  <a:latin typeface="Lato"/>
                  <a:ea typeface="Lato"/>
                  <a:cs typeface="Lato"/>
                  <a:sym typeface="Lato"/>
                </a:endParaRPr>
              </a:p>
            </p:txBody>
          </p:sp>
        </p:grpSp>
        <p:sp>
          <p:nvSpPr>
            <p:cNvPr id="390" name="Google Shape;390;g3da6f396820_0_597"/>
            <p:cNvSpPr txBox="1"/>
            <p:nvPr/>
          </p:nvSpPr>
          <p:spPr>
            <a:xfrm>
              <a:off x="601515" y="7919877"/>
              <a:ext cx="7081500" cy="795600"/>
            </a:xfrm>
            <a:prstGeom prst="rect">
              <a:avLst/>
            </a:prstGeom>
            <a:noFill/>
            <a:ln>
              <a:noFill/>
            </a:ln>
          </p:spPr>
          <p:txBody>
            <a:bodyPr anchorCtr="0" anchor="ctr" bIns="0" lIns="36000" spcFirstLastPara="1" rIns="36000" wrap="square" tIns="0">
              <a:noAutofit/>
            </a:bodyPr>
            <a:lstStyle/>
            <a:p>
              <a:pPr indent="0" lvl="0" marL="0" marR="0" rtl="0" algn="just">
                <a:lnSpc>
                  <a:spcPct val="90000"/>
                </a:lnSpc>
                <a:spcBef>
                  <a:spcPts val="0"/>
                </a:spcBef>
                <a:spcAft>
                  <a:spcPts val="0"/>
                </a:spcAft>
                <a:buClr>
                  <a:srgbClr val="166E97"/>
                </a:buClr>
                <a:buSzPts val="1000"/>
                <a:buFont typeface="Calibri"/>
                <a:buNone/>
              </a:pPr>
              <a:r>
                <a:rPr b="1" i="0" lang="vi" sz="1000" u="none" cap="none" strike="noStrike">
                  <a:solidFill>
                    <a:srgbClr val="166E97"/>
                  </a:solidFill>
                  <a:latin typeface="Lato"/>
                  <a:ea typeface="Lato"/>
                  <a:cs typeface="Lato"/>
                  <a:sym typeface="Lato"/>
                </a:rPr>
                <a:t>ABC  - CURRENT OPPORTUNITY</a:t>
              </a:r>
              <a:r>
                <a:rPr b="0" i="0" lang="vi" sz="1000" u="none" cap="none" strike="noStrike">
                  <a:solidFill>
                    <a:srgbClr val="166E97"/>
                  </a:solidFill>
                  <a:latin typeface="Lato"/>
                  <a:ea typeface="Lato"/>
                  <a:cs typeface="Lato"/>
                  <a:sym typeface="Lato"/>
                </a:rPr>
                <a:t> </a:t>
              </a:r>
              <a:endParaRPr b="0" i="0" sz="700" u="none" cap="none" strike="noStrike">
                <a:solidFill>
                  <a:srgbClr val="000000"/>
                </a:solidFill>
                <a:latin typeface="Lato"/>
                <a:ea typeface="Lato"/>
                <a:cs typeface="Lato"/>
                <a:sym typeface="Lato"/>
              </a:endParaRPr>
            </a:p>
            <a:p>
              <a:pPr indent="0" lvl="0" marL="0" marR="0" rtl="0" algn="just">
                <a:lnSpc>
                  <a:spcPct val="90000"/>
                </a:lnSpc>
                <a:spcBef>
                  <a:spcPts val="200"/>
                </a:spcBef>
                <a:spcAft>
                  <a:spcPts val="0"/>
                </a:spcAft>
                <a:buClr>
                  <a:schemeClr val="hlink"/>
                </a:buClr>
                <a:buSzPts val="1100"/>
                <a:buFont typeface="Arial"/>
                <a:buNone/>
              </a:pPr>
              <a:r>
                <a:rPr b="0" i="0" lang="vi" sz="700" u="none" cap="none" strike="noStrike">
                  <a:solidFill>
                    <a:schemeClr val="hlink"/>
                  </a:solidFill>
                  <a:latin typeface="Lato"/>
                  <a:ea typeface="Lato"/>
                  <a:cs typeface="Lato"/>
                  <a:sym typeface="Lato"/>
                </a:rPr>
                <a:t>ABC là ứng dụng desktop trên Windows cho phép tạo và chạy các bài test bằng sequence dạng block, có thể mở rộng bằng plugin.</a:t>
              </a:r>
              <a:endParaRPr b="0" i="0" sz="700" u="none" cap="none" strike="noStrike">
                <a:solidFill>
                  <a:schemeClr val="hlink"/>
                </a:solidFill>
                <a:latin typeface="Lato"/>
                <a:ea typeface="Lato"/>
                <a:cs typeface="Lato"/>
                <a:sym typeface="Lato"/>
              </a:endParaRPr>
            </a:p>
            <a:p>
              <a:pPr indent="0" lvl="0" marL="0" marR="0" rtl="0" algn="just">
                <a:lnSpc>
                  <a:spcPct val="90000"/>
                </a:lnSpc>
                <a:spcBef>
                  <a:spcPts val="200"/>
                </a:spcBef>
                <a:spcAft>
                  <a:spcPts val="0"/>
                </a:spcAft>
                <a:buClr>
                  <a:srgbClr val="858591"/>
                </a:buClr>
                <a:buSzPts val="700"/>
                <a:buFont typeface="Calibri"/>
                <a:buNone/>
              </a:pPr>
              <a:r>
                <a:rPr b="0" i="0" lang="vi" sz="700" u="none" cap="none" strike="noStrike">
                  <a:solidFill>
                    <a:schemeClr val="hlink"/>
                  </a:solidFill>
                  <a:latin typeface="Lato"/>
                  <a:ea typeface="Lato"/>
                  <a:cs typeface="Lato"/>
                  <a:sym typeface="Lato"/>
                </a:rPr>
                <a:t>Hệ thống hỗ trợ giao tiếp thiết bị, chạy song song và quản lý dữ liệu test để theo dõi và phân tích kết quả.</a:t>
              </a:r>
              <a:endParaRPr b="0" i="0" sz="300" u="none" cap="none" strike="noStrike">
                <a:solidFill>
                  <a:srgbClr val="000000"/>
                </a:solidFill>
                <a:latin typeface="Lato"/>
                <a:ea typeface="Lato"/>
                <a:cs typeface="Lato"/>
                <a:sym typeface="Lato"/>
              </a:endParaRPr>
            </a:p>
          </p:txBody>
        </p:sp>
      </p:grpSp>
      <p:grpSp>
        <p:nvGrpSpPr>
          <p:cNvPr id="391" name="Google Shape;391;g3da6f396820_0_597"/>
          <p:cNvGrpSpPr/>
          <p:nvPr/>
        </p:nvGrpSpPr>
        <p:grpSpPr>
          <a:xfrm>
            <a:off x="147651" y="3422752"/>
            <a:ext cx="3853774" cy="777127"/>
            <a:chOff x="319793" y="6359766"/>
            <a:chExt cx="7707547" cy="1232361"/>
          </a:xfrm>
        </p:grpSpPr>
        <p:grpSp>
          <p:nvGrpSpPr>
            <p:cNvPr id="392" name="Google Shape;392;g3da6f396820_0_597"/>
            <p:cNvGrpSpPr/>
            <p:nvPr/>
          </p:nvGrpSpPr>
          <p:grpSpPr>
            <a:xfrm>
              <a:off x="408931" y="6359766"/>
              <a:ext cx="7618409" cy="1202167"/>
              <a:chOff x="408931" y="6389389"/>
              <a:chExt cx="7618409" cy="1202167"/>
            </a:xfrm>
          </p:grpSpPr>
          <p:grpSp>
            <p:nvGrpSpPr>
              <p:cNvPr id="393" name="Google Shape;393;g3da6f396820_0_597"/>
              <p:cNvGrpSpPr/>
              <p:nvPr/>
            </p:nvGrpSpPr>
            <p:grpSpPr>
              <a:xfrm rot="5400000">
                <a:off x="3617052" y="3181268"/>
                <a:ext cx="1202167" cy="7618409"/>
                <a:chOff x="449683" y="2154767"/>
                <a:chExt cx="1985740" cy="10920884"/>
              </a:xfrm>
            </p:grpSpPr>
            <p:sp>
              <p:nvSpPr>
                <p:cNvPr id="394" name="Google Shape;394;g3da6f396820_0_597"/>
                <p:cNvSpPr/>
                <p:nvPr/>
              </p:nvSpPr>
              <p:spPr>
                <a:xfrm rot="5400000">
                  <a:off x="566233" y="2038217"/>
                  <a:ext cx="1752600" cy="1985700"/>
                </a:xfrm>
                <a:prstGeom prst="ellipse">
                  <a:avLst/>
                </a:prstGeom>
                <a:solidFill>
                  <a:schemeClr val="lt1"/>
                </a:solidFill>
                <a:ln>
                  <a:noFill/>
                </a:ln>
              </p:spPr>
              <p:txBody>
                <a:bodyPr anchorCtr="0" anchor="ctr" bIns="15250" lIns="30475" spcFirstLastPara="1" rIns="30475" wrap="square" tIns="152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63C67"/>
                    </a:solidFill>
                    <a:latin typeface="Lato"/>
                    <a:ea typeface="Lato"/>
                    <a:cs typeface="Lato"/>
                    <a:sym typeface="Lato"/>
                  </a:endParaRPr>
                </a:p>
              </p:txBody>
            </p:sp>
            <p:sp>
              <p:nvSpPr>
                <p:cNvPr id="395" name="Google Shape;395;g3da6f396820_0_597"/>
                <p:cNvSpPr/>
                <p:nvPr/>
              </p:nvSpPr>
              <p:spPr>
                <a:xfrm>
                  <a:off x="449723" y="2924251"/>
                  <a:ext cx="1985700" cy="10151400"/>
                </a:xfrm>
                <a:prstGeom prst="rect">
                  <a:avLst/>
                </a:prstGeom>
                <a:solidFill>
                  <a:schemeClr val="lt1"/>
                </a:solidFill>
                <a:ln>
                  <a:noFill/>
                </a:ln>
              </p:spPr>
              <p:txBody>
                <a:bodyPr anchorCtr="0" anchor="t" bIns="22850" lIns="72000" spcFirstLastPara="1" rIns="72000" wrap="square" tIns="720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1D94C9"/>
                    </a:solidFill>
                    <a:latin typeface="Lato"/>
                    <a:ea typeface="Lato"/>
                    <a:cs typeface="Lato"/>
                    <a:sym typeface="Lato"/>
                  </a:endParaRPr>
                </a:p>
              </p:txBody>
            </p:sp>
          </p:grpSp>
          <p:sp>
            <p:nvSpPr>
              <p:cNvPr id="396" name="Google Shape;396;g3da6f396820_0_597"/>
              <p:cNvSpPr txBox="1"/>
              <p:nvPr/>
            </p:nvSpPr>
            <p:spPr>
              <a:xfrm>
                <a:off x="691841" y="6634274"/>
                <a:ext cx="7081500" cy="943800"/>
              </a:xfrm>
              <a:prstGeom prst="rect">
                <a:avLst/>
              </a:prstGeom>
              <a:noFill/>
              <a:ln>
                <a:noFill/>
              </a:ln>
            </p:spPr>
            <p:txBody>
              <a:bodyPr anchorCtr="0" anchor="ctr" bIns="0" lIns="36000" spcFirstLastPara="1" rIns="36000" wrap="square" tIns="0">
                <a:noAutofit/>
              </a:bodyPr>
              <a:lstStyle/>
              <a:p>
                <a:pPr indent="0" lvl="0" marL="0" marR="0" rtl="0" algn="just">
                  <a:lnSpc>
                    <a:spcPct val="90000"/>
                  </a:lnSpc>
                  <a:spcBef>
                    <a:spcPts val="0"/>
                  </a:spcBef>
                  <a:spcAft>
                    <a:spcPts val="0"/>
                  </a:spcAft>
                  <a:buClr>
                    <a:srgbClr val="166E97"/>
                  </a:buClr>
                  <a:buSzPts val="1000"/>
                  <a:buFont typeface="Calibri"/>
                  <a:buNone/>
                </a:pPr>
                <a:r>
                  <a:rPr b="1" i="0" lang="vi" sz="1000" u="none" cap="none" strike="noStrike">
                    <a:solidFill>
                      <a:srgbClr val="166E97"/>
                    </a:solidFill>
                    <a:latin typeface="Lato"/>
                    <a:ea typeface="Lato"/>
                    <a:cs typeface="Lato"/>
                    <a:sym typeface="Lato"/>
                  </a:rPr>
                  <a:t>DC MICROGRID GUI - CLOSED PROJECT</a:t>
                </a:r>
                <a:endParaRPr b="1" i="0" sz="1000" u="none" cap="none" strike="noStrike">
                  <a:solidFill>
                    <a:srgbClr val="166E97"/>
                  </a:solidFill>
                  <a:latin typeface="Lato"/>
                  <a:ea typeface="Lato"/>
                  <a:cs typeface="Lato"/>
                  <a:sym typeface="Lato"/>
                </a:endParaRPr>
              </a:p>
              <a:p>
                <a:pPr indent="0" lvl="0" marL="0" marR="0" rtl="0" algn="just">
                  <a:lnSpc>
                    <a:spcPct val="90000"/>
                  </a:lnSpc>
                  <a:spcBef>
                    <a:spcPts val="0"/>
                  </a:spcBef>
                  <a:spcAft>
                    <a:spcPts val="0"/>
                  </a:spcAft>
                  <a:buClr>
                    <a:srgbClr val="166E97"/>
                  </a:buClr>
                  <a:buSzPts val="1000"/>
                  <a:buFont typeface="Calibri"/>
                  <a:buNone/>
                </a:pPr>
                <a:r>
                  <a:t/>
                </a:r>
                <a:endParaRPr b="1" i="0" sz="1000" u="none" cap="none" strike="noStrike">
                  <a:solidFill>
                    <a:srgbClr val="166E97"/>
                  </a:solidFill>
                  <a:latin typeface="Lato"/>
                  <a:ea typeface="Lato"/>
                  <a:cs typeface="Lato"/>
                  <a:sym typeface="Lato"/>
                </a:endParaRPr>
              </a:p>
              <a:p>
                <a:pPr indent="0" lvl="0" marL="0" marR="0" rtl="0" algn="just">
                  <a:lnSpc>
                    <a:spcPct val="90000"/>
                  </a:lnSpc>
                  <a:spcBef>
                    <a:spcPts val="0"/>
                  </a:spcBef>
                  <a:spcAft>
                    <a:spcPts val="0"/>
                  </a:spcAft>
                  <a:buClr>
                    <a:srgbClr val="166E97"/>
                  </a:buClr>
                  <a:buSzPts val="1000"/>
                  <a:buFont typeface="Calibri"/>
                  <a:buNone/>
                </a:pPr>
                <a:r>
                  <a:rPr b="0" i="0" lang="vi" sz="700" u="none" cap="none" strike="noStrike">
                    <a:solidFill>
                      <a:srgbClr val="000000"/>
                    </a:solidFill>
                    <a:latin typeface="Lato"/>
                    <a:ea typeface="Lato"/>
                    <a:cs typeface="Lato"/>
                    <a:sym typeface="Lato"/>
                  </a:rPr>
                  <a:t>Ứng dụng Windows trong lĩnh vực IoT năng lượng, dùng để giám sát và hiển thị dữ liệu tiêu thụ điện của các thiết bị kết nối DC Bus theo thời gian thực. Ứng dụng nhận dữ liệu (voltage, current, power, status) từ backend qua TCP/IP, trực quan hóa bằng biểu đồ và power flow, đồng thời ghi log dữ liệu ra file CSV trong quá trình vận hành.</a:t>
                </a:r>
                <a:endParaRPr b="0" i="0" sz="700" u="none" cap="none" strike="noStrike">
                  <a:solidFill>
                    <a:srgbClr val="000000"/>
                  </a:solidFill>
                  <a:latin typeface="Lato"/>
                  <a:ea typeface="Lato"/>
                  <a:cs typeface="Lato"/>
                  <a:sym typeface="Lato"/>
                </a:endParaRPr>
              </a:p>
              <a:p>
                <a:pPr indent="0" lvl="0" marL="0" marR="0" rtl="0" algn="just">
                  <a:lnSpc>
                    <a:spcPct val="90000"/>
                  </a:lnSpc>
                  <a:spcBef>
                    <a:spcPts val="500"/>
                  </a:spcBef>
                  <a:spcAft>
                    <a:spcPts val="0"/>
                  </a:spcAft>
                  <a:buClr>
                    <a:schemeClr val="dk1"/>
                  </a:buClr>
                  <a:buSzPts val="700"/>
                  <a:buFont typeface="Calibri"/>
                  <a:buNone/>
                </a:pPr>
                <a:r>
                  <a:t/>
                </a:r>
                <a:endParaRPr b="0" i="0" sz="700" u="none" cap="none" strike="noStrike">
                  <a:solidFill>
                    <a:srgbClr val="858591"/>
                  </a:solidFill>
                  <a:latin typeface="Lato"/>
                  <a:ea typeface="Lato"/>
                  <a:cs typeface="Lato"/>
                  <a:sym typeface="Lato"/>
                </a:endParaRPr>
              </a:p>
            </p:txBody>
          </p:sp>
        </p:grpSp>
        <p:sp>
          <p:nvSpPr>
            <p:cNvPr id="397" name="Google Shape;397;g3da6f396820_0_597"/>
            <p:cNvSpPr/>
            <p:nvPr/>
          </p:nvSpPr>
          <p:spPr>
            <a:xfrm rot="5400000">
              <a:off x="-226807" y="6939327"/>
              <a:ext cx="1199400" cy="106200"/>
            </a:xfrm>
            <a:prstGeom prst="rect">
              <a:avLst/>
            </a:prstGeom>
            <a:solidFill>
              <a:srgbClr val="156E96"/>
            </a:solidFill>
            <a:ln>
              <a:noFill/>
            </a:ln>
          </p:spPr>
          <p:txBody>
            <a:bodyPr anchorCtr="0" anchor="t" bIns="22850" lIns="72000" spcFirstLastPara="1" rIns="72000" wrap="square" tIns="720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1D94C9"/>
                </a:solidFill>
                <a:latin typeface="Lato"/>
                <a:ea typeface="Lato"/>
                <a:cs typeface="Lato"/>
                <a:sym typeface="Lato"/>
              </a:endParaRPr>
            </a:p>
          </p:txBody>
        </p:sp>
      </p:grpSp>
      <p:cxnSp>
        <p:nvCxnSpPr>
          <p:cNvPr id="398" name="Google Shape;398;g3da6f396820_0_597"/>
          <p:cNvCxnSpPr/>
          <p:nvPr/>
        </p:nvCxnSpPr>
        <p:spPr>
          <a:xfrm>
            <a:off x="116165" y="1792933"/>
            <a:ext cx="3906300" cy="0"/>
          </a:xfrm>
          <a:prstGeom prst="straightConnector1">
            <a:avLst/>
          </a:prstGeom>
          <a:noFill/>
          <a:ln cap="flat" cmpd="sng" w="19050">
            <a:solidFill>
              <a:srgbClr val="043962"/>
            </a:solidFill>
            <a:prstDash val="solid"/>
            <a:miter lim="800000"/>
            <a:headEnd len="sm" w="sm" type="none"/>
            <a:tailEnd len="sm" w="sm" type="none"/>
          </a:ln>
        </p:spPr>
      </p:cxnSp>
      <p:pic>
        <p:nvPicPr>
          <p:cNvPr descr="Point d’insertion vers la droite avec un remplissage uni" id="399" name="Google Shape;399;g3da6f396820_0_597"/>
          <p:cNvPicPr preferRelativeResize="0"/>
          <p:nvPr/>
        </p:nvPicPr>
        <p:blipFill rotWithShape="1">
          <a:blip r:embed="rId11">
            <a:alphaModFix/>
          </a:blip>
          <a:srcRect b="0" l="0" r="0" t="0"/>
          <a:stretch/>
        </p:blipFill>
        <p:spPr>
          <a:xfrm rot="-8123668">
            <a:off x="63881" y="1695393"/>
            <a:ext cx="457200" cy="457201"/>
          </a:xfrm>
          <a:prstGeom prst="rect">
            <a:avLst/>
          </a:prstGeom>
          <a:noFill/>
          <a:ln>
            <a:noFill/>
          </a:ln>
        </p:spPr>
      </p:pic>
      <p:grpSp>
        <p:nvGrpSpPr>
          <p:cNvPr id="400" name="Google Shape;400;g3da6f396820_0_597"/>
          <p:cNvGrpSpPr/>
          <p:nvPr/>
        </p:nvGrpSpPr>
        <p:grpSpPr>
          <a:xfrm>
            <a:off x="4281120" y="2080218"/>
            <a:ext cx="628078" cy="625950"/>
            <a:chOff x="8764978" y="6345685"/>
            <a:chExt cx="1251900" cy="1251900"/>
          </a:xfrm>
        </p:grpSpPr>
        <p:pic>
          <p:nvPicPr>
            <p:cNvPr id="401" name="Google Shape;401;g3da6f396820_0_597"/>
            <p:cNvPicPr preferRelativeResize="0"/>
            <p:nvPr/>
          </p:nvPicPr>
          <p:blipFill rotWithShape="1">
            <a:blip r:embed="rId9">
              <a:alphaModFix/>
            </a:blip>
            <a:srcRect b="0" l="0" r="0" t="0"/>
            <a:stretch/>
          </p:blipFill>
          <p:spPr>
            <a:xfrm>
              <a:off x="9089627" y="6467388"/>
              <a:ext cx="705356" cy="705356"/>
            </a:xfrm>
            <a:prstGeom prst="rect">
              <a:avLst/>
            </a:prstGeom>
            <a:noFill/>
            <a:ln>
              <a:noFill/>
            </a:ln>
          </p:spPr>
        </p:pic>
        <p:sp>
          <p:nvSpPr>
            <p:cNvPr id="402" name="Google Shape;402;g3da6f396820_0_597"/>
            <p:cNvSpPr/>
            <p:nvPr/>
          </p:nvSpPr>
          <p:spPr>
            <a:xfrm>
              <a:off x="8764978" y="6345685"/>
              <a:ext cx="1251900" cy="1251900"/>
            </a:xfrm>
            <a:prstGeom prst="roundRect">
              <a:avLst>
                <a:gd fmla="val 16667" name="adj"/>
              </a:avLst>
            </a:prstGeom>
            <a:solidFill>
              <a:schemeClr val="accent5"/>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pic>
        <p:nvPicPr>
          <p:cNvPr id="403" name="Google Shape;403;g3da6f396820_0_597"/>
          <p:cNvPicPr preferRelativeResize="0"/>
          <p:nvPr/>
        </p:nvPicPr>
        <p:blipFill rotWithShape="1">
          <a:blip r:embed="rId9">
            <a:alphaModFix/>
          </a:blip>
          <a:srcRect b="0" l="0" r="0" t="0"/>
          <a:stretch/>
        </p:blipFill>
        <p:spPr>
          <a:xfrm>
            <a:off x="4420855" y="2181556"/>
            <a:ext cx="352681" cy="352681"/>
          </a:xfrm>
          <a:prstGeom prst="rect">
            <a:avLst/>
          </a:prstGeom>
          <a:noFill/>
          <a:ln>
            <a:noFill/>
          </a:ln>
        </p:spPr>
      </p:pic>
      <p:pic>
        <p:nvPicPr>
          <p:cNvPr descr="preencoded.png" id="404" name="Google Shape;404;g3da6f396820_0_597"/>
          <p:cNvPicPr preferRelativeResize="0"/>
          <p:nvPr/>
        </p:nvPicPr>
        <p:blipFill rotWithShape="1">
          <a:blip r:embed="rId12">
            <a:alphaModFix/>
          </a:blip>
          <a:srcRect b="0" l="0" r="0" t="0"/>
          <a:stretch/>
        </p:blipFill>
        <p:spPr>
          <a:xfrm>
            <a:off x="5841375" y="2144952"/>
            <a:ext cx="3187609" cy="1769763"/>
          </a:xfrm>
          <a:prstGeom prst="rect">
            <a:avLst/>
          </a:prstGeom>
          <a:noFill/>
          <a:ln>
            <a:noFill/>
          </a:ln>
        </p:spPr>
      </p:pic>
      <p:sp>
        <p:nvSpPr>
          <p:cNvPr id="405" name="Google Shape;405;g3da6f396820_0_597"/>
          <p:cNvSpPr/>
          <p:nvPr/>
        </p:nvSpPr>
        <p:spPr>
          <a:xfrm>
            <a:off x="4143025" y="4392950"/>
            <a:ext cx="5001000" cy="758100"/>
          </a:xfrm>
          <a:prstGeom prst="rect">
            <a:avLst/>
          </a:prstGeom>
          <a:solidFill>
            <a:srgbClr val="E4F4FB"/>
          </a:solidFill>
          <a:ln>
            <a:noFill/>
          </a:ln>
        </p:spPr>
        <p:txBody>
          <a:bodyPr anchorCtr="0" anchor="ctr" bIns="22850" lIns="72000" spcFirstLastPara="1" rIns="72000" wrap="square" tIns="22850">
            <a:noAutofit/>
          </a:bodyPr>
          <a:lstStyle/>
          <a:p>
            <a:pPr indent="0" lvl="0" marL="0" marR="0" rtl="0" algn="ctr">
              <a:lnSpc>
                <a:spcPct val="100000"/>
              </a:lnSpc>
              <a:spcBef>
                <a:spcPts val="0"/>
              </a:spcBef>
              <a:spcAft>
                <a:spcPts val="0"/>
              </a:spcAft>
              <a:buClr>
                <a:srgbClr val="000000"/>
              </a:buClr>
              <a:buSzPts val="700"/>
              <a:buFont typeface="Arial"/>
              <a:buNone/>
            </a:pPr>
            <a:r>
              <a:rPr b="1" i="0" lang="vi" sz="1000" u="none" cap="none" strike="noStrike">
                <a:solidFill>
                  <a:schemeClr val="dk1"/>
                </a:solidFill>
                <a:latin typeface="Lato"/>
                <a:ea typeface="Lato"/>
                <a:cs typeface="Lato"/>
                <a:sym typeface="Lato"/>
              </a:rPr>
              <a:t>VMOは富士フイルムPBC様の長期的パートナーとして継続的な価値を提供します, supporting 富士フイルム</a:t>
            </a:r>
            <a:endParaRPr b="1" i="0" sz="1000" u="none" cap="none" strike="noStrike">
              <a:solidFill>
                <a:schemeClr val="dk1"/>
              </a:solidFill>
              <a:latin typeface="Lato"/>
              <a:ea typeface="Lato"/>
              <a:cs typeface="Lato"/>
              <a:sym typeface="Lato"/>
            </a:endParaRPr>
          </a:p>
        </p:txBody>
      </p:sp>
      <p:pic>
        <p:nvPicPr>
          <p:cNvPr id="406" name="Google Shape;406;g3da6f396820_0_597"/>
          <p:cNvPicPr preferRelativeResize="0"/>
          <p:nvPr/>
        </p:nvPicPr>
        <p:blipFill rotWithShape="1">
          <a:blip r:embed="rId3">
            <a:alphaModFix/>
          </a:blip>
          <a:srcRect b="0" l="0" r="0" t="0"/>
          <a:stretch/>
        </p:blipFill>
        <p:spPr>
          <a:xfrm>
            <a:off x="137478" y="483298"/>
            <a:ext cx="514793" cy="208200"/>
          </a:xfrm>
          <a:prstGeom prst="rect">
            <a:avLst/>
          </a:prstGeom>
          <a:noFill/>
          <a:ln>
            <a:noFill/>
          </a:ln>
        </p:spPr>
      </p:pic>
      <p:sp>
        <p:nvSpPr>
          <p:cNvPr id="407" name="Google Shape;407;g3da6f396820_0_59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000"/>
              <a:buFont typeface="Arial"/>
              <a:buNone/>
            </a:pPr>
            <a:fld id="{00000000-1234-1234-1234-123412341234}" type="slidenum">
              <a:rPr lang="vi"/>
              <a:t>‹#›</a:t>
            </a:fld>
            <a:r>
              <a:rPr lang="vi"/>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descr="A person standing on a rocky mountain top&#10;&#10;AI-generated content may be incorrect." id="412" name="Google Shape;412;g3da6e048061_0_70"/>
          <p:cNvPicPr preferRelativeResize="0"/>
          <p:nvPr>
            <p:ph idx="2" type="pic"/>
          </p:nvPr>
        </p:nvPicPr>
        <p:blipFill rotWithShape="1">
          <a:blip r:embed="rId3">
            <a:alphaModFix/>
          </a:blip>
          <a:srcRect b="0" l="0" r="0" t="0"/>
          <a:stretch/>
        </p:blipFill>
        <p:spPr>
          <a:xfrm>
            <a:off x="0" y="0"/>
            <a:ext cx="9144000" cy="4734925"/>
          </a:xfrm>
          <a:prstGeom prst="rect">
            <a:avLst/>
          </a:prstGeom>
          <a:noFill/>
          <a:ln>
            <a:noFill/>
          </a:ln>
        </p:spPr>
      </p:pic>
      <p:sp>
        <p:nvSpPr>
          <p:cNvPr id="413" name="Google Shape;413;g3da6e048061_0_70"/>
          <p:cNvSpPr/>
          <p:nvPr/>
        </p:nvSpPr>
        <p:spPr>
          <a:xfrm>
            <a:off x="0" y="8725"/>
            <a:ext cx="9144000" cy="4726200"/>
          </a:xfrm>
          <a:prstGeom prst="rect">
            <a:avLst/>
          </a:prstGeom>
          <a:solidFill>
            <a:srgbClr val="063C67">
              <a:alpha val="47843"/>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414" name="Google Shape;414;g3da6e048061_0_70"/>
          <p:cNvSpPr txBox="1"/>
          <p:nvPr/>
        </p:nvSpPr>
        <p:spPr>
          <a:xfrm>
            <a:off x="1396349" y="1519406"/>
            <a:ext cx="69495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200"/>
              <a:buFont typeface="Arial"/>
              <a:buNone/>
            </a:pPr>
            <a:r>
              <a:rPr b="1" i="0" lang="vi" sz="3900" u="none" cap="none" strike="noStrike">
                <a:solidFill>
                  <a:srgbClr val="FFFFFF"/>
                </a:solidFill>
                <a:latin typeface="Chakra Petch"/>
                <a:ea typeface="Chakra Petch"/>
                <a:cs typeface="Chakra Petch"/>
                <a:sym typeface="Chakra Petch"/>
              </a:rPr>
              <a:t>事業理解</a:t>
            </a:r>
            <a:endParaRPr b="0" i="0" sz="400" u="none" cap="none" strike="noStrike">
              <a:solidFill>
                <a:srgbClr val="000000"/>
              </a:solidFill>
              <a:latin typeface="Arial"/>
              <a:ea typeface="Arial"/>
              <a:cs typeface="Arial"/>
              <a:sym typeface="Arial"/>
            </a:endParaRPr>
          </a:p>
        </p:txBody>
      </p:sp>
      <p:pic>
        <p:nvPicPr>
          <p:cNvPr descr="Une image contenant capture d’écran, Rectangle, carré, texte&#10;&#10;Description générée automatiquement" id="415" name="Google Shape;415;g3da6e048061_0_70"/>
          <p:cNvPicPr preferRelativeResize="0"/>
          <p:nvPr/>
        </p:nvPicPr>
        <p:blipFill rotWithShape="1">
          <a:blip r:embed="rId4">
            <a:alphaModFix/>
          </a:blip>
          <a:srcRect b="0" l="0" r="0" t="0"/>
          <a:stretch/>
        </p:blipFill>
        <p:spPr>
          <a:xfrm>
            <a:off x="937550" y="460675"/>
            <a:ext cx="1991051" cy="2849700"/>
          </a:xfrm>
          <a:prstGeom prst="rect">
            <a:avLst/>
          </a:prstGeom>
          <a:noFill/>
          <a:ln>
            <a:noFill/>
          </a:ln>
        </p:spPr>
      </p:pic>
      <p:sp>
        <p:nvSpPr>
          <p:cNvPr id="416" name="Google Shape;416;g3da6e048061_0_70"/>
          <p:cNvSpPr/>
          <p:nvPr/>
        </p:nvSpPr>
        <p:spPr>
          <a:xfrm>
            <a:off x="428200" y="1359200"/>
            <a:ext cx="786600" cy="963300"/>
          </a:xfrm>
          <a:prstGeom prst="roundRect">
            <a:avLst>
              <a:gd fmla="val 16851"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1" i="0" lang="vi" sz="3900" u="none" cap="none" strike="noStrike">
                <a:solidFill>
                  <a:schemeClr val="dk1"/>
                </a:solidFill>
                <a:latin typeface="Chakra Petch"/>
                <a:ea typeface="Chakra Petch"/>
                <a:cs typeface="Chakra Petch"/>
                <a:sym typeface="Chakra Petch"/>
              </a:rPr>
              <a:t>1</a:t>
            </a:r>
            <a:endParaRPr b="1" i="0" sz="3900" u="none" cap="none" strike="noStrike">
              <a:solidFill>
                <a:schemeClr val="dk1"/>
              </a:solidFill>
              <a:latin typeface="Chakra Petch"/>
              <a:ea typeface="Chakra Petch"/>
              <a:cs typeface="Chakra Petch"/>
              <a:sym typeface="Chakra Petch"/>
            </a:endParaRPr>
          </a:p>
        </p:txBody>
      </p:sp>
      <p:sp>
        <p:nvSpPr>
          <p:cNvPr id="417" name="Google Shape;417;g3da6e048061_0_70"/>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000"/>
              <a:buFont typeface="Arial"/>
              <a:buNone/>
            </a:pPr>
            <a:fld id="{00000000-1234-1234-1234-123412341234}" type="slidenum">
              <a:rPr lang="vi"/>
              <a:t>‹#›</a:t>
            </a:fld>
            <a:r>
              <a:rPr lang="vi"/>
              <a:t/>
            </a:r>
            <a:endParaRPr/>
          </a:p>
        </p:txBody>
      </p:sp>
      <p:pic>
        <p:nvPicPr>
          <p:cNvPr id="418" name="Google Shape;418;g3da6e048061_0_70" title="Logo_VMO_Alten-Negative.png"/>
          <p:cNvPicPr preferRelativeResize="0"/>
          <p:nvPr/>
        </p:nvPicPr>
        <p:blipFill rotWithShape="1">
          <a:blip r:embed="rId5">
            <a:alphaModFix/>
          </a:blip>
          <a:srcRect b="0" l="0" r="0" t="0"/>
          <a:stretch/>
        </p:blipFill>
        <p:spPr>
          <a:xfrm>
            <a:off x="7618364" y="375727"/>
            <a:ext cx="1158885" cy="4686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b524566caf_0_984"/>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富士フイルムPBCの概要と課題</a:t>
            </a:r>
            <a:endParaRPr sz="1100">
              <a:latin typeface="Chakra Petch"/>
              <a:ea typeface="Chakra Petch"/>
              <a:cs typeface="Chakra Petch"/>
              <a:sym typeface="Chakra Petch"/>
            </a:endParaRPr>
          </a:p>
        </p:txBody>
      </p:sp>
      <p:sp>
        <p:nvSpPr>
          <p:cNvPr id="425" name="Google Shape;425;g3b524566caf_0_984"/>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1</a:t>
            </a:r>
            <a:r>
              <a:rPr b="1" lang="vi" sz="2000">
                <a:latin typeface="Chakra Petch"/>
                <a:ea typeface="Chakra Petch"/>
                <a:cs typeface="Chakra Petch"/>
                <a:sym typeface="Chakra Petch"/>
              </a:rPr>
              <a:t>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事業理解</a:t>
            </a:r>
            <a:endParaRPr b="1" sz="2000">
              <a:latin typeface="Chakra Petch"/>
              <a:ea typeface="Chakra Petch"/>
              <a:cs typeface="Chakra Petch"/>
              <a:sym typeface="Chakra Petch"/>
            </a:endParaRPr>
          </a:p>
        </p:txBody>
      </p:sp>
      <p:sp>
        <p:nvSpPr>
          <p:cNvPr id="426" name="Google Shape;426;g3b524566caf_0_984"/>
          <p:cNvSpPr/>
          <p:nvPr/>
        </p:nvSpPr>
        <p:spPr>
          <a:xfrm>
            <a:off x="3583125" y="746300"/>
            <a:ext cx="5215200" cy="3927600"/>
          </a:xfrm>
          <a:prstGeom prst="roundRect">
            <a:avLst>
              <a:gd fmla="val 2784" name="adj"/>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g3b524566caf_0_984"/>
          <p:cNvSpPr/>
          <p:nvPr/>
        </p:nvSpPr>
        <p:spPr>
          <a:xfrm>
            <a:off x="361725" y="746300"/>
            <a:ext cx="3050100" cy="3927600"/>
          </a:xfrm>
          <a:prstGeom prst="roundRect">
            <a:avLst>
              <a:gd fmla="val 2784" name="adj"/>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8" name="Google Shape;428;g3b524566caf_0_984"/>
          <p:cNvGrpSpPr/>
          <p:nvPr/>
        </p:nvGrpSpPr>
        <p:grpSpPr>
          <a:xfrm>
            <a:off x="4693026" y="2765068"/>
            <a:ext cx="345556" cy="355543"/>
            <a:chOff x="14793118" y="5463667"/>
            <a:chExt cx="683999" cy="684000"/>
          </a:xfrm>
        </p:grpSpPr>
        <p:sp>
          <p:nvSpPr>
            <p:cNvPr id="429" name="Google Shape;429;g3b524566caf_0_984"/>
            <p:cNvSpPr/>
            <p:nvPr/>
          </p:nvSpPr>
          <p:spPr>
            <a:xfrm>
              <a:off x="15106128" y="6037931"/>
              <a:ext cx="26718" cy="26718"/>
            </a:xfrm>
            <a:custGeom>
              <a:rect b="b" l="l" r="r" t="t"/>
              <a:pathLst>
                <a:path extrusionOk="0" h="26718" w="26718">
                  <a:moveTo>
                    <a:pt x="22804" y="3916"/>
                  </a:moveTo>
                  <a:cubicBezTo>
                    <a:pt x="20320" y="1431"/>
                    <a:pt x="16873" y="0"/>
                    <a:pt x="13359" y="0"/>
                  </a:cubicBezTo>
                  <a:cubicBezTo>
                    <a:pt x="9846" y="0"/>
                    <a:pt x="6399" y="1429"/>
                    <a:pt x="3914" y="3916"/>
                  </a:cubicBezTo>
                  <a:cubicBezTo>
                    <a:pt x="1429" y="6399"/>
                    <a:pt x="0" y="9846"/>
                    <a:pt x="0" y="13359"/>
                  </a:cubicBezTo>
                  <a:cubicBezTo>
                    <a:pt x="0" y="16888"/>
                    <a:pt x="1429" y="20320"/>
                    <a:pt x="3914" y="22804"/>
                  </a:cubicBezTo>
                  <a:cubicBezTo>
                    <a:pt x="6399" y="25303"/>
                    <a:pt x="9846" y="26719"/>
                    <a:pt x="13359" y="26719"/>
                  </a:cubicBezTo>
                  <a:cubicBezTo>
                    <a:pt x="16873" y="26719"/>
                    <a:pt x="20320" y="25303"/>
                    <a:pt x="22804" y="22804"/>
                  </a:cubicBezTo>
                  <a:cubicBezTo>
                    <a:pt x="25289" y="20320"/>
                    <a:pt x="26719" y="16874"/>
                    <a:pt x="26719" y="13359"/>
                  </a:cubicBezTo>
                  <a:cubicBezTo>
                    <a:pt x="26719" y="9846"/>
                    <a:pt x="25288" y="6399"/>
                    <a:pt x="22804" y="3916"/>
                  </a:cubicBez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sp>
          <p:nvSpPr>
            <p:cNvPr id="430" name="Google Shape;430;g3b524566caf_0_984"/>
            <p:cNvSpPr/>
            <p:nvPr/>
          </p:nvSpPr>
          <p:spPr>
            <a:xfrm>
              <a:off x="14793118" y="5806946"/>
              <a:ext cx="446275" cy="340721"/>
            </a:xfrm>
            <a:custGeom>
              <a:rect b="b" l="l" r="r" t="t"/>
              <a:pathLst>
                <a:path extrusionOk="0" h="340721" w="446275">
                  <a:moveTo>
                    <a:pt x="399421" y="111659"/>
                  </a:moveTo>
                  <a:lnTo>
                    <a:pt x="399421" y="13358"/>
                  </a:lnTo>
                  <a:cubicBezTo>
                    <a:pt x="399421" y="8921"/>
                    <a:pt x="397217" y="4771"/>
                    <a:pt x="393539" y="2288"/>
                  </a:cubicBezTo>
                  <a:cubicBezTo>
                    <a:pt x="389861" y="-196"/>
                    <a:pt x="385190" y="-690"/>
                    <a:pt x="381071" y="966"/>
                  </a:cubicBezTo>
                  <a:lnTo>
                    <a:pt x="150871" y="93676"/>
                  </a:lnTo>
                  <a:lnTo>
                    <a:pt x="76727" y="93676"/>
                  </a:lnTo>
                  <a:cubicBezTo>
                    <a:pt x="34420" y="93676"/>
                    <a:pt x="0" y="128097"/>
                    <a:pt x="0" y="170406"/>
                  </a:cubicBezTo>
                  <a:cubicBezTo>
                    <a:pt x="0" y="212715"/>
                    <a:pt x="34420" y="247136"/>
                    <a:pt x="76730" y="247136"/>
                  </a:cubicBezTo>
                  <a:lnTo>
                    <a:pt x="85559" y="247136"/>
                  </a:lnTo>
                  <a:lnTo>
                    <a:pt x="85559" y="327361"/>
                  </a:lnTo>
                  <a:cubicBezTo>
                    <a:pt x="85559" y="334738"/>
                    <a:pt x="91540" y="340721"/>
                    <a:pt x="98918" y="340721"/>
                  </a:cubicBezTo>
                  <a:lnTo>
                    <a:pt x="153456" y="340721"/>
                  </a:lnTo>
                  <a:cubicBezTo>
                    <a:pt x="160835" y="340721"/>
                    <a:pt x="166816" y="334738"/>
                    <a:pt x="166816" y="327361"/>
                  </a:cubicBezTo>
                  <a:lnTo>
                    <a:pt x="166816" y="253580"/>
                  </a:lnTo>
                  <a:lnTo>
                    <a:pt x="381078" y="339756"/>
                  </a:lnTo>
                  <a:cubicBezTo>
                    <a:pt x="382685" y="340403"/>
                    <a:pt x="384377" y="340722"/>
                    <a:pt x="386061" y="340722"/>
                  </a:cubicBezTo>
                  <a:cubicBezTo>
                    <a:pt x="388690" y="340722"/>
                    <a:pt x="391300" y="339946"/>
                    <a:pt x="393542" y="338432"/>
                  </a:cubicBezTo>
                  <a:cubicBezTo>
                    <a:pt x="397218" y="335949"/>
                    <a:pt x="399421" y="331799"/>
                    <a:pt x="399421" y="327363"/>
                  </a:cubicBezTo>
                  <a:lnTo>
                    <a:pt x="399421" y="229063"/>
                  </a:lnTo>
                  <a:cubicBezTo>
                    <a:pt x="426212" y="222967"/>
                    <a:pt x="446275" y="198971"/>
                    <a:pt x="446275" y="170362"/>
                  </a:cubicBezTo>
                  <a:cubicBezTo>
                    <a:pt x="446275" y="141753"/>
                    <a:pt x="426212" y="117755"/>
                    <a:pt x="399421" y="111659"/>
                  </a:cubicBezTo>
                  <a:close/>
                  <a:moveTo>
                    <a:pt x="140096" y="314002"/>
                  </a:moveTo>
                  <a:lnTo>
                    <a:pt x="112278" y="314002"/>
                  </a:lnTo>
                  <a:lnTo>
                    <a:pt x="112278" y="247134"/>
                  </a:lnTo>
                  <a:lnTo>
                    <a:pt x="140097" y="247134"/>
                  </a:lnTo>
                  <a:lnTo>
                    <a:pt x="140097" y="314002"/>
                  </a:lnTo>
                  <a:close/>
                  <a:moveTo>
                    <a:pt x="140098" y="220415"/>
                  </a:moveTo>
                  <a:lnTo>
                    <a:pt x="76730" y="220415"/>
                  </a:lnTo>
                  <a:cubicBezTo>
                    <a:pt x="49153" y="220415"/>
                    <a:pt x="26719" y="197981"/>
                    <a:pt x="26719" y="170406"/>
                  </a:cubicBezTo>
                  <a:cubicBezTo>
                    <a:pt x="26719" y="142830"/>
                    <a:pt x="49153" y="120395"/>
                    <a:pt x="76730" y="120395"/>
                  </a:cubicBezTo>
                  <a:lnTo>
                    <a:pt x="140104" y="120395"/>
                  </a:lnTo>
                  <a:lnTo>
                    <a:pt x="140098" y="220415"/>
                  </a:lnTo>
                  <a:close/>
                  <a:moveTo>
                    <a:pt x="372704" y="307588"/>
                  </a:moveTo>
                  <a:lnTo>
                    <a:pt x="372703" y="307588"/>
                  </a:lnTo>
                  <a:lnTo>
                    <a:pt x="166823" y="224783"/>
                  </a:lnTo>
                  <a:lnTo>
                    <a:pt x="166823" y="116056"/>
                  </a:lnTo>
                  <a:lnTo>
                    <a:pt x="313010" y="57181"/>
                  </a:lnTo>
                  <a:lnTo>
                    <a:pt x="313010" y="189760"/>
                  </a:lnTo>
                  <a:cubicBezTo>
                    <a:pt x="313010" y="197137"/>
                    <a:pt x="318991" y="203119"/>
                    <a:pt x="326370" y="203119"/>
                  </a:cubicBezTo>
                  <a:cubicBezTo>
                    <a:pt x="333748" y="203119"/>
                    <a:pt x="339729" y="197137"/>
                    <a:pt x="339729" y="189760"/>
                  </a:cubicBezTo>
                  <a:lnTo>
                    <a:pt x="339729" y="46420"/>
                  </a:lnTo>
                  <a:lnTo>
                    <a:pt x="372704" y="33140"/>
                  </a:lnTo>
                  <a:lnTo>
                    <a:pt x="372704" y="307588"/>
                  </a:lnTo>
                  <a:close/>
                  <a:moveTo>
                    <a:pt x="399421" y="201067"/>
                  </a:moveTo>
                  <a:lnTo>
                    <a:pt x="399421" y="139654"/>
                  </a:lnTo>
                  <a:cubicBezTo>
                    <a:pt x="411259" y="144824"/>
                    <a:pt x="419557" y="156639"/>
                    <a:pt x="419557" y="170361"/>
                  </a:cubicBezTo>
                  <a:cubicBezTo>
                    <a:pt x="419557" y="184082"/>
                    <a:pt x="411260" y="195897"/>
                    <a:pt x="399421" y="201067"/>
                  </a:cubicBez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sp>
          <p:nvSpPr>
            <p:cNvPr id="431" name="Google Shape;431;g3b524566caf_0_984"/>
            <p:cNvSpPr/>
            <p:nvPr/>
          </p:nvSpPr>
          <p:spPr>
            <a:xfrm>
              <a:off x="15277841" y="5964342"/>
              <a:ext cx="102356" cy="26718"/>
            </a:xfrm>
            <a:custGeom>
              <a:rect b="b" l="l" r="r" t="t"/>
              <a:pathLst>
                <a:path extrusionOk="0" h="26718" w="102356">
                  <a:moveTo>
                    <a:pt x="88998" y="0"/>
                  </a:moveTo>
                  <a:lnTo>
                    <a:pt x="13359" y="0"/>
                  </a:lnTo>
                  <a:cubicBezTo>
                    <a:pt x="5981" y="0"/>
                    <a:pt x="0" y="5982"/>
                    <a:pt x="0" y="13359"/>
                  </a:cubicBezTo>
                  <a:cubicBezTo>
                    <a:pt x="0" y="20736"/>
                    <a:pt x="5981" y="26719"/>
                    <a:pt x="13359" y="26719"/>
                  </a:cubicBezTo>
                  <a:lnTo>
                    <a:pt x="88998" y="26719"/>
                  </a:lnTo>
                  <a:cubicBezTo>
                    <a:pt x="96376" y="26719"/>
                    <a:pt x="102357" y="20736"/>
                    <a:pt x="102357" y="13359"/>
                  </a:cubicBezTo>
                  <a:cubicBezTo>
                    <a:pt x="102357" y="5982"/>
                    <a:pt x="96376" y="0"/>
                    <a:pt x="88998" y="0"/>
                  </a:cubicBez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sp>
          <p:nvSpPr>
            <p:cNvPr id="432" name="Google Shape;432;g3b524566caf_0_984"/>
            <p:cNvSpPr/>
            <p:nvPr/>
          </p:nvSpPr>
          <p:spPr>
            <a:xfrm>
              <a:off x="15255910" y="5862537"/>
              <a:ext cx="52810" cy="52809"/>
            </a:xfrm>
            <a:custGeom>
              <a:rect b="b" l="l" r="r" t="t"/>
              <a:pathLst>
                <a:path extrusionOk="0" h="52809" w="52810">
                  <a:moveTo>
                    <a:pt x="48898" y="3912"/>
                  </a:moveTo>
                  <a:cubicBezTo>
                    <a:pt x="43681" y="-1304"/>
                    <a:pt x="35222" y="-1304"/>
                    <a:pt x="30004" y="3912"/>
                  </a:cubicBezTo>
                  <a:lnTo>
                    <a:pt x="3913" y="30003"/>
                  </a:lnTo>
                  <a:cubicBezTo>
                    <a:pt x="-1304" y="35219"/>
                    <a:pt x="-1304" y="43679"/>
                    <a:pt x="3913" y="48897"/>
                  </a:cubicBezTo>
                  <a:cubicBezTo>
                    <a:pt x="6523" y="51504"/>
                    <a:pt x="9942" y="52810"/>
                    <a:pt x="13360" y="52810"/>
                  </a:cubicBezTo>
                  <a:cubicBezTo>
                    <a:pt x="16779" y="52810"/>
                    <a:pt x="20199" y="51504"/>
                    <a:pt x="22807" y="48897"/>
                  </a:cubicBezTo>
                  <a:lnTo>
                    <a:pt x="48898" y="22806"/>
                  </a:lnTo>
                  <a:cubicBezTo>
                    <a:pt x="54114" y="17589"/>
                    <a:pt x="54114" y="9130"/>
                    <a:pt x="48898" y="3912"/>
                  </a:cubicBez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sp>
          <p:nvSpPr>
            <p:cNvPr id="433" name="Google Shape;433;g3b524566caf_0_984"/>
            <p:cNvSpPr/>
            <p:nvPr/>
          </p:nvSpPr>
          <p:spPr>
            <a:xfrm>
              <a:off x="15256018" y="6037938"/>
              <a:ext cx="53682" cy="53683"/>
            </a:xfrm>
            <a:custGeom>
              <a:rect b="b" l="l" r="r" t="t"/>
              <a:pathLst>
                <a:path extrusionOk="0" h="53683" w="53682">
                  <a:moveTo>
                    <a:pt x="49770" y="30876"/>
                  </a:moveTo>
                  <a:lnTo>
                    <a:pt x="22807" y="3912"/>
                  </a:lnTo>
                  <a:cubicBezTo>
                    <a:pt x="17590" y="-1304"/>
                    <a:pt x="9131" y="-1304"/>
                    <a:pt x="3913" y="3912"/>
                  </a:cubicBezTo>
                  <a:cubicBezTo>
                    <a:pt x="-1304" y="9128"/>
                    <a:pt x="-1304" y="17588"/>
                    <a:pt x="3913" y="22806"/>
                  </a:cubicBezTo>
                  <a:lnTo>
                    <a:pt x="30877" y="49770"/>
                  </a:lnTo>
                  <a:cubicBezTo>
                    <a:pt x="33486" y="52378"/>
                    <a:pt x="36905" y="53683"/>
                    <a:pt x="40324" y="53683"/>
                  </a:cubicBezTo>
                  <a:cubicBezTo>
                    <a:pt x="43742" y="53683"/>
                    <a:pt x="47162" y="52378"/>
                    <a:pt x="49770" y="49770"/>
                  </a:cubicBezTo>
                  <a:cubicBezTo>
                    <a:pt x="54987" y="44554"/>
                    <a:pt x="54987" y="36094"/>
                    <a:pt x="49770" y="30876"/>
                  </a:cubicBez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sp>
          <p:nvSpPr>
            <p:cNvPr id="434" name="Google Shape;434;g3b524566caf_0_984"/>
            <p:cNvSpPr/>
            <p:nvPr/>
          </p:nvSpPr>
          <p:spPr>
            <a:xfrm>
              <a:off x="14865258" y="5463667"/>
              <a:ext cx="611859" cy="388312"/>
            </a:xfrm>
            <a:custGeom>
              <a:rect b="b" l="l" r="r" t="t"/>
              <a:pathLst>
                <a:path extrusionOk="0" h="388312" w="611859">
                  <a:moveTo>
                    <a:pt x="558422" y="0"/>
                  </a:moveTo>
                  <a:lnTo>
                    <a:pt x="309938" y="0"/>
                  </a:lnTo>
                  <a:cubicBezTo>
                    <a:pt x="280472" y="0"/>
                    <a:pt x="256500" y="23972"/>
                    <a:pt x="256500" y="53438"/>
                  </a:cubicBezTo>
                  <a:lnTo>
                    <a:pt x="256500" y="58781"/>
                  </a:lnTo>
                  <a:lnTo>
                    <a:pt x="32063" y="58781"/>
                  </a:lnTo>
                  <a:cubicBezTo>
                    <a:pt x="14383" y="58781"/>
                    <a:pt x="0" y="73165"/>
                    <a:pt x="0" y="90844"/>
                  </a:cubicBezTo>
                  <a:lnTo>
                    <a:pt x="0" y="301922"/>
                  </a:lnTo>
                  <a:cubicBezTo>
                    <a:pt x="0" y="319600"/>
                    <a:pt x="14383" y="333984"/>
                    <a:pt x="32063" y="333984"/>
                  </a:cubicBezTo>
                  <a:lnTo>
                    <a:pt x="45867" y="333984"/>
                  </a:lnTo>
                  <a:lnTo>
                    <a:pt x="45867" y="374954"/>
                  </a:lnTo>
                  <a:cubicBezTo>
                    <a:pt x="45867" y="380357"/>
                    <a:pt x="49122" y="385228"/>
                    <a:pt x="54113" y="387296"/>
                  </a:cubicBezTo>
                  <a:cubicBezTo>
                    <a:pt x="55766" y="387980"/>
                    <a:pt x="57501" y="388313"/>
                    <a:pt x="59223" y="388313"/>
                  </a:cubicBezTo>
                  <a:cubicBezTo>
                    <a:pt x="62700" y="388313"/>
                    <a:pt x="66117" y="386956"/>
                    <a:pt x="68673" y="384400"/>
                  </a:cubicBezTo>
                  <a:lnTo>
                    <a:pt x="119088" y="333984"/>
                  </a:lnTo>
                  <a:lnTo>
                    <a:pt x="384456" y="333984"/>
                  </a:lnTo>
                  <a:cubicBezTo>
                    <a:pt x="402136" y="333984"/>
                    <a:pt x="416519" y="319600"/>
                    <a:pt x="416519" y="301922"/>
                  </a:cubicBezTo>
                  <a:lnTo>
                    <a:pt x="416519" y="261844"/>
                  </a:lnTo>
                  <a:lnTo>
                    <a:pt x="558422" y="261844"/>
                  </a:lnTo>
                  <a:cubicBezTo>
                    <a:pt x="587887" y="261844"/>
                    <a:pt x="611859" y="237872"/>
                    <a:pt x="611859" y="208406"/>
                  </a:cubicBezTo>
                  <a:lnTo>
                    <a:pt x="611859" y="53438"/>
                  </a:lnTo>
                  <a:cubicBezTo>
                    <a:pt x="611858" y="23972"/>
                    <a:pt x="587887" y="0"/>
                    <a:pt x="558422" y="0"/>
                  </a:cubicBezTo>
                  <a:close/>
                  <a:moveTo>
                    <a:pt x="389800" y="301922"/>
                  </a:moveTo>
                  <a:cubicBezTo>
                    <a:pt x="389800" y="304869"/>
                    <a:pt x="387403" y="307266"/>
                    <a:pt x="384456" y="307266"/>
                  </a:cubicBezTo>
                  <a:lnTo>
                    <a:pt x="113555" y="307266"/>
                  </a:lnTo>
                  <a:cubicBezTo>
                    <a:pt x="110012" y="307266"/>
                    <a:pt x="106613" y="308674"/>
                    <a:pt x="104108" y="311179"/>
                  </a:cubicBezTo>
                  <a:lnTo>
                    <a:pt x="72587" y="342701"/>
                  </a:lnTo>
                  <a:lnTo>
                    <a:pt x="72587" y="320625"/>
                  </a:lnTo>
                  <a:cubicBezTo>
                    <a:pt x="72587" y="313248"/>
                    <a:pt x="66606" y="307266"/>
                    <a:pt x="59227" y="307266"/>
                  </a:cubicBezTo>
                  <a:lnTo>
                    <a:pt x="32063" y="307266"/>
                  </a:lnTo>
                  <a:cubicBezTo>
                    <a:pt x="29115" y="307266"/>
                    <a:pt x="26719" y="304869"/>
                    <a:pt x="26719" y="301922"/>
                  </a:cubicBezTo>
                  <a:lnTo>
                    <a:pt x="26719" y="90844"/>
                  </a:lnTo>
                  <a:cubicBezTo>
                    <a:pt x="26719" y="87897"/>
                    <a:pt x="29115" y="85500"/>
                    <a:pt x="32063" y="85500"/>
                  </a:cubicBezTo>
                  <a:lnTo>
                    <a:pt x="256500" y="85500"/>
                  </a:lnTo>
                  <a:lnTo>
                    <a:pt x="256500" y="208406"/>
                  </a:lnTo>
                  <a:cubicBezTo>
                    <a:pt x="256500" y="237872"/>
                    <a:pt x="280472" y="261844"/>
                    <a:pt x="309938" y="261844"/>
                  </a:cubicBezTo>
                  <a:lnTo>
                    <a:pt x="389800" y="261844"/>
                  </a:lnTo>
                  <a:lnTo>
                    <a:pt x="389800" y="301922"/>
                  </a:lnTo>
                  <a:close/>
                  <a:moveTo>
                    <a:pt x="585141" y="208406"/>
                  </a:moveTo>
                  <a:cubicBezTo>
                    <a:pt x="585141" y="223139"/>
                    <a:pt x="573155" y="235125"/>
                    <a:pt x="558422" y="235125"/>
                  </a:cubicBezTo>
                  <a:lnTo>
                    <a:pt x="309938" y="235125"/>
                  </a:lnTo>
                  <a:cubicBezTo>
                    <a:pt x="295205" y="235125"/>
                    <a:pt x="283219" y="223139"/>
                    <a:pt x="283219" y="208406"/>
                  </a:cubicBezTo>
                  <a:lnTo>
                    <a:pt x="283219" y="53438"/>
                  </a:lnTo>
                  <a:cubicBezTo>
                    <a:pt x="283219" y="38705"/>
                    <a:pt x="295205" y="26719"/>
                    <a:pt x="309938" y="26719"/>
                  </a:cubicBezTo>
                  <a:lnTo>
                    <a:pt x="558422" y="26719"/>
                  </a:lnTo>
                  <a:cubicBezTo>
                    <a:pt x="573155" y="26719"/>
                    <a:pt x="585141" y="38705"/>
                    <a:pt x="585141" y="53438"/>
                  </a:cubicBezTo>
                  <a:lnTo>
                    <a:pt x="585141" y="208406"/>
                  </a:ln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sp>
          <p:nvSpPr>
            <p:cNvPr id="435" name="Google Shape;435;g3b524566caf_0_984"/>
            <p:cNvSpPr/>
            <p:nvPr/>
          </p:nvSpPr>
          <p:spPr>
            <a:xfrm>
              <a:off x="15241639" y="5528440"/>
              <a:ext cx="118150" cy="132294"/>
            </a:xfrm>
            <a:custGeom>
              <a:rect b="b" l="l" r="r" t="t"/>
              <a:pathLst>
                <a:path extrusionOk="0" h="132294" w="118150">
                  <a:moveTo>
                    <a:pt x="111471" y="54579"/>
                  </a:moveTo>
                  <a:lnTo>
                    <a:pt x="20039" y="1790"/>
                  </a:lnTo>
                  <a:cubicBezTo>
                    <a:pt x="15906" y="-597"/>
                    <a:pt x="10813" y="-597"/>
                    <a:pt x="6680" y="1790"/>
                  </a:cubicBezTo>
                  <a:cubicBezTo>
                    <a:pt x="2546" y="4176"/>
                    <a:pt x="0" y="8588"/>
                    <a:pt x="0" y="13360"/>
                  </a:cubicBezTo>
                  <a:lnTo>
                    <a:pt x="0" y="118935"/>
                  </a:lnTo>
                  <a:cubicBezTo>
                    <a:pt x="0" y="123707"/>
                    <a:pt x="2546" y="128118"/>
                    <a:pt x="6680" y="130504"/>
                  </a:cubicBezTo>
                  <a:cubicBezTo>
                    <a:pt x="8746" y="131698"/>
                    <a:pt x="11052" y="132294"/>
                    <a:pt x="13359" y="132294"/>
                  </a:cubicBezTo>
                  <a:cubicBezTo>
                    <a:pt x="15667" y="132294"/>
                    <a:pt x="17972" y="131698"/>
                    <a:pt x="20039" y="130504"/>
                  </a:cubicBezTo>
                  <a:lnTo>
                    <a:pt x="111471" y="77716"/>
                  </a:lnTo>
                  <a:cubicBezTo>
                    <a:pt x="115604" y="75330"/>
                    <a:pt x="118150" y="70919"/>
                    <a:pt x="118150" y="66147"/>
                  </a:cubicBezTo>
                  <a:cubicBezTo>
                    <a:pt x="118150" y="61375"/>
                    <a:pt x="115605" y="56965"/>
                    <a:pt x="111471" y="54579"/>
                  </a:cubicBezTo>
                  <a:close/>
                  <a:moveTo>
                    <a:pt x="26719" y="95796"/>
                  </a:moveTo>
                  <a:lnTo>
                    <a:pt x="26719" y="36499"/>
                  </a:lnTo>
                  <a:lnTo>
                    <a:pt x="78072" y="66148"/>
                  </a:lnTo>
                  <a:lnTo>
                    <a:pt x="26719" y="95796"/>
                  </a:ln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sp>
          <p:nvSpPr>
            <p:cNvPr id="436" name="Google Shape;436;g3b524566caf_0_984"/>
            <p:cNvSpPr/>
            <p:nvPr/>
          </p:nvSpPr>
          <p:spPr>
            <a:xfrm>
              <a:off x="14932738" y="5603940"/>
              <a:ext cx="160312" cy="26718"/>
            </a:xfrm>
            <a:custGeom>
              <a:rect b="b" l="l" r="r" t="t"/>
              <a:pathLst>
                <a:path extrusionOk="0" h="26718" w="160312">
                  <a:moveTo>
                    <a:pt x="146953" y="0"/>
                  </a:moveTo>
                  <a:lnTo>
                    <a:pt x="13359" y="0"/>
                  </a:lnTo>
                  <a:cubicBezTo>
                    <a:pt x="5981" y="0"/>
                    <a:pt x="0" y="5982"/>
                    <a:pt x="0" y="13359"/>
                  </a:cubicBezTo>
                  <a:cubicBezTo>
                    <a:pt x="0" y="20736"/>
                    <a:pt x="5981" y="26719"/>
                    <a:pt x="13359" y="26719"/>
                  </a:cubicBezTo>
                  <a:lnTo>
                    <a:pt x="146953" y="26719"/>
                  </a:lnTo>
                  <a:cubicBezTo>
                    <a:pt x="154332" y="26719"/>
                    <a:pt x="160312" y="20736"/>
                    <a:pt x="160312" y="13359"/>
                  </a:cubicBezTo>
                  <a:cubicBezTo>
                    <a:pt x="160312" y="5982"/>
                    <a:pt x="154332" y="0"/>
                    <a:pt x="146953" y="0"/>
                  </a:cubicBez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sp>
          <p:nvSpPr>
            <p:cNvPr id="437" name="Google Shape;437;g3b524566caf_0_984"/>
            <p:cNvSpPr/>
            <p:nvPr/>
          </p:nvSpPr>
          <p:spPr>
            <a:xfrm>
              <a:off x="15066330" y="5678752"/>
              <a:ext cx="26718" cy="26718"/>
            </a:xfrm>
            <a:custGeom>
              <a:rect b="b" l="l" r="r" t="t"/>
              <a:pathLst>
                <a:path extrusionOk="0" h="26718" w="26718">
                  <a:moveTo>
                    <a:pt x="22804" y="3914"/>
                  </a:moveTo>
                  <a:cubicBezTo>
                    <a:pt x="20320" y="1428"/>
                    <a:pt x="16873" y="0"/>
                    <a:pt x="13359" y="0"/>
                  </a:cubicBezTo>
                  <a:cubicBezTo>
                    <a:pt x="9846" y="0"/>
                    <a:pt x="6399" y="1428"/>
                    <a:pt x="3914" y="3914"/>
                  </a:cubicBezTo>
                  <a:cubicBezTo>
                    <a:pt x="1429" y="6399"/>
                    <a:pt x="0" y="9846"/>
                    <a:pt x="0" y="13359"/>
                  </a:cubicBezTo>
                  <a:cubicBezTo>
                    <a:pt x="0" y="16873"/>
                    <a:pt x="1429" y="20320"/>
                    <a:pt x="3914" y="22803"/>
                  </a:cubicBezTo>
                  <a:cubicBezTo>
                    <a:pt x="6399" y="25288"/>
                    <a:pt x="9846" y="26719"/>
                    <a:pt x="13359" y="26719"/>
                  </a:cubicBezTo>
                  <a:cubicBezTo>
                    <a:pt x="16886" y="26719"/>
                    <a:pt x="20320" y="25289"/>
                    <a:pt x="22804" y="22803"/>
                  </a:cubicBezTo>
                  <a:cubicBezTo>
                    <a:pt x="25289" y="20320"/>
                    <a:pt x="26719" y="16873"/>
                    <a:pt x="26719" y="13359"/>
                  </a:cubicBezTo>
                  <a:cubicBezTo>
                    <a:pt x="26719" y="9846"/>
                    <a:pt x="25289" y="6399"/>
                    <a:pt x="22804" y="3914"/>
                  </a:cubicBez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sp>
          <p:nvSpPr>
            <p:cNvPr id="438" name="Google Shape;438;g3b524566caf_0_984"/>
            <p:cNvSpPr/>
            <p:nvPr/>
          </p:nvSpPr>
          <p:spPr>
            <a:xfrm>
              <a:off x="14932738" y="5678752"/>
              <a:ext cx="110200" cy="26718"/>
            </a:xfrm>
            <a:custGeom>
              <a:rect b="b" l="l" r="r" t="t"/>
              <a:pathLst>
                <a:path extrusionOk="0" h="26718" w="110200">
                  <a:moveTo>
                    <a:pt x="96841" y="0"/>
                  </a:moveTo>
                  <a:lnTo>
                    <a:pt x="13359" y="0"/>
                  </a:lnTo>
                  <a:cubicBezTo>
                    <a:pt x="5981" y="0"/>
                    <a:pt x="0" y="5982"/>
                    <a:pt x="0" y="13359"/>
                  </a:cubicBezTo>
                  <a:cubicBezTo>
                    <a:pt x="0" y="20736"/>
                    <a:pt x="5981" y="26719"/>
                    <a:pt x="13359" y="26719"/>
                  </a:cubicBezTo>
                  <a:lnTo>
                    <a:pt x="96841" y="26719"/>
                  </a:lnTo>
                  <a:cubicBezTo>
                    <a:pt x="104219" y="26719"/>
                    <a:pt x="110200" y="20736"/>
                    <a:pt x="110200" y="13359"/>
                  </a:cubicBezTo>
                  <a:cubicBezTo>
                    <a:pt x="110200" y="5982"/>
                    <a:pt x="104219" y="0"/>
                    <a:pt x="96841" y="0"/>
                  </a:cubicBezTo>
                  <a:close/>
                </a:path>
              </a:pathLst>
            </a:custGeom>
            <a:solidFill>
              <a:srgbClr val="FFFFFF"/>
            </a:solidFill>
            <a:ln>
              <a:noFill/>
            </a:ln>
          </p:spPr>
          <p:txBody>
            <a:bodyPr anchorCtr="0" anchor="ctr" bIns="42800" lIns="85650" spcFirstLastPara="1" rIns="85650" wrap="square" tIns="42800">
              <a:noAutofit/>
            </a:bodyPr>
            <a:lstStyle/>
            <a:p>
              <a:pPr indent="0" lvl="0" marL="0" marR="0" rtl="0" algn="l">
                <a:lnSpc>
                  <a:spcPct val="100000"/>
                </a:lnSpc>
                <a:spcBef>
                  <a:spcPts val="0"/>
                </a:spcBef>
                <a:spcAft>
                  <a:spcPts val="0"/>
                </a:spcAft>
                <a:buClr>
                  <a:srgbClr val="000000"/>
                </a:buClr>
                <a:buSzPts val="1311"/>
                <a:buFont typeface="Arial"/>
                <a:buNone/>
              </a:pPr>
              <a:r>
                <a:t/>
              </a:r>
              <a:endParaRPr b="0" i="0" sz="1311" u="none" cap="none" strike="noStrike">
                <a:solidFill>
                  <a:srgbClr val="000000"/>
                </a:solidFill>
                <a:latin typeface="Calibri"/>
                <a:ea typeface="Calibri"/>
                <a:cs typeface="Calibri"/>
                <a:sym typeface="Calibri"/>
              </a:endParaRPr>
            </a:p>
          </p:txBody>
        </p:sp>
      </p:grpSp>
      <p:sp>
        <p:nvSpPr>
          <p:cNvPr id="439" name="Google Shape;439;g3b524566caf_0_984"/>
          <p:cNvSpPr txBox="1"/>
          <p:nvPr/>
        </p:nvSpPr>
        <p:spPr>
          <a:xfrm>
            <a:off x="518175" y="1347360"/>
            <a:ext cx="2737200" cy="26838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800"/>
              <a:buFont typeface="Arial"/>
              <a:buNone/>
            </a:pPr>
            <a:r>
              <a:rPr b="0" i="0" lang="vi" sz="800" u="none" cap="none" strike="noStrike">
                <a:solidFill>
                  <a:srgbClr val="072D50"/>
                </a:solidFill>
                <a:latin typeface="Noto Sans JP"/>
                <a:ea typeface="Noto Sans JP"/>
                <a:cs typeface="Noto Sans JP"/>
                <a:sym typeface="Noto Sans JP"/>
              </a:rPr>
              <a:t>富士フイルムPBC様は</a:t>
            </a:r>
            <a:endParaRPr b="0" i="0" sz="800" u="none" cap="none" strike="noStrike">
              <a:solidFill>
                <a:srgbClr val="072D50"/>
              </a:solidFill>
              <a:latin typeface="Noto Sans JP"/>
              <a:ea typeface="Noto Sans JP"/>
              <a:cs typeface="Noto Sans JP"/>
              <a:sym typeface="Noto Sans JP"/>
            </a:endParaRPr>
          </a:p>
          <a:p>
            <a:pPr indent="-273050" lvl="0" marL="457200" marR="0" rtl="0" algn="just">
              <a:lnSpc>
                <a:spcPct val="150000"/>
              </a:lnSpc>
              <a:spcBef>
                <a:spcPts val="1000"/>
              </a:spcBef>
              <a:spcAft>
                <a:spcPts val="0"/>
              </a:spcAft>
              <a:buClr>
                <a:srgbClr val="072D50"/>
              </a:buClr>
              <a:buSzPts val="700"/>
              <a:buFont typeface="Noto Sans JP"/>
              <a:buChar char="●"/>
            </a:pPr>
            <a:r>
              <a:rPr b="0" i="0" lang="vi" sz="800" u="none" cap="none" strike="noStrike">
                <a:solidFill>
                  <a:srgbClr val="072D50"/>
                </a:solidFill>
                <a:latin typeface="Noto Sans JP"/>
                <a:ea typeface="Noto Sans JP"/>
                <a:cs typeface="Noto Sans JP"/>
                <a:sym typeface="Noto Sans JP"/>
              </a:rPr>
              <a:t> 先に出荷すべきコンテナが下段に積まれる</a:t>
            </a:r>
            <a:endParaRPr b="0" i="0" sz="800" u="none" cap="none" strike="noStrike">
              <a:solidFill>
                <a:srgbClr val="072D50"/>
              </a:solidFill>
              <a:latin typeface="Noto Sans JP"/>
              <a:ea typeface="Noto Sans JP"/>
              <a:cs typeface="Noto Sans JP"/>
              <a:sym typeface="Noto Sans JP"/>
            </a:endParaRPr>
          </a:p>
          <a:p>
            <a:pPr indent="-273050" lvl="0" marL="457200" marR="0" rtl="0" algn="just">
              <a:lnSpc>
                <a:spcPct val="150000"/>
              </a:lnSpc>
              <a:spcBef>
                <a:spcPts val="0"/>
              </a:spcBef>
              <a:spcAft>
                <a:spcPts val="0"/>
              </a:spcAft>
              <a:buClr>
                <a:srgbClr val="072D50"/>
              </a:buClr>
              <a:buSzPts val="700"/>
              <a:buFont typeface="Noto Sans JP"/>
              <a:buChar char="●"/>
            </a:pPr>
            <a:r>
              <a:rPr b="0" i="0" lang="vi" sz="800" u="none" cap="none" strike="noStrike">
                <a:solidFill>
                  <a:srgbClr val="072D50"/>
                </a:solidFill>
                <a:latin typeface="Noto Sans JP"/>
                <a:ea typeface="Noto Sans JP"/>
                <a:cs typeface="Noto Sans JP"/>
                <a:sym typeface="Noto Sans JP"/>
              </a:rPr>
              <a:t> 時間・人員・クレーン台数の無駄が発生</a:t>
            </a:r>
            <a:endParaRPr b="0" i="0" sz="800" u="none" cap="none" strike="noStrike">
              <a:solidFill>
                <a:srgbClr val="072D50"/>
              </a:solidFill>
              <a:latin typeface="Noto Sans JP"/>
              <a:ea typeface="Noto Sans JP"/>
              <a:cs typeface="Noto Sans JP"/>
              <a:sym typeface="Noto Sans JP"/>
            </a:endParaRPr>
          </a:p>
          <a:p>
            <a:pPr indent="-273050" lvl="0" marL="457200" marR="0" rtl="0" algn="just">
              <a:lnSpc>
                <a:spcPct val="150000"/>
              </a:lnSpc>
              <a:spcBef>
                <a:spcPts val="0"/>
              </a:spcBef>
              <a:spcAft>
                <a:spcPts val="0"/>
              </a:spcAft>
              <a:buClr>
                <a:srgbClr val="072D50"/>
              </a:buClr>
              <a:buSzPts val="700"/>
              <a:buFont typeface="Noto Sans JP"/>
              <a:buChar char="●"/>
            </a:pPr>
            <a:r>
              <a:rPr b="0" i="0" lang="vi" sz="800" u="none" cap="none" strike="noStrike">
                <a:solidFill>
                  <a:srgbClr val="072D50"/>
                </a:solidFill>
                <a:latin typeface="Noto Sans JP"/>
                <a:ea typeface="Noto Sans JP"/>
                <a:cs typeface="Noto Sans JP"/>
                <a:sym typeface="Noto Sans JP"/>
              </a:rPr>
              <a:t> 正確な引取時期データがないためヤード配置最適化不可</a:t>
            </a:r>
            <a:endParaRPr b="0" i="0" sz="800" u="none" cap="none" strike="noStrike">
              <a:solidFill>
                <a:srgbClr val="072D50"/>
              </a:solidFill>
              <a:latin typeface="Noto Sans JP"/>
              <a:ea typeface="Noto Sans JP"/>
              <a:cs typeface="Noto Sans JP"/>
              <a:sym typeface="Noto Sans JP"/>
            </a:endParaRPr>
          </a:p>
          <a:p>
            <a:pPr indent="-273050" lvl="0" marL="457200" marR="0" rtl="0" algn="just">
              <a:lnSpc>
                <a:spcPct val="150000"/>
              </a:lnSpc>
              <a:spcBef>
                <a:spcPts val="0"/>
              </a:spcBef>
              <a:spcAft>
                <a:spcPts val="0"/>
              </a:spcAft>
              <a:buClr>
                <a:srgbClr val="072D50"/>
              </a:buClr>
              <a:buSzPts val="700"/>
              <a:buFont typeface="Noto Sans JP"/>
              <a:buChar char="●"/>
            </a:pPr>
            <a:r>
              <a:rPr b="0" i="0" lang="vi" sz="800" u="none" cap="none" strike="noStrike">
                <a:solidFill>
                  <a:srgbClr val="072D50"/>
                </a:solidFill>
                <a:latin typeface="Noto Sans JP"/>
                <a:ea typeface="Noto Sans JP"/>
                <a:cs typeface="Noto Sans JP"/>
                <a:sym typeface="Noto Sans JP"/>
              </a:rPr>
              <a:t>運用コスト増加（クレーン・人件費）</a:t>
            </a:r>
            <a:endParaRPr b="0" i="0" sz="800" u="none" cap="none" strike="noStrike">
              <a:solidFill>
                <a:srgbClr val="072D50"/>
              </a:solidFill>
              <a:latin typeface="Noto Sans JP"/>
              <a:ea typeface="Noto Sans JP"/>
              <a:cs typeface="Noto Sans JP"/>
              <a:sym typeface="Noto Sans JP"/>
            </a:endParaRPr>
          </a:p>
          <a:p>
            <a:pPr indent="-273050" lvl="0" marL="457200" marR="0" rtl="0" algn="just">
              <a:lnSpc>
                <a:spcPct val="150000"/>
              </a:lnSpc>
              <a:spcBef>
                <a:spcPts val="0"/>
              </a:spcBef>
              <a:spcAft>
                <a:spcPts val="0"/>
              </a:spcAft>
              <a:buClr>
                <a:srgbClr val="072D50"/>
              </a:buClr>
              <a:buSzPts val="700"/>
              <a:buFont typeface="Noto Sans JP"/>
              <a:buChar char="●"/>
            </a:pPr>
            <a:r>
              <a:rPr b="0" i="0" lang="vi" sz="800" u="none" cap="none" strike="noStrike">
                <a:solidFill>
                  <a:srgbClr val="072D50"/>
                </a:solidFill>
                <a:latin typeface="Noto Sans JP"/>
                <a:ea typeface="Noto Sans JP"/>
                <a:cs typeface="Noto Sans JP"/>
                <a:sym typeface="Noto Sans JP"/>
              </a:rPr>
              <a:t>ヤードスペースの非効率な使用</a:t>
            </a:r>
            <a:endParaRPr b="0" i="0" sz="800" u="none" cap="none" strike="noStrike">
              <a:solidFill>
                <a:srgbClr val="072D50"/>
              </a:solidFill>
              <a:latin typeface="Noto Sans JP"/>
              <a:ea typeface="Noto Sans JP"/>
              <a:cs typeface="Noto Sans JP"/>
              <a:sym typeface="Noto Sans JP"/>
            </a:endParaRPr>
          </a:p>
          <a:p>
            <a:pPr indent="-273050" lvl="0" marL="457200" marR="0" rtl="0" algn="just">
              <a:lnSpc>
                <a:spcPct val="150000"/>
              </a:lnSpc>
              <a:spcBef>
                <a:spcPts val="0"/>
              </a:spcBef>
              <a:spcAft>
                <a:spcPts val="0"/>
              </a:spcAft>
              <a:buClr>
                <a:srgbClr val="072D50"/>
              </a:buClr>
              <a:buSzPts val="700"/>
              <a:buFont typeface="Noto Sans JP"/>
              <a:buChar char="●"/>
            </a:pPr>
            <a:r>
              <a:rPr b="0" i="0" lang="vi" sz="800" u="none" cap="none" strike="noStrike">
                <a:solidFill>
                  <a:srgbClr val="072D50"/>
                </a:solidFill>
                <a:latin typeface="Noto Sans JP"/>
                <a:ea typeface="Noto Sans JP"/>
                <a:cs typeface="Noto Sans JP"/>
                <a:sym typeface="Noto Sans JP"/>
              </a:rPr>
              <a:t>ヤード全体の生産性低下</a:t>
            </a:r>
            <a:endParaRPr b="0" i="0" sz="800" u="none" cap="none" strike="noStrike">
              <a:solidFill>
                <a:srgbClr val="072D50"/>
              </a:solidFill>
              <a:latin typeface="Noto Sans JP"/>
              <a:ea typeface="Noto Sans JP"/>
              <a:cs typeface="Noto Sans JP"/>
              <a:sym typeface="Noto Sans JP"/>
            </a:endParaRPr>
          </a:p>
        </p:txBody>
      </p:sp>
      <p:sp>
        <p:nvSpPr>
          <p:cNvPr id="440" name="Google Shape;440;g3b524566caf_0_984"/>
          <p:cNvSpPr txBox="1"/>
          <p:nvPr/>
        </p:nvSpPr>
        <p:spPr>
          <a:xfrm>
            <a:off x="518175" y="975422"/>
            <a:ext cx="2737200" cy="208200"/>
          </a:xfrm>
          <a:prstGeom prst="rect">
            <a:avLst/>
          </a:prstGeom>
          <a:gradFill>
            <a:gsLst>
              <a:gs pos="0">
                <a:srgbClr val="063C67"/>
              </a:gs>
              <a:gs pos="48000">
                <a:srgbClr val="1D93C9"/>
              </a:gs>
              <a:gs pos="100000">
                <a:srgbClr val="FFDA65"/>
              </a:gs>
            </a:gsLst>
            <a:lin ang="0" scaled="0"/>
          </a:gradFill>
          <a:ln>
            <a:noFill/>
          </a:ln>
        </p:spPr>
        <p:txBody>
          <a:bodyPr anchorCtr="0" anchor="ctr" bIns="72000" lIns="91425" spcFirstLastPara="1" rIns="91425" wrap="square" tIns="72000">
            <a:noAutofit/>
          </a:bodyPr>
          <a:lstStyle/>
          <a:p>
            <a:pPr indent="0" lvl="0" marL="0" marR="0" rtl="0" algn="ctr">
              <a:lnSpc>
                <a:spcPct val="90000"/>
              </a:lnSpc>
              <a:spcBef>
                <a:spcPts val="0"/>
              </a:spcBef>
              <a:spcAft>
                <a:spcPts val="0"/>
              </a:spcAft>
              <a:buClr>
                <a:srgbClr val="000000"/>
              </a:buClr>
              <a:buSzPts val="1200"/>
              <a:buFont typeface="Arial"/>
              <a:buNone/>
            </a:pPr>
            <a:r>
              <a:rPr b="1" i="0" lang="vi" sz="1200" u="none" cap="none" strike="noStrike">
                <a:solidFill>
                  <a:srgbClr val="FFFFFF"/>
                </a:solidFill>
                <a:latin typeface="Lato"/>
                <a:ea typeface="Lato"/>
                <a:cs typeface="Lato"/>
                <a:sym typeface="Lato"/>
              </a:rPr>
              <a:t>ビジネス課題</a:t>
            </a:r>
            <a:endParaRPr b="0" i="0" sz="1400" u="none" cap="none" strike="noStrike">
              <a:solidFill>
                <a:srgbClr val="000000"/>
              </a:solidFill>
              <a:latin typeface="Lato"/>
              <a:ea typeface="Lato"/>
              <a:cs typeface="Lato"/>
              <a:sym typeface="Lato"/>
            </a:endParaRPr>
          </a:p>
        </p:txBody>
      </p:sp>
      <p:sp>
        <p:nvSpPr>
          <p:cNvPr id="441" name="Google Shape;441;g3b524566caf_0_984"/>
          <p:cNvSpPr txBox="1"/>
          <p:nvPr/>
        </p:nvSpPr>
        <p:spPr>
          <a:xfrm>
            <a:off x="3767325" y="970800"/>
            <a:ext cx="4846800" cy="208200"/>
          </a:xfrm>
          <a:prstGeom prst="rect">
            <a:avLst/>
          </a:prstGeom>
          <a:gradFill>
            <a:gsLst>
              <a:gs pos="0">
                <a:srgbClr val="063C67"/>
              </a:gs>
              <a:gs pos="48000">
                <a:srgbClr val="1D93C9"/>
              </a:gs>
              <a:gs pos="100000">
                <a:srgbClr val="FFDA65"/>
              </a:gs>
            </a:gsLst>
            <a:lin ang="0" scaled="0"/>
          </a:gradFill>
          <a:ln>
            <a:noFill/>
          </a:ln>
        </p:spPr>
        <p:txBody>
          <a:bodyPr anchorCtr="0" anchor="ctr" bIns="72000" lIns="91425" spcFirstLastPara="1" rIns="91425" wrap="square" tIns="72000">
            <a:noAutofit/>
          </a:bodyPr>
          <a:lstStyle/>
          <a:p>
            <a:pPr indent="0" lvl="0" marL="0" marR="0" rtl="0" algn="ctr">
              <a:lnSpc>
                <a:spcPct val="90000"/>
              </a:lnSpc>
              <a:spcBef>
                <a:spcPts val="0"/>
              </a:spcBef>
              <a:spcAft>
                <a:spcPts val="0"/>
              </a:spcAft>
              <a:buClr>
                <a:srgbClr val="000000"/>
              </a:buClr>
              <a:buSzPts val="1200"/>
              <a:buFont typeface="Arial"/>
              <a:buNone/>
            </a:pPr>
            <a:r>
              <a:rPr b="1" i="0" lang="vi" sz="1200" u="none" cap="none" strike="noStrike">
                <a:solidFill>
                  <a:srgbClr val="FFFFFF"/>
                </a:solidFill>
                <a:latin typeface="Lato"/>
                <a:ea typeface="Lato"/>
                <a:cs typeface="Lato"/>
                <a:sym typeface="Lato"/>
              </a:rPr>
              <a:t>ビジネス要件</a:t>
            </a:r>
            <a:endParaRPr b="1" i="0" sz="1200" u="none" cap="none" strike="noStrike">
              <a:solidFill>
                <a:srgbClr val="FFFFFF"/>
              </a:solidFill>
              <a:latin typeface="Lato"/>
              <a:ea typeface="Lato"/>
              <a:cs typeface="Lato"/>
              <a:sym typeface="Lato"/>
            </a:endParaRPr>
          </a:p>
        </p:txBody>
      </p:sp>
      <p:sp>
        <p:nvSpPr>
          <p:cNvPr id="442" name="Google Shape;442;g3b524566caf_0_984"/>
          <p:cNvSpPr txBox="1"/>
          <p:nvPr/>
        </p:nvSpPr>
        <p:spPr>
          <a:xfrm>
            <a:off x="3767325" y="1342747"/>
            <a:ext cx="4846800" cy="804300"/>
          </a:xfrm>
          <a:prstGeom prst="rect">
            <a:avLst/>
          </a:prstGeom>
          <a:noFill/>
          <a:ln>
            <a:noFill/>
          </a:ln>
        </p:spPr>
        <p:txBody>
          <a:bodyPr anchorCtr="0" anchor="t" bIns="34275" lIns="68575" spcFirstLastPara="1" rIns="68575" wrap="square" tIns="34275">
            <a:noAutofit/>
          </a:bodyPr>
          <a:lstStyle/>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Power Platform・Power Pagesを用いた業務アプリ開発において、専門リソースの安定的確保とコスト最適化が必要です</a:t>
            </a:r>
            <a:endParaRPr b="0" i="0" sz="800" u="none" cap="none" strike="noStrike">
              <a:solidFill>
                <a:srgbClr val="072D50"/>
              </a:solidFill>
              <a:latin typeface="Noto Sans JP"/>
              <a:ea typeface="Noto Sans JP"/>
              <a:cs typeface="Noto Sans JP"/>
              <a:sym typeface="Noto Sans JP"/>
            </a:endParaRPr>
          </a:p>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会計システム・ERP分野でも、業務知識を持つエンジニアによる継続的な開発支援が求められています</a:t>
            </a:r>
            <a:endParaRPr b="0" i="0" sz="800" u="none" cap="none" strike="noStrike">
              <a:solidFill>
                <a:srgbClr val="072D50"/>
              </a:solidFill>
              <a:latin typeface="Noto Sans JP"/>
              <a:ea typeface="Noto Sans JP"/>
              <a:cs typeface="Noto Sans JP"/>
              <a:sym typeface="Noto Sans JP"/>
            </a:endParaRPr>
          </a:p>
        </p:txBody>
      </p:sp>
      <p:sp>
        <p:nvSpPr>
          <p:cNvPr id="443" name="Google Shape;443;g3b524566caf_0_984"/>
          <p:cNvSpPr txBox="1"/>
          <p:nvPr/>
        </p:nvSpPr>
        <p:spPr>
          <a:xfrm>
            <a:off x="3767325" y="2121975"/>
            <a:ext cx="4846800" cy="208200"/>
          </a:xfrm>
          <a:prstGeom prst="rect">
            <a:avLst/>
          </a:prstGeom>
          <a:gradFill>
            <a:gsLst>
              <a:gs pos="0">
                <a:srgbClr val="063C67"/>
              </a:gs>
              <a:gs pos="48000">
                <a:srgbClr val="1D93C9"/>
              </a:gs>
              <a:gs pos="100000">
                <a:srgbClr val="FFDA65"/>
              </a:gs>
            </a:gsLst>
            <a:lin ang="0" scaled="0"/>
          </a:gradFill>
          <a:ln>
            <a:noFill/>
          </a:ln>
        </p:spPr>
        <p:txBody>
          <a:bodyPr anchorCtr="0" anchor="ctr" bIns="72000" lIns="91425" spcFirstLastPara="1" rIns="91425" wrap="square" tIns="72000">
            <a:noAutofit/>
          </a:bodyPr>
          <a:lstStyle/>
          <a:p>
            <a:pPr indent="0" lvl="0" marL="0" marR="0" rtl="0" algn="ctr">
              <a:lnSpc>
                <a:spcPct val="90000"/>
              </a:lnSpc>
              <a:spcBef>
                <a:spcPts val="0"/>
              </a:spcBef>
              <a:spcAft>
                <a:spcPts val="0"/>
              </a:spcAft>
              <a:buClr>
                <a:srgbClr val="000000"/>
              </a:buClr>
              <a:buSzPts val="1200"/>
              <a:buFont typeface="Arial"/>
              <a:buNone/>
            </a:pPr>
            <a:r>
              <a:rPr b="1" i="0" lang="vi" sz="1200" u="none" cap="none" strike="noStrike">
                <a:solidFill>
                  <a:srgbClr val="FFFFFF"/>
                </a:solidFill>
                <a:latin typeface="Lato"/>
                <a:ea typeface="Lato"/>
                <a:cs typeface="Lato"/>
                <a:sym typeface="Lato"/>
              </a:rPr>
              <a:t>目的</a:t>
            </a:r>
            <a:endParaRPr b="1" i="0" sz="1200" u="none" cap="none" strike="noStrike">
              <a:solidFill>
                <a:srgbClr val="FFFFFF"/>
              </a:solidFill>
              <a:latin typeface="Lato"/>
              <a:ea typeface="Lato"/>
              <a:cs typeface="Lato"/>
              <a:sym typeface="Lato"/>
            </a:endParaRPr>
          </a:p>
        </p:txBody>
      </p:sp>
      <p:sp>
        <p:nvSpPr>
          <p:cNvPr id="444" name="Google Shape;444;g3b524566caf_0_984"/>
          <p:cNvSpPr txBox="1"/>
          <p:nvPr/>
        </p:nvSpPr>
        <p:spPr>
          <a:xfrm>
            <a:off x="3767325" y="2493922"/>
            <a:ext cx="4846800" cy="804300"/>
          </a:xfrm>
          <a:prstGeom prst="rect">
            <a:avLst/>
          </a:prstGeom>
          <a:noFill/>
          <a:ln>
            <a:noFill/>
          </a:ln>
        </p:spPr>
        <p:txBody>
          <a:bodyPr anchorCtr="0" anchor="t" bIns="34275" lIns="68575" spcFirstLastPara="1" rIns="68575" wrap="square" tIns="34275">
            <a:noAutofit/>
          </a:bodyPr>
          <a:lstStyle/>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 Power Platform / Power Pagesによる業務効率化</a:t>
            </a:r>
            <a:endParaRPr b="0" i="0" sz="800" u="none" cap="none" strike="noStrike">
              <a:solidFill>
                <a:srgbClr val="072D50"/>
              </a:solidFill>
              <a:latin typeface="Noto Sans JP"/>
              <a:ea typeface="Noto Sans JP"/>
              <a:cs typeface="Noto Sans JP"/>
              <a:sym typeface="Noto Sans JP"/>
            </a:endParaRPr>
          </a:p>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 会計システム（Kaikei）・ERPの開発・保守</a:t>
            </a:r>
            <a:endParaRPr b="0" i="0" sz="800" u="none" cap="none" strike="noStrike">
              <a:solidFill>
                <a:srgbClr val="072D50"/>
              </a:solidFill>
              <a:latin typeface="Noto Sans JP"/>
              <a:ea typeface="Noto Sans JP"/>
              <a:cs typeface="Noto Sans JP"/>
              <a:sym typeface="Noto Sans JP"/>
            </a:endParaRPr>
          </a:p>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 ODCによるコスト最適化とリソース安定確保</a:t>
            </a:r>
            <a:endParaRPr b="0" i="0" sz="800" u="none" cap="none" strike="noStrike">
              <a:solidFill>
                <a:srgbClr val="072D50"/>
              </a:solidFill>
              <a:latin typeface="Noto Sans JP"/>
              <a:ea typeface="Noto Sans JP"/>
              <a:cs typeface="Noto Sans JP"/>
              <a:sym typeface="Noto Sans JP"/>
            </a:endParaRPr>
          </a:p>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 日本語堪能なBrSEによる円滑なコミュニケーション</a:t>
            </a:r>
            <a:endParaRPr b="0" i="0" sz="800" u="none" cap="none" strike="noStrike">
              <a:solidFill>
                <a:srgbClr val="072D50"/>
              </a:solidFill>
              <a:latin typeface="Noto Sans JP"/>
              <a:ea typeface="Noto Sans JP"/>
              <a:cs typeface="Noto Sans JP"/>
              <a:sym typeface="Noto Sans JP"/>
            </a:endParaRPr>
          </a:p>
        </p:txBody>
      </p:sp>
      <p:sp>
        <p:nvSpPr>
          <p:cNvPr id="445" name="Google Shape;445;g3b524566caf_0_984"/>
          <p:cNvSpPr txBox="1"/>
          <p:nvPr/>
        </p:nvSpPr>
        <p:spPr>
          <a:xfrm>
            <a:off x="3767325" y="3411013"/>
            <a:ext cx="4846800" cy="208200"/>
          </a:xfrm>
          <a:prstGeom prst="rect">
            <a:avLst/>
          </a:prstGeom>
          <a:gradFill>
            <a:gsLst>
              <a:gs pos="0">
                <a:srgbClr val="063C67"/>
              </a:gs>
              <a:gs pos="48000">
                <a:srgbClr val="1D93C9"/>
              </a:gs>
              <a:gs pos="100000">
                <a:srgbClr val="FFDA65"/>
              </a:gs>
            </a:gsLst>
            <a:lin ang="0" scaled="0"/>
          </a:gradFill>
          <a:ln>
            <a:noFill/>
          </a:ln>
        </p:spPr>
        <p:txBody>
          <a:bodyPr anchorCtr="0" anchor="ctr" bIns="72000" lIns="91425" spcFirstLastPara="1" rIns="91425" wrap="square" tIns="72000">
            <a:noAutofit/>
          </a:bodyPr>
          <a:lstStyle/>
          <a:p>
            <a:pPr indent="0" lvl="0" marL="0" marR="0" rtl="0" algn="ctr">
              <a:lnSpc>
                <a:spcPct val="90000"/>
              </a:lnSpc>
              <a:spcBef>
                <a:spcPts val="0"/>
              </a:spcBef>
              <a:spcAft>
                <a:spcPts val="0"/>
              </a:spcAft>
              <a:buClr>
                <a:srgbClr val="000000"/>
              </a:buClr>
              <a:buSzPts val="1200"/>
              <a:buFont typeface="Arial"/>
              <a:buNone/>
            </a:pPr>
            <a:r>
              <a:rPr b="1" i="0" lang="vi" sz="1200" u="none" cap="none" strike="noStrike">
                <a:solidFill>
                  <a:srgbClr val="FFFFFF"/>
                </a:solidFill>
                <a:latin typeface="Lato"/>
                <a:ea typeface="Lato"/>
                <a:cs typeface="Lato"/>
                <a:sym typeface="Lato"/>
              </a:rPr>
              <a:t>成功基準</a:t>
            </a:r>
            <a:endParaRPr b="1" i="0" sz="1200" u="none" cap="none" strike="noStrike">
              <a:solidFill>
                <a:srgbClr val="FFFFFF"/>
              </a:solidFill>
              <a:latin typeface="Lato"/>
              <a:ea typeface="Lato"/>
              <a:cs typeface="Lato"/>
              <a:sym typeface="Lato"/>
            </a:endParaRPr>
          </a:p>
        </p:txBody>
      </p:sp>
      <p:sp>
        <p:nvSpPr>
          <p:cNvPr id="446" name="Google Shape;446;g3b524566caf_0_984"/>
          <p:cNvSpPr txBox="1"/>
          <p:nvPr/>
        </p:nvSpPr>
        <p:spPr>
          <a:xfrm>
            <a:off x="3767325" y="3782950"/>
            <a:ext cx="4846800" cy="654300"/>
          </a:xfrm>
          <a:prstGeom prst="rect">
            <a:avLst/>
          </a:prstGeom>
          <a:noFill/>
          <a:ln>
            <a:noFill/>
          </a:ln>
        </p:spPr>
        <p:txBody>
          <a:bodyPr anchorCtr="0" anchor="t" bIns="34275" lIns="68575" spcFirstLastPara="1" rIns="68575" wrap="square" tIns="34275">
            <a:noAutofit/>
          </a:bodyPr>
          <a:lstStyle/>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 高品質な成果物の定納期納品</a:t>
            </a:r>
            <a:endParaRPr b="0" i="0" sz="800" u="none" cap="none" strike="noStrike">
              <a:solidFill>
                <a:srgbClr val="072D50"/>
              </a:solidFill>
              <a:latin typeface="Noto Sans JP"/>
              <a:ea typeface="Noto Sans JP"/>
              <a:cs typeface="Noto Sans JP"/>
              <a:sym typeface="Noto Sans JP"/>
            </a:endParaRPr>
          </a:p>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 オフショア活用によるコスト削減</a:t>
            </a:r>
            <a:endParaRPr b="0" i="0" sz="800" u="none" cap="none" strike="noStrike">
              <a:solidFill>
                <a:srgbClr val="072D50"/>
              </a:solidFill>
              <a:latin typeface="Noto Sans JP"/>
              <a:ea typeface="Noto Sans JP"/>
              <a:cs typeface="Noto Sans JP"/>
              <a:sym typeface="Noto Sans JP"/>
            </a:endParaRPr>
          </a:p>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 長期的パートナーシップとチーム安定運用</a:t>
            </a:r>
            <a:endParaRPr b="0" i="0" sz="800" u="none" cap="none" strike="noStrike">
              <a:solidFill>
                <a:srgbClr val="072D50"/>
              </a:solidFill>
              <a:latin typeface="Noto Sans JP"/>
              <a:ea typeface="Noto Sans JP"/>
              <a:cs typeface="Noto Sans JP"/>
              <a:sym typeface="Noto Sans JP"/>
            </a:endParaRPr>
          </a:p>
          <a:p>
            <a:pPr indent="-279400" lvl="0" marL="457200" marR="0" rtl="0" algn="just">
              <a:lnSpc>
                <a:spcPct val="115000"/>
              </a:lnSpc>
              <a:spcBef>
                <a:spcPts val="0"/>
              </a:spcBef>
              <a:spcAft>
                <a:spcPts val="0"/>
              </a:spcAft>
              <a:buClr>
                <a:srgbClr val="072D50"/>
              </a:buClr>
              <a:buSzPts val="800"/>
              <a:buFont typeface="Noto Sans JP"/>
              <a:buChar char="●"/>
            </a:pPr>
            <a:r>
              <a:rPr b="0" i="0" lang="vi" sz="800" u="none" cap="none" strike="noStrike">
                <a:solidFill>
                  <a:srgbClr val="072D50"/>
                </a:solidFill>
                <a:latin typeface="Noto Sans JP"/>
                <a:ea typeface="Noto Sans JP"/>
                <a:cs typeface="Noto Sans JP"/>
                <a:sym typeface="Noto Sans JP"/>
              </a:rPr>
              <a:t>• Power Platform・会計システム领域のナレッジ蓄積</a:t>
            </a:r>
            <a:endParaRPr b="0" i="0" sz="800" u="none" cap="none" strike="noStrike">
              <a:solidFill>
                <a:srgbClr val="072D50"/>
              </a:solidFill>
              <a:latin typeface="Noto Sans JP"/>
              <a:ea typeface="Noto Sans JP"/>
              <a:cs typeface="Noto Sans JP"/>
              <a:sym typeface="Noto Sans JP"/>
            </a:endParaRPr>
          </a:p>
        </p:txBody>
      </p:sp>
      <p:sp>
        <p:nvSpPr>
          <p:cNvPr id="447" name="Google Shape;447;g3b524566caf_0_984"/>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A person standing on a rocky mountain top&#10;&#10;AI-generated content may be incorrect." id="452" name="Google Shape;452;g3bb00c4f728_0_261"/>
          <p:cNvPicPr preferRelativeResize="0"/>
          <p:nvPr>
            <p:ph idx="2" type="pic"/>
          </p:nvPr>
        </p:nvPicPr>
        <p:blipFill rotWithShape="1">
          <a:blip r:embed="rId3">
            <a:alphaModFix/>
          </a:blip>
          <a:srcRect b="0" l="0" r="0" t="0"/>
          <a:stretch/>
        </p:blipFill>
        <p:spPr>
          <a:xfrm>
            <a:off x="0" y="0"/>
            <a:ext cx="9144000" cy="4734925"/>
          </a:xfrm>
          <a:prstGeom prst="rect">
            <a:avLst/>
          </a:prstGeom>
          <a:noFill/>
          <a:ln>
            <a:noFill/>
          </a:ln>
        </p:spPr>
      </p:pic>
      <p:sp>
        <p:nvSpPr>
          <p:cNvPr id="453" name="Google Shape;453;g3bb00c4f728_0_261"/>
          <p:cNvSpPr/>
          <p:nvPr/>
        </p:nvSpPr>
        <p:spPr>
          <a:xfrm>
            <a:off x="0" y="8725"/>
            <a:ext cx="9144000" cy="4726200"/>
          </a:xfrm>
          <a:prstGeom prst="rect">
            <a:avLst/>
          </a:prstGeom>
          <a:solidFill>
            <a:srgbClr val="063C67">
              <a:alpha val="48235"/>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454" name="Google Shape;454;g3bb00c4f728_0_261"/>
          <p:cNvSpPr txBox="1"/>
          <p:nvPr/>
        </p:nvSpPr>
        <p:spPr>
          <a:xfrm>
            <a:off x="1396349" y="1519406"/>
            <a:ext cx="69495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200"/>
              <a:buFont typeface="Arial"/>
              <a:buNone/>
            </a:pPr>
            <a:r>
              <a:rPr b="1" i="0" lang="vi" sz="3900" u="none" cap="none" strike="noStrike">
                <a:solidFill>
                  <a:srgbClr val="FFFFFF"/>
                </a:solidFill>
                <a:latin typeface="Chakra Petch"/>
                <a:ea typeface="Chakra Petch"/>
                <a:cs typeface="Chakra Petch"/>
                <a:sym typeface="Chakra Petch"/>
              </a:rPr>
              <a:t>提案ソリューション</a:t>
            </a:r>
            <a:endParaRPr b="0" i="0" sz="400" u="none" cap="none" strike="noStrike">
              <a:solidFill>
                <a:srgbClr val="000000"/>
              </a:solidFill>
              <a:latin typeface="Arial"/>
              <a:ea typeface="Arial"/>
              <a:cs typeface="Arial"/>
              <a:sym typeface="Arial"/>
            </a:endParaRPr>
          </a:p>
        </p:txBody>
      </p:sp>
      <p:pic>
        <p:nvPicPr>
          <p:cNvPr descr="Une image contenant capture d’écran, Rectangle, carré, texte&#10;&#10;Description générée automatiquement" id="455" name="Google Shape;455;g3bb00c4f728_0_261"/>
          <p:cNvPicPr preferRelativeResize="0"/>
          <p:nvPr/>
        </p:nvPicPr>
        <p:blipFill rotWithShape="1">
          <a:blip r:embed="rId4">
            <a:alphaModFix/>
          </a:blip>
          <a:srcRect b="0" l="0" r="0" t="0"/>
          <a:stretch/>
        </p:blipFill>
        <p:spPr>
          <a:xfrm>
            <a:off x="937550" y="460675"/>
            <a:ext cx="1991051" cy="2849700"/>
          </a:xfrm>
          <a:prstGeom prst="rect">
            <a:avLst/>
          </a:prstGeom>
          <a:noFill/>
          <a:ln>
            <a:noFill/>
          </a:ln>
        </p:spPr>
      </p:pic>
      <p:sp>
        <p:nvSpPr>
          <p:cNvPr id="456" name="Google Shape;456;g3bb00c4f728_0_261"/>
          <p:cNvSpPr/>
          <p:nvPr/>
        </p:nvSpPr>
        <p:spPr>
          <a:xfrm>
            <a:off x="428200" y="1359200"/>
            <a:ext cx="786600" cy="963300"/>
          </a:xfrm>
          <a:prstGeom prst="roundRect">
            <a:avLst>
              <a:gd fmla="val 16851"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1" i="0" lang="vi" sz="3900" u="none" cap="none" strike="noStrike">
                <a:solidFill>
                  <a:schemeClr val="dk1"/>
                </a:solidFill>
                <a:latin typeface="Chakra Petch"/>
                <a:ea typeface="Chakra Petch"/>
                <a:cs typeface="Chakra Petch"/>
                <a:sym typeface="Chakra Petch"/>
              </a:rPr>
              <a:t>2</a:t>
            </a:r>
            <a:endParaRPr b="1" i="0" sz="3900" u="none" cap="none" strike="noStrike">
              <a:solidFill>
                <a:schemeClr val="dk1"/>
              </a:solidFill>
              <a:latin typeface="Chakra Petch"/>
              <a:ea typeface="Chakra Petch"/>
              <a:cs typeface="Chakra Petch"/>
              <a:sym typeface="Chakra Petch"/>
            </a:endParaRPr>
          </a:p>
        </p:txBody>
      </p:sp>
      <p:sp>
        <p:nvSpPr>
          <p:cNvPr id="457" name="Google Shape;457;g3bb00c4f728_0_261"/>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pic>
        <p:nvPicPr>
          <p:cNvPr id="458" name="Google Shape;458;g3bb00c4f728_0_261" title="Logo_VMO_Alten-Negative.png"/>
          <p:cNvPicPr preferRelativeResize="0"/>
          <p:nvPr/>
        </p:nvPicPr>
        <p:blipFill rotWithShape="1">
          <a:blip r:embed="rId5">
            <a:alphaModFix/>
          </a:blip>
          <a:srcRect b="0" l="0" r="0" t="0"/>
          <a:stretch/>
        </p:blipFill>
        <p:spPr>
          <a:xfrm>
            <a:off x="7618364" y="375727"/>
            <a:ext cx="1158885" cy="4686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bb00c4f728_0_277"/>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プロジェクトスコープと成果物</a:t>
            </a:r>
            <a:endParaRPr sz="1100">
              <a:latin typeface="Chakra Petch"/>
              <a:ea typeface="Chakra Petch"/>
              <a:cs typeface="Chakra Petch"/>
              <a:sym typeface="Chakra Petch"/>
            </a:endParaRPr>
          </a:p>
        </p:txBody>
      </p:sp>
      <p:sp>
        <p:nvSpPr>
          <p:cNvPr id="465" name="Google Shape;465;g3bb00c4f728_0_277"/>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2</a:t>
            </a:r>
            <a:r>
              <a:rPr b="1" lang="vi" sz="2000">
                <a:latin typeface="Chakra Petch"/>
                <a:ea typeface="Chakra Petch"/>
                <a:cs typeface="Chakra Petch"/>
                <a:sym typeface="Chakra Petch"/>
              </a:rPr>
              <a:t>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提案ソリューション| チーム戦略</a:t>
            </a:r>
            <a:endParaRPr b="1" sz="2000">
              <a:latin typeface="Chakra Petch"/>
              <a:ea typeface="Chakra Petch"/>
              <a:cs typeface="Chakra Petch"/>
              <a:sym typeface="Chakra Petch"/>
            </a:endParaRPr>
          </a:p>
        </p:txBody>
      </p:sp>
      <p:sp>
        <p:nvSpPr>
          <p:cNvPr id="466" name="Google Shape;466;g3bb00c4f728_0_277"/>
          <p:cNvSpPr txBox="1"/>
          <p:nvPr/>
        </p:nvSpPr>
        <p:spPr>
          <a:xfrm>
            <a:off x="383500" y="1691950"/>
            <a:ext cx="5685900" cy="1797600"/>
          </a:xfrm>
          <a:prstGeom prst="rect">
            <a:avLst/>
          </a:prstGeom>
          <a:noFill/>
          <a:ln>
            <a:noFill/>
          </a:ln>
        </p:spPr>
        <p:txBody>
          <a:bodyPr anchorCtr="0" anchor="t" bIns="68575" lIns="68575" spcFirstLastPara="1" rIns="68575" wrap="square" tIns="68575">
            <a:noAutofit/>
          </a:bodyPr>
          <a:lstStyle/>
          <a:p>
            <a:pPr indent="0" lvl="0" marL="0" marR="0" rtl="0" algn="l">
              <a:lnSpc>
                <a:spcPct val="115000"/>
              </a:lnSpc>
              <a:spcBef>
                <a:spcPts val="0"/>
              </a:spcBef>
              <a:spcAft>
                <a:spcPts val="0"/>
              </a:spcAft>
              <a:buClr>
                <a:srgbClr val="000000"/>
              </a:buClr>
              <a:buSzPts val="1100"/>
              <a:buFont typeface="Arial"/>
              <a:buNone/>
            </a:pPr>
            <a:r>
              <a:rPr b="1" i="0" lang="vi" sz="1000" u="none" cap="none" strike="noStrike">
                <a:solidFill>
                  <a:srgbClr val="1D94C9"/>
                </a:solidFill>
                <a:latin typeface="Noto Sans"/>
                <a:ea typeface="Noto Sans"/>
                <a:cs typeface="Noto Sans"/>
                <a:sym typeface="Noto Sans"/>
              </a:rPr>
              <a:t>チーム編成戦略</a:t>
            </a:r>
            <a:endParaRPr b="0" i="0" sz="1000" u="none" cap="none" strike="noStrike">
              <a:solidFill>
                <a:srgbClr val="063C67"/>
              </a:solidFill>
              <a:latin typeface="Noto Sans"/>
              <a:ea typeface="Noto Sans"/>
              <a:cs typeface="Noto Sans"/>
              <a:sym typeface="Noto Sans"/>
            </a:endParaRPr>
          </a:p>
          <a:p>
            <a:pPr indent="-279400" lvl="0" marL="457200" marR="0" rtl="0" algn="l">
              <a:lnSpc>
                <a:spcPct val="115000"/>
              </a:lnSpc>
              <a:spcBef>
                <a:spcPts val="1000"/>
              </a:spcBef>
              <a:spcAft>
                <a:spcPts val="0"/>
              </a:spcAft>
              <a:buClr>
                <a:srgbClr val="063C67"/>
              </a:buClr>
              <a:buSzPts val="800"/>
              <a:buFont typeface="Noto Sans"/>
              <a:buChar char="●"/>
            </a:pPr>
            <a:r>
              <a:t/>
            </a:r>
            <a:endParaRPr b="0" i="0" sz="800" u="none" cap="none" strike="noStrike">
              <a:solidFill>
                <a:srgbClr val="063C67"/>
              </a:solidFill>
              <a:latin typeface="Noto Sans"/>
              <a:ea typeface="Noto Sans"/>
              <a:cs typeface="Noto Sans"/>
              <a:sym typeface="Noto Sans"/>
            </a:endParaRPr>
          </a:p>
        </p:txBody>
      </p:sp>
      <p:sp>
        <p:nvSpPr>
          <p:cNvPr id="467" name="Google Shape;467;g3bb00c4f728_0_277"/>
          <p:cNvSpPr txBox="1"/>
          <p:nvPr/>
        </p:nvSpPr>
        <p:spPr>
          <a:xfrm>
            <a:off x="383504" y="3489603"/>
            <a:ext cx="5654400" cy="109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vi" sz="1000" u="none" cap="none" strike="noStrike">
                <a:solidFill>
                  <a:srgbClr val="1D94C9"/>
                </a:solidFill>
                <a:latin typeface="Noto Sans"/>
                <a:ea typeface="Noto Sans"/>
                <a:cs typeface="Noto Sans"/>
                <a:sym typeface="Noto Sans"/>
              </a:rPr>
              <a:t>オンサイト・オフショア戦略</a:t>
            </a:r>
            <a:endParaRPr b="1" i="0" sz="1000" u="none" cap="none" strike="noStrike">
              <a:solidFill>
                <a:srgbClr val="1D94C9"/>
              </a:solidFill>
              <a:latin typeface="Noto Sans"/>
              <a:ea typeface="Noto Sans"/>
              <a:cs typeface="Noto Sans"/>
              <a:sym typeface="Noto Sans"/>
            </a:endParaRPr>
          </a:p>
          <a:p>
            <a:pPr indent="-279400" lvl="0" marL="457200" marR="0" rtl="0" algn="l">
              <a:lnSpc>
                <a:spcPct val="115000"/>
              </a:lnSpc>
              <a:spcBef>
                <a:spcPts val="1000"/>
              </a:spcBef>
              <a:spcAft>
                <a:spcPts val="0"/>
              </a:spcAft>
              <a:buClr>
                <a:srgbClr val="063C67"/>
              </a:buClr>
              <a:buSzPts val="800"/>
              <a:buFont typeface="Noto Sans"/>
              <a:buChar char="●"/>
            </a:pPr>
            <a:r>
              <a:t/>
            </a:r>
            <a:endParaRPr b="0" i="0" sz="800" u="none" cap="none" strike="noStrike">
              <a:solidFill>
                <a:srgbClr val="063C67"/>
              </a:solidFill>
              <a:latin typeface="Noto Sans"/>
              <a:ea typeface="Noto Sans"/>
              <a:cs typeface="Noto Sans"/>
              <a:sym typeface="Noto Sans"/>
            </a:endParaRPr>
          </a:p>
        </p:txBody>
      </p:sp>
      <p:sp>
        <p:nvSpPr>
          <p:cNvPr id="468" name="Google Shape;468;g3bb00c4f728_0_277"/>
          <p:cNvSpPr/>
          <p:nvPr/>
        </p:nvSpPr>
        <p:spPr>
          <a:xfrm>
            <a:off x="6204588" y="1814551"/>
            <a:ext cx="2498392" cy="2415588"/>
          </a:xfrm>
          <a:custGeom>
            <a:rect b="b" l="l" r="r" t="t"/>
            <a:pathLst>
              <a:path extrusionOk="0" h="961428" w="858554">
                <a:moveTo>
                  <a:pt x="105979" y="0"/>
                </a:moveTo>
                <a:lnTo>
                  <a:pt x="752575" y="0"/>
                </a:lnTo>
                <a:cubicBezTo>
                  <a:pt x="811106" y="0"/>
                  <a:pt x="858554" y="47448"/>
                  <a:pt x="858554" y="105979"/>
                </a:cubicBezTo>
                <a:lnTo>
                  <a:pt x="858554" y="855449"/>
                </a:lnTo>
                <a:cubicBezTo>
                  <a:pt x="858554" y="913979"/>
                  <a:pt x="811106" y="961428"/>
                  <a:pt x="752575" y="961428"/>
                </a:cubicBezTo>
                <a:lnTo>
                  <a:pt x="105979" y="961428"/>
                </a:lnTo>
                <a:cubicBezTo>
                  <a:pt x="77871" y="961428"/>
                  <a:pt x="50915" y="950262"/>
                  <a:pt x="31040" y="930387"/>
                </a:cubicBezTo>
                <a:cubicBezTo>
                  <a:pt x="11166" y="910512"/>
                  <a:pt x="0" y="883556"/>
                  <a:pt x="0" y="855449"/>
                </a:cubicBezTo>
                <a:lnTo>
                  <a:pt x="0" y="105979"/>
                </a:lnTo>
                <a:cubicBezTo>
                  <a:pt x="0" y="47448"/>
                  <a:pt x="47448" y="0"/>
                  <a:pt x="105979" y="0"/>
                </a:cubicBezTo>
                <a:close/>
              </a:path>
            </a:pathLst>
          </a:custGeom>
          <a:blipFill rotWithShape="1">
            <a:blip r:embed="rId3">
              <a:alphaModFix/>
            </a:blip>
            <a:stretch>
              <a:fillRect b="0" l="-34037" r="-34016" t="0"/>
            </a:stretch>
          </a:blipFill>
          <a:ln cap="rnd" cmpd="sng" w="48350">
            <a:solidFill>
              <a:srgbClr val="FFFFFF"/>
            </a:solidFill>
            <a:prstDash val="solid"/>
            <a:round/>
            <a:headEnd len="sm" w="sm" type="none"/>
            <a:tailEnd len="sm" w="sm" type="none"/>
          </a:ln>
        </p:spPr>
        <p:txBody>
          <a:bodyPr anchorCtr="0" anchor="ctr" bIns="28125" lIns="28125" spcFirstLastPara="1" rIns="28125" wrap="square" tIns="28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g3bb00c4f728_0_277"/>
          <p:cNvSpPr/>
          <p:nvPr/>
        </p:nvSpPr>
        <p:spPr>
          <a:xfrm>
            <a:off x="86750" y="728000"/>
            <a:ext cx="9038100" cy="714900"/>
          </a:xfrm>
          <a:prstGeom prst="rect">
            <a:avLst/>
          </a:prstGeom>
          <a:solidFill>
            <a:srgbClr val="E4F4FB"/>
          </a:solidFill>
          <a:ln>
            <a:noFill/>
          </a:ln>
        </p:spPr>
        <p:txBody>
          <a:bodyPr anchorCtr="0" anchor="ctr" bIns="22850" lIns="72000" spcFirstLastPara="1" rIns="72000" wrap="square" tIns="22850">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F07559"/>
              </a:solidFill>
              <a:latin typeface="Arial"/>
              <a:ea typeface="Arial"/>
              <a:cs typeface="Arial"/>
              <a:sym typeface="Arial"/>
            </a:endParaRPr>
          </a:p>
        </p:txBody>
      </p:sp>
      <p:sp>
        <p:nvSpPr>
          <p:cNvPr id="470" name="Google Shape;470;g3bb00c4f728_0_277"/>
          <p:cNvSpPr txBox="1"/>
          <p:nvPr/>
        </p:nvSpPr>
        <p:spPr>
          <a:xfrm>
            <a:off x="214416" y="1009699"/>
            <a:ext cx="8715300" cy="323100"/>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chemeClr val="hlink"/>
              </a:buClr>
              <a:buSzPts val="1100"/>
              <a:buFont typeface="Arial"/>
              <a:buNone/>
            </a:pPr>
            <a:r>
              <a:rPr b="0" i="0" lang="vi" sz="900" u="none" cap="none" strike="noStrike">
                <a:solidFill>
                  <a:schemeClr val="dk1"/>
                </a:solidFill>
                <a:latin typeface="Lato"/>
                <a:ea typeface="Lato"/>
                <a:cs typeface="Lato"/>
                <a:sym typeface="Lato"/>
              </a:rPr>
              <a:t>【チーム編成】
• 開発者1名 + BrSE1名
• オフショア（ベトナム）中心、必要に応じてオンサイト
• BrSEが要件定義・進捗報告・QAを担当
• Power Platform、会計システム経験者をアサイン</a:t>
            </a:r>
            <a:endParaRPr b="0" i="1" sz="700" u="none" cap="none" strike="noStrike">
              <a:solidFill>
                <a:schemeClr val="dk1"/>
              </a:solidFill>
              <a:latin typeface="Lato"/>
              <a:ea typeface="Lato"/>
              <a:cs typeface="Lato"/>
              <a:sym typeface="Lato"/>
            </a:endParaRPr>
          </a:p>
        </p:txBody>
      </p:sp>
      <p:sp>
        <p:nvSpPr>
          <p:cNvPr id="471" name="Google Shape;471;g3bb00c4f728_0_277"/>
          <p:cNvSpPr txBox="1"/>
          <p:nvPr/>
        </p:nvSpPr>
        <p:spPr>
          <a:xfrm>
            <a:off x="86755" y="752650"/>
            <a:ext cx="2279100" cy="261600"/>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1400"/>
              <a:buFont typeface="Arial"/>
              <a:buNone/>
            </a:pPr>
            <a:r>
              <a:rPr b="1" i="0" lang="vi" sz="1400" u="none" cap="none" strike="noStrike">
                <a:solidFill>
                  <a:srgbClr val="063C67"/>
                </a:solidFill>
                <a:latin typeface="Chakra Petch"/>
                <a:ea typeface="Chakra Petch"/>
                <a:cs typeface="Chakra Petch"/>
                <a:sym typeface="Chakra Petch"/>
              </a:rPr>
              <a:t>サマリー</a:t>
            </a:r>
            <a:endParaRPr b="1" i="0" sz="1400" u="none" cap="none" strike="noStrike">
              <a:solidFill>
                <a:srgbClr val="063C67"/>
              </a:solidFill>
              <a:latin typeface="Chakra Petch"/>
              <a:ea typeface="Chakra Petch"/>
              <a:cs typeface="Chakra Petch"/>
              <a:sym typeface="Chakra Petch"/>
            </a:endParaRPr>
          </a:p>
        </p:txBody>
      </p:sp>
      <p:sp>
        <p:nvSpPr>
          <p:cNvPr id="472" name="Google Shape;472;g3bb00c4f728_0_27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bb050f2e20_0_49"/>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移行戦略</a:t>
            </a:r>
            <a:endParaRPr sz="1100">
              <a:latin typeface="Chakra Petch"/>
              <a:ea typeface="Chakra Petch"/>
              <a:cs typeface="Chakra Petch"/>
              <a:sym typeface="Chakra Petch"/>
            </a:endParaRPr>
          </a:p>
        </p:txBody>
      </p:sp>
      <p:sp>
        <p:nvSpPr>
          <p:cNvPr id="479" name="Google Shape;479;g3bb050f2e20_0_49"/>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2</a:t>
            </a:r>
            <a:r>
              <a:rPr b="1" lang="vi" sz="2000">
                <a:latin typeface="Chakra Petch"/>
                <a:ea typeface="Chakra Petch"/>
                <a:cs typeface="Chakra Petch"/>
                <a:sym typeface="Chakra Petch"/>
              </a:rPr>
              <a:t>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提案ソリューション| 移行戦略</a:t>
            </a:r>
            <a:endParaRPr b="1" sz="2000">
              <a:latin typeface="Chakra Petch"/>
              <a:ea typeface="Chakra Petch"/>
              <a:cs typeface="Chakra Petch"/>
              <a:sym typeface="Chakra Petch"/>
            </a:endParaRPr>
          </a:p>
        </p:txBody>
      </p:sp>
      <p:sp>
        <p:nvSpPr>
          <p:cNvPr id="480" name="Google Shape;480;g3bb050f2e20_0_49"/>
          <p:cNvSpPr/>
          <p:nvPr/>
        </p:nvSpPr>
        <p:spPr>
          <a:xfrm>
            <a:off x="86750" y="728000"/>
            <a:ext cx="9038100" cy="714900"/>
          </a:xfrm>
          <a:prstGeom prst="rect">
            <a:avLst/>
          </a:prstGeom>
          <a:solidFill>
            <a:srgbClr val="E4F4FB"/>
          </a:solidFill>
          <a:ln>
            <a:noFill/>
          </a:ln>
        </p:spPr>
        <p:txBody>
          <a:bodyPr anchorCtr="0" anchor="ctr" bIns="22850" lIns="72000" spcFirstLastPara="1" rIns="72000" wrap="square" tIns="22850">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F07559"/>
              </a:solidFill>
              <a:latin typeface="Arial"/>
              <a:ea typeface="Arial"/>
              <a:cs typeface="Arial"/>
              <a:sym typeface="Arial"/>
            </a:endParaRPr>
          </a:p>
        </p:txBody>
      </p:sp>
      <p:sp>
        <p:nvSpPr>
          <p:cNvPr id="481" name="Google Shape;481;g3bb050f2e20_0_49"/>
          <p:cNvSpPr txBox="1"/>
          <p:nvPr/>
        </p:nvSpPr>
        <p:spPr>
          <a:xfrm>
            <a:off x="214416" y="1009699"/>
            <a:ext cx="8715300" cy="184800"/>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chemeClr val="hlink"/>
              </a:buClr>
              <a:buSzPts val="1100"/>
              <a:buFont typeface="Arial"/>
              <a:buNone/>
            </a:pPr>
            <a:r>
              <a:rPr b="0" i="0" lang="vi" sz="900" u="none" cap="none" strike="noStrike">
                <a:solidFill>
                  <a:schemeClr val="dk1"/>
                </a:solidFill>
                <a:latin typeface="Lato"/>
                <a:ea typeface="Lato"/>
                <a:cs typeface="Lato"/>
                <a:sym typeface="Lato"/>
              </a:rPr>
              <a:t>VMOの移行アプローチは3フェーズで構成されます</a:t>
            </a:r>
            <a:endParaRPr b="0" i="1" sz="700" u="none" cap="none" strike="noStrike">
              <a:solidFill>
                <a:schemeClr val="dk1"/>
              </a:solidFill>
              <a:latin typeface="Lato"/>
              <a:ea typeface="Lato"/>
              <a:cs typeface="Lato"/>
              <a:sym typeface="Lato"/>
            </a:endParaRPr>
          </a:p>
        </p:txBody>
      </p:sp>
      <p:sp>
        <p:nvSpPr>
          <p:cNvPr id="482" name="Google Shape;482;g3bb050f2e20_0_49"/>
          <p:cNvSpPr txBox="1"/>
          <p:nvPr/>
        </p:nvSpPr>
        <p:spPr>
          <a:xfrm>
            <a:off x="86755" y="752650"/>
            <a:ext cx="2279100" cy="261600"/>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1400"/>
              <a:buFont typeface="Arial"/>
              <a:buNone/>
            </a:pPr>
            <a:r>
              <a:rPr b="1" i="0" lang="vi" sz="1400" u="none" cap="none" strike="noStrike">
                <a:solidFill>
                  <a:srgbClr val="063C67"/>
                </a:solidFill>
                <a:latin typeface="Chakra Petch"/>
                <a:ea typeface="Chakra Petch"/>
                <a:cs typeface="Chakra Petch"/>
                <a:sym typeface="Chakra Petch"/>
              </a:rPr>
              <a:t>サマリー</a:t>
            </a:r>
            <a:endParaRPr b="1" i="0" sz="1400" u="none" cap="none" strike="noStrike">
              <a:solidFill>
                <a:srgbClr val="063C67"/>
              </a:solidFill>
              <a:latin typeface="Chakra Petch"/>
              <a:ea typeface="Chakra Petch"/>
              <a:cs typeface="Chakra Petch"/>
              <a:sym typeface="Chakra Petch"/>
            </a:endParaRPr>
          </a:p>
        </p:txBody>
      </p:sp>
      <p:sp>
        <p:nvSpPr>
          <p:cNvPr id="483" name="Google Shape;483;g3bb050f2e20_0_49"/>
          <p:cNvSpPr/>
          <p:nvPr/>
        </p:nvSpPr>
        <p:spPr>
          <a:xfrm>
            <a:off x="4412327" y="1660126"/>
            <a:ext cx="174189" cy="193442"/>
          </a:xfrm>
          <a:prstGeom prst="flowChartMerge">
            <a:avLst/>
          </a:prstGeom>
          <a:solidFill>
            <a:srgbClr val="0093D6"/>
          </a:solidFill>
          <a:ln>
            <a:noFill/>
          </a:ln>
        </p:spPr>
        <p:txBody>
          <a:bodyPr anchorCtr="0" anchor="ctr" bIns="45350" lIns="90750" spcFirstLastPara="1" rIns="90750" wrap="square" tIns="45350">
            <a:noAutofit/>
          </a:bodyPr>
          <a:lstStyle/>
          <a:p>
            <a:pPr indent="0" lvl="0" marL="0" marR="0" rtl="0" algn="ctr">
              <a:lnSpc>
                <a:spcPct val="100000"/>
              </a:lnSpc>
              <a:spcBef>
                <a:spcPts val="0"/>
              </a:spcBef>
              <a:spcAft>
                <a:spcPts val="0"/>
              </a:spcAft>
              <a:buClr>
                <a:srgbClr val="063C67"/>
              </a:buClr>
              <a:buSzPts val="1415"/>
              <a:buFont typeface="Calibri"/>
              <a:buNone/>
            </a:pPr>
            <a:r>
              <a:t/>
            </a:r>
            <a:endParaRPr b="0" i="0" sz="1414" u="none" cap="none" strike="noStrike">
              <a:solidFill>
                <a:srgbClr val="FFFFFF"/>
              </a:solidFill>
              <a:latin typeface="Arial"/>
              <a:ea typeface="Arial"/>
              <a:cs typeface="Arial"/>
              <a:sym typeface="Arial"/>
            </a:endParaRPr>
          </a:p>
        </p:txBody>
      </p:sp>
      <p:sp>
        <p:nvSpPr>
          <p:cNvPr id="484" name="Google Shape;484;g3bb050f2e20_0_49"/>
          <p:cNvSpPr/>
          <p:nvPr/>
        </p:nvSpPr>
        <p:spPr>
          <a:xfrm>
            <a:off x="6881015" y="1672493"/>
            <a:ext cx="174189" cy="193442"/>
          </a:xfrm>
          <a:prstGeom prst="flowChartMerge">
            <a:avLst/>
          </a:prstGeom>
          <a:solidFill>
            <a:srgbClr val="063C67"/>
          </a:solidFill>
          <a:ln>
            <a:noFill/>
          </a:ln>
        </p:spPr>
        <p:txBody>
          <a:bodyPr anchorCtr="0" anchor="ctr" bIns="45350" lIns="90750" spcFirstLastPara="1" rIns="90750" wrap="square" tIns="45350">
            <a:noAutofit/>
          </a:bodyPr>
          <a:lstStyle/>
          <a:p>
            <a:pPr indent="0" lvl="0" marL="0" marR="0" rtl="0" algn="ctr">
              <a:lnSpc>
                <a:spcPct val="100000"/>
              </a:lnSpc>
              <a:spcBef>
                <a:spcPts val="0"/>
              </a:spcBef>
              <a:spcAft>
                <a:spcPts val="0"/>
              </a:spcAft>
              <a:buClr>
                <a:srgbClr val="063C67"/>
              </a:buClr>
              <a:buSzPts val="1415"/>
              <a:buFont typeface="Calibri"/>
              <a:buNone/>
            </a:pPr>
            <a:r>
              <a:t/>
            </a:r>
            <a:endParaRPr b="0" i="0" sz="1414" u="none" cap="none" strike="noStrike">
              <a:solidFill>
                <a:srgbClr val="FFFFFF"/>
              </a:solidFill>
              <a:latin typeface="Arial"/>
              <a:ea typeface="Arial"/>
              <a:cs typeface="Arial"/>
              <a:sym typeface="Arial"/>
            </a:endParaRPr>
          </a:p>
        </p:txBody>
      </p:sp>
      <p:sp>
        <p:nvSpPr>
          <p:cNvPr id="485" name="Google Shape;485;g3bb050f2e20_0_49"/>
          <p:cNvSpPr/>
          <p:nvPr/>
        </p:nvSpPr>
        <p:spPr>
          <a:xfrm>
            <a:off x="1567859" y="1644086"/>
            <a:ext cx="174189" cy="193442"/>
          </a:xfrm>
          <a:prstGeom prst="flowChartMerge">
            <a:avLst/>
          </a:prstGeom>
          <a:solidFill>
            <a:srgbClr val="AEE0E8"/>
          </a:solidFill>
          <a:ln>
            <a:noFill/>
          </a:ln>
        </p:spPr>
        <p:txBody>
          <a:bodyPr anchorCtr="0" anchor="ctr" bIns="45350" lIns="90750" spcFirstLastPara="1" rIns="90750" wrap="square" tIns="45350">
            <a:noAutofit/>
          </a:bodyPr>
          <a:lstStyle/>
          <a:p>
            <a:pPr indent="0" lvl="0" marL="0" marR="0" rtl="0" algn="ctr">
              <a:lnSpc>
                <a:spcPct val="100000"/>
              </a:lnSpc>
              <a:spcBef>
                <a:spcPts val="0"/>
              </a:spcBef>
              <a:spcAft>
                <a:spcPts val="0"/>
              </a:spcAft>
              <a:buClr>
                <a:srgbClr val="063C67"/>
              </a:buClr>
              <a:buSzPts val="1415"/>
              <a:buFont typeface="Calibri"/>
              <a:buNone/>
            </a:pPr>
            <a:r>
              <a:t/>
            </a:r>
            <a:endParaRPr b="0" i="0" sz="1414" u="none" cap="none" strike="noStrike">
              <a:solidFill>
                <a:srgbClr val="FFFFFF"/>
              </a:solidFill>
              <a:latin typeface="Arial"/>
              <a:ea typeface="Arial"/>
              <a:cs typeface="Arial"/>
              <a:sym typeface="Arial"/>
            </a:endParaRPr>
          </a:p>
        </p:txBody>
      </p:sp>
      <p:cxnSp>
        <p:nvCxnSpPr>
          <p:cNvPr id="486" name="Google Shape;486;g3bb050f2e20_0_49"/>
          <p:cNvCxnSpPr/>
          <p:nvPr/>
        </p:nvCxnSpPr>
        <p:spPr>
          <a:xfrm>
            <a:off x="1356163" y="2166932"/>
            <a:ext cx="0" cy="2635200"/>
          </a:xfrm>
          <a:prstGeom prst="straightConnector1">
            <a:avLst/>
          </a:prstGeom>
          <a:noFill/>
          <a:ln cap="flat" cmpd="sng" w="9525">
            <a:solidFill>
              <a:srgbClr val="4472C4"/>
            </a:solidFill>
            <a:prstDash val="lgDashDot"/>
            <a:miter lim="800000"/>
            <a:headEnd len="sm" w="sm" type="none"/>
            <a:tailEnd len="sm" w="sm" type="none"/>
          </a:ln>
        </p:spPr>
      </p:cxnSp>
      <p:cxnSp>
        <p:nvCxnSpPr>
          <p:cNvPr id="487" name="Google Shape;487;g3bb050f2e20_0_49"/>
          <p:cNvCxnSpPr/>
          <p:nvPr/>
        </p:nvCxnSpPr>
        <p:spPr>
          <a:xfrm>
            <a:off x="6695938" y="2217051"/>
            <a:ext cx="0" cy="2526300"/>
          </a:xfrm>
          <a:prstGeom prst="straightConnector1">
            <a:avLst/>
          </a:prstGeom>
          <a:noFill/>
          <a:ln cap="flat" cmpd="sng" w="9525">
            <a:solidFill>
              <a:srgbClr val="4472C4"/>
            </a:solidFill>
            <a:prstDash val="lgDashDot"/>
            <a:miter lim="800000"/>
            <a:headEnd len="sm" w="sm" type="none"/>
            <a:tailEnd len="sm" w="sm" type="none"/>
          </a:ln>
        </p:spPr>
      </p:cxnSp>
      <p:sp>
        <p:nvSpPr>
          <p:cNvPr id="488" name="Google Shape;488;g3bb050f2e20_0_49"/>
          <p:cNvSpPr txBox="1"/>
          <p:nvPr/>
        </p:nvSpPr>
        <p:spPr>
          <a:xfrm>
            <a:off x="1343712" y="2231720"/>
            <a:ext cx="2818500" cy="3687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ナレッジ移転・安定化</a:t>
            </a:r>
            <a:endParaRPr b="0" i="0" sz="900" u="none" cap="none" strike="noStrike">
              <a:solidFill>
                <a:srgbClr val="063C67"/>
              </a:solidFill>
              <a:latin typeface="Lato"/>
              <a:ea typeface="Lato"/>
              <a:cs typeface="Lato"/>
              <a:sym typeface="Lato"/>
            </a:endParaRPr>
          </a:p>
        </p:txBody>
      </p:sp>
      <p:sp>
        <p:nvSpPr>
          <p:cNvPr id="489" name="Google Shape;489;g3bb050f2e20_0_49"/>
          <p:cNvSpPr txBox="1"/>
          <p:nvPr/>
        </p:nvSpPr>
        <p:spPr>
          <a:xfrm>
            <a:off x="6625573" y="2250402"/>
            <a:ext cx="1936800" cy="507300"/>
          </a:xfrm>
          <a:prstGeom prst="rect">
            <a:avLst/>
          </a:prstGeom>
          <a:noFill/>
          <a:ln>
            <a:noFill/>
          </a:ln>
        </p:spPr>
        <p:txBody>
          <a:bodyPr anchorCtr="0" anchor="t" bIns="45350" lIns="90750" spcFirstLastPara="1" rIns="90750" wrap="square" tIns="45350">
            <a:spAutoFit/>
          </a:bodyPr>
          <a:lstStyle/>
          <a:p>
            <a:pPr indent="-227389" lvl="0" marL="340479" marR="38371" rtl="0" algn="just">
              <a:lnSpc>
                <a:spcPct val="100000"/>
              </a:lnSpc>
              <a:spcBef>
                <a:spcPts val="149"/>
              </a:spcBef>
              <a:spcAft>
                <a:spcPts val="298"/>
              </a:spcAft>
              <a:buClr>
                <a:srgbClr val="063C67"/>
              </a:buClr>
              <a:buSzPts val="900"/>
              <a:buFont typeface="Lato"/>
              <a:buChar char="•"/>
            </a:pPr>
            <a:r>
              <a:rPr b="0" i="0" lang="vi" sz="900" u="none" cap="none" strike="noStrike">
                <a:solidFill>
                  <a:srgbClr val="063C67"/>
                </a:solidFill>
                <a:latin typeface="Lato"/>
                <a:ea typeface="Lato"/>
                <a:cs typeface="Lato"/>
                <a:sym typeface="Lato"/>
              </a:rPr>
              <a:t>本稼働・スケール</a:t>
            </a:r>
            <a:endParaRPr b="0" i="0" sz="900" u="none" cap="none" strike="noStrike">
              <a:solidFill>
                <a:srgbClr val="000000"/>
              </a:solidFill>
              <a:latin typeface="Lato"/>
              <a:ea typeface="Lato"/>
              <a:cs typeface="Lato"/>
              <a:sym typeface="Lato"/>
            </a:endParaRPr>
          </a:p>
        </p:txBody>
      </p:sp>
      <p:sp>
        <p:nvSpPr>
          <p:cNvPr id="490" name="Google Shape;490;g3bb050f2e20_0_49"/>
          <p:cNvSpPr txBox="1"/>
          <p:nvPr/>
        </p:nvSpPr>
        <p:spPr>
          <a:xfrm>
            <a:off x="1323773" y="1382426"/>
            <a:ext cx="1103400" cy="263400"/>
          </a:xfrm>
          <a:prstGeom prst="rect">
            <a:avLst/>
          </a:prstGeom>
          <a:noFill/>
          <a:ln>
            <a:noFill/>
          </a:ln>
        </p:spPr>
        <p:txBody>
          <a:bodyPr anchorCtr="0" anchor="t" bIns="45350" lIns="90750" spcFirstLastPara="1" rIns="90750" wrap="square" tIns="45350">
            <a:spAutoFit/>
          </a:bodyPr>
          <a:lstStyle/>
          <a:p>
            <a:pPr indent="0" lvl="0" marL="0" marR="0" rtl="0" algn="l">
              <a:lnSpc>
                <a:spcPct val="100000"/>
              </a:lnSpc>
              <a:spcBef>
                <a:spcPts val="0"/>
              </a:spcBef>
              <a:spcAft>
                <a:spcPts val="0"/>
              </a:spcAft>
              <a:buClr>
                <a:srgbClr val="000000"/>
              </a:buClr>
              <a:buSzPts val="1117"/>
              <a:buFont typeface="Arial"/>
              <a:buNone/>
            </a:pPr>
            <a:r>
              <a:rPr b="0" i="0" lang="vi" sz="1117" u="sng" cap="none" strike="noStrike">
                <a:solidFill>
                  <a:srgbClr val="063C67"/>
                </a:solidFill>
                <a:latin typeface="Lato"/>
                <a:ea typeface="Lato"/>
                <a:cs typeface="Lato"/>
                <a:sym typeface="Lato"/>
              </a:rPr>
              <a:t>T+0月</a:t>
            </a:r>
            <a:endParaRPr b="0" i="0" sz="1117" u="sng" cap="none" strike="noStrike">
              <a:solidFill>
                <a:srgbClr val="063C67"/>
              </a:solidFill>
              <a:latin typeface="Lato"/>
              <a:ea typeface="Lato"/>
              <a:cs typeface="Lato"/>
              <a:sym typeface="Lato"/>
            </a:endParaRPr>
          </a:p>
        </p:txBody>
      </p:sp>
      <p:sp>
        <p:nvSpPr>
          <p:cNvPr id="491" name="Google Shape;491;g3bb050f2e20_0_49"/>
          <p:cNvSpPr txBox="1"/>
          <p:nvPr/>
        </p:nvSpPr>
        <p:spPr>
          <a:xfrm>
            <a:off x="4193297" y="1407024"/>
            <a:ext cx="1103400" cy="263400"/>
          </a:xfrm>
          <a:prstGeom prst="rect">
            <a:avLst/>
          </a:prstGeom>
          <a:noFill/>
          <a:ln>
            <a:noFill/>
          </a:ln>
        </p:spPr>
        <p:txBody>
          <a:bodyPr anchorCtr="0" anchor="t" bIns="45350" lIns="90750" spcFirstLastPara="1" rIns="90750" wrap="square" tIns="45350">
            <a:spAutoFit/>
          </a:bodyPr>
          <a:lstStyle/>
          <a:p>
            <a:pPr indent="0" lvl="0" marL="0" marR="0" rtl="0" algn="l">
              <a:lnSpc>
                <a:spcPct val="100000"/>
              </a:lnSpc>
              <a:spcBef>
                <a:spcPts val="0"/>
              </a:spcBef>
              <a:spcAft>
                <a:spcPts val="0"/>
              </a:spcAft>
              <a:buClr>
                <a:srgbClr val="000000"/>
              </a:buClr>
              <a:buSzPts val="1117"/>
              <a:buFont typeface="Arial"/>
              <a:buNone/>
            </a:pPr>
            <a:r>
              <a:rPr b="0" i="0" lang="vi" sz="1117" u="sng" cap="none" strike="noStrike">
                <a:solidFill>
                  <a:srgbClr val="063C67"/>
                </a:solidFill>
                <a:latin typeface="Lato"/>
                <a:ea typeface="Lato"/>
                <a:cs typeface="Lato"/>
                <a:sym typeface="Lato"/>
              </a:rPr>
              <a:t>T+2月</a:t>
            </a:r>
            <a:endParaRPr b="0" i="0" sz="1117" u="sng" cap="none" strike="noStrike">
              <a:solidFill>
                <a:srgbClr val="063C67"/>
              </a:solidFill>
              <a:latin typeface="Lato"/>
              <a:ea typeface="Lato"/>
              <a:cs typeface="Lato"/>
              <a:sym typeface="Lato"/>
            </a:endParaRPr>
          </a:p>
        </p:txBody>
      </p:sp>
      <p:sp>
        <p:nvSpPr>
          <p:cNvPr id="492" name="Google Shape;492;g3bb050f2e20_0_49"/>
          <p:cNvSpPr txBox="1"/>
          <p:nvPr/>
        </p:nvSpPr>
        <p:spPr>
          <a:xfrm>
            <a:off x="6625522" y="1416336"/>
            <a:ext cx="1103400" cy="263400"/>
          </a:xfrm>
          <a:prstGeom prst="rect">
            <a:avLst/>
          </a:prstGeom>
          <a:noFill/>
          <a:ln>
            <a:noFill/>
          </a:ln>
        </p:spPr>
        <p:txBody>
          <a:bodyPr anchorCtr="0" anchor="t" bIns="45350" lIns="90750" spcFirstLastPara="1" rIns="90750" wrap="square" tIns="45350">
            <a:spAutoFit/>
          </a:bodyPr>
          <a:lstStyle/>
          <a:p>
            <a:pPr indent="0" lvl="0" marL="0" marR="0" rtl="0" algn="l">
              <a:lnSpc>
                <a:spcPct val="100000"/>
              </a:lnSpc>
              <a:spcBef>
                <a:spcPts val="0"/>
              </a:spcBef>
              <a:spcAft>
                <a:spcPts val="0"/>
              </a:spcAft>
              <a:buClr>
                <a:srgbClr val="000000"/>
              </a:buClr>
              <a:buSzPts val="1117"/>
              <a:buFont typeface="Arial"/>
              <a:buNone/>
            </a:pPr>
            <a:r>
              <a:rPr b="0" i="0" lang="vi" sz="1117" u="sng" cap="none" strike="noStrike">
                <a:solidFill>
                  <a:srgbClr val="063C67"/>
                </a:solidFill>
                <a:latin typeface="Lato"/>
                <a:ea typeface="Lato"/>
                <a:cs typeface="Lato"/>
                <a:sym typeface="Lato"/>
              </a:rPr>
              <a:t>T+6月</a:t>
            </a:r>
            <a:endParaRPr b="0" i="0" sz="1117" u="sng" cap="none" strike="noStrike">
              <a:solidFill>
                <a:srgbClr val="063C67"/>
              </a:solidFill>
              <a:latin typeface="Lato"/>
              <a:ea typeface="Lato"/>
              <a:cs typeface="Lato"/>
              <a:sym typeface="Lato"/>
            </a:endParaRPr>
          </a:p>
        </p:txBody>
      </p:sp>
      <p:grpSp>
        <p:nvGrpSpPr>
          <p:cNvPr id="493" name="Google Shape;493;g3bb050f2e20_0_49"/>
          <p:cNvGrpSpPr/>
          <p:nvPr/>
        </p:nvGrpSpPr>
        <p:grpSpPr>
          <a:xfrm>
            <a:off x="1599525" y="1893377"/>
            <a:ext cx="7202721" cy="273424"/>
            <a:chOff x="356566" y="5670887"/>
            <a:chExt cx="10354688" cy="396900"/>
          </a:xfrm>
        </p:grpSpPr>
        <p:grpSp>
          <p:nvGrpSpPr>
            <p:cNvPr id="494" name="Google Shape;494;g3bb050f2e20_0_49"/>
            <p:cNvGrpSpPr/>
            <p:nvPr/>
          </p:nvGrpSpPr>
          <p:grpSpPr>
            <a:xfrm>
              <a:off x="356566" y="5672592"/>
              <a:ext cx="10354688" cy="383871"/>
              <a:chOff x="581784" y="3811261"/>
              <a:chExt cx="7665029" cy="661049"/>
            </a:xfrm>
          </p:grpSpPr>
          <p:sp>
            <p:nvSpPr>
              <p:cNvPr id="495" name="Google Shape;495;g3bb050f2e20_0_49"/>
              <p:cNvSpPr/>
              <p:nvPr/>
            </p:nvSpPr>
            <p:spPr>
              <a:xfrm>
                <a:off x="581784" y="3811261"/>
                <a:ext cx="2760000" cy="655500"/>
              </a:xfrm>
              <a:prstGeom prst="rightArrow">
                <a:avLst>
                  <a:gd fmla="val 100000" name="adj1"/>
                  <a:gd fmla="val 13529" name="adj2"/>
                </a:avLst>
              </a:prstGeom>
              <a:solidFill>
                <a:srgbClr val="AEE0E8"/>
              </a:solidFill>
              <a:ln>
                <a:noFill/>
              </a:ln>
              <a:effectLst>
                <a:outerShdw rotWithShape="0" dir="5400000" dist="19859">
                  <a:srgbClr val="000000">
                    <a:alpha val="36078"/>
                  </a:srgbClr>
                </a:outerShdw>
              </a:effectLst>
            </p:spPr>
            <p:txBody>
              <a:bodyPr anchorCtr="0" anchor="ctr" bIns="45350" lIns="90750" spcFirstLastPara="1" rIns="90750" wrap="square" tIns="45350">
                <a:noAutofit/>
              </a:bodyPr>
              <a:lstStyle/>
              <a:p>
                <a:pPr indent="0" lvl="0" marL="0" marR="0" rtl="0" algn="ctr">
                  <a:lnSpc>
                    <a:spcPct val="100000"/>
                  </a:lnSpc>
                  <a:spcBef>
                    <a:spcPts val="0"/>
                  </a:spcBef>
                  <a:spcAft>
                    <a:spcPts val="0"/>
                  </a:spcAft>
                  <a:buClr>
                    <a:srgbClr val="FFFFFF"/>
                  </a:buClr>
                  <a:buSzPts val="1043"/>
                  <a:buFont typeface="Calibri"/>
                  <a:buNone/>
                </a:pPr>
                <a:r>
                  <a:rPr b="1" i="0" lang="vi" sz="1042" u="none" cap="none" strike="noStrike">
                    <a:solidFill>
                      <a:srgbClr val="063C67"/>
                    </a:solidFill>
                    <a:latin typeface="Lato"/>
                    <a:ea typeface="Lato"/>
                    <a:cs typeface="Lato"/>
                    <a:sym typeface="Lato"/>
                  </a:rPr>
                  <a:t>Knowledge Transfer</a:t>
                </a:r>
                <a:endParaRPr b="0" i="0" sz="1414" u="none" cap="none" strike="noStrike">
                  <a:solidFill>
                    <a:srgbClr val="063C67"/>
                  </a:solidFill>
                  <a:latin typeface="Lato"/>
                  <a:ea typeface="Lato"/>
                  <a:cs typeface="Lato"/>
                  <a:sym typeface="Lato"/>
                </a:endParaRPr>
              </a:p>
            </p:txBody>
          </p:sp>
          <p:sp>
            <p:nvSpPr>
              <p:cNvPr id="496" name="Google Shape;496;g3bb050f2e20_0_49"/>
              <p:cNvSpPr/>
              <p:nvPr/>
            </p:nvSpPr>
            <p:spPr>
              <a:xfrm>
                <a:off x="6026213" y="3813510"/>
                <a:ext cx="2220600" cy="658800"/>
              </a:xfrm>
              <a:prstGeom prst="rightArrow">
                <a:avLst>
                  <a:gd fmla="val 100000" name="adj1"/>
                  <a:gd fmla="val 13529" name="adj2"/>
                </a:avLst>
              </a:prstGeom>
              <a:solidFill>
                <a:srgbClr val="063C67"/>
              </a:solidFill>
              <a:ln>
                <a:noFill/>
              </a:ln>
              <a:effectLst>
                <a:outerShdw rotWithShape="0" dir="5400000" dist="19859">
                  <a:srgbClr val="000000">
                    <a:alpha val="36078"/>
                  </a:srgbClr>
                </a:outerShdw>
              </a:effectLst>
            </p:spPr>
            <p:txBody>
              <a:bodyPr anchorCtr="0" anchor="ctr" bIns="45350" lIns="90750" spcFirstLastPara="1" rIns="90750" wrap="square" tIns="45350">
                <a:noAutofit/>
              </a:bodyPr>
              <a:lstStyle/>
              <a:p>
                <a:pPr indent="0" lvl="0" marL="0" marR="0" rtl="0" algn="ctr">
                  <a:lnSpc>
                    <a:spcPct val="100000"/>
                  </a:lnSpc>
                  <a:spcBef>
                    <a:spcPts val="0"/>
                  </a:spcBef>
                  <a:spcAft>
                    <a:spcPts val="0"/>
                  </a:spcAft>
                  <a:buClr>
                    <a:srgbClr val="FFFFFF"/>
                  </a:buClr>
                  <a:buSzPts val="1043"/>
                  <a:buFont typeface="Calibri"/>
                  <a:buNone/>
                </a:pPr>
                <a:r>
                  <a:rPr b="1" i="0" lang="vi" sz="1042" u="none" cap="none" strike="noStrike">
                    <a:solidFill>
                      <a:srgbClr val="FFFFFF"/>
                    </a:solidFill>
                    <a:latin typeface="Calibri"/>
                    <a:ea typeface="Calibri"/>
                    <a:cs typeface="Calibri"/>
                    <a:sym typeface="Calibri"/>
                  </a:rPr>
                  <a:t>Scalable Operation &amp; Optimization</a:t>
                </a:r>
                <a:endParaRPr b="0" i="0" sz="1414" u="none" cap="none" strike="noStrike">
                  <a:solidFill>
                    <a:srgbClr val="000000"/>
                  </a:solidFill>
                  <a:latin typeface="Arial"/>
                  <a:ea typeface="Arial"/>
                  <a:cs typeface="Arial"/>
                  <a:sym typeface="Arial"/>
                </a:endParaRPr>
              </a:p>
            </p:txBody>
          </p:sp>
        </p:grpSp>
        <p:sp>
          <p:nvSpPr>
            <p:cNvPr id="497" name="Google Shape;497;g3bb050f2e20_0_49"/>
            <p:cNvSpPr/>
            <p:nvPr/>
          </p:nvSpPr>
          <p:spPr>
            <a:xfrm>
              <a:off x="4132587" y="5670887"/>
              <a:ext cx="3531300" cy="396900"/>
            </a:xfrm>
            <a:prstGeom prst="rightArrow">
              <a:avLst>
                <a:gd fmla="val 100000" name="adj1"/>
                <a:gd fmla="val 13529" name="adj2"/>
              </a:avLst>
            </a:prstGeom>
            <a:solidFill>
              <a:srgbClr val="0093D6"/>
            </a:solidFill>
            <a:ln>
              <a:noFill/>
            </a:ln>
            <a:effectLst>
              <a:outerShdw rotWithShape="0" dir="5400000" dist="19859">
                <a:srgbClr val="000000">
                  <a:alpha val="36078"/>
                </a:srgbClr>
              </a:outerShdw>
            </a:effectLst>
          </p:spPr>
          <p:txBody>
            <a:bodyPr anchorCtr="0" anchor="ctr" bIns="45350" lIns="90750" spcFirstLastPara="1" rIns="90750" wrap="square" tIns="45350">
              <a:noAutofit/>
            </a:bodyPr>
            <a:lstStyle/>
            <a:p>
              <a:pPr indent="0" lvl="0" marL="0" marR="0" rtl="0" algn="ctr">
                <a:lnSpc>
                  <a:spcPct val="100000"/>
                </a:lnSpc>
                <a:spcBef>
                  <a:spcPts val="0"/>
                </a:spcBef>
                <a:spcAft>
                  <a:spcPts val="0"/>
                </a:spcAft>
                <a:buClr>
                  <a:srgbClr val="FFFFFF"/>
                </a:buClr>
                <a:buSzPts val="1043"/>
                <a:buFont typeface="Calibri"/>
                <a:buNone/>
              </a:pPr>
              <a:r>
                <a:rPr b="1" i="0" lang="vi" sz="1042" u="none" cap="none" strike="noStrike">
                  <a:solidFill>
                    <a:srgbClr val="FFFFFF"/>
                  </a:solidFill>
                  <a:latin typeface="Calibri"/>
                  <a:ea typeface="Calibri"/>
                  <a:cs typeface="Calibri"/>
                  <a:sym typeface="Calibri"/>
                </a:rPr>
                <a:t>Implementation (Outcome-Based Execution)</a:t>
              </a:r>
              <a:endParaRPr b="1" i="0" sz="1042" u="none" cap="none" strike="noStrike">
                <a:solidFill>
                  <a:srgbClr val="FFFFFF"/>
                </a:solidFill>
                <a:latin typeface="Calibri"/>
                <a:ea typeface="Calibri"/>
                <a:cs typeface="Calibri"/>
                <a:sym typeface="Calibri"/>
              </a:endParaRPr>
            </a:p>
          </p:txBody>
        </p:sp>
      </p:grpSp>
      <p:sp>
        <p:nvSpPr>
          <p:cNvPr id="498" name="Google Shape;498;g3bb050f2e20_0_49"/>
          <p:cNvSpPr txBox="1"/>
          <p:nvPr/>
        </p:nvSpPr>
        <p:spPr>
          <a:xfrm>
            <a:off x="4141224" y="2250398"/>
            <a:ext cx="2287200" cy="3687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自律運用・最適化</a:t>
            </a:r>
            <a:endParaRPr b="0" i="0" sz="900" u="none" cap="none" strike="noStrike">
              <a:solidFill>
                <a:srgbClr val="063C67"/>
              </a:solidFill>
              <a:latin typeface="Lato"/>
              <a:ea typeface="Lato"/>
              <a:cs typeface="Lato"/>
              <a:sym typeface="Lato"/>
            </a:endParaRPr>
          </a:p>
        </p:txBody>
      </p:sp>
      <p:cxnSp>
        <p:nvCxnSpPr>
          <p:cNvPr id="499" name="Google Shape;499;g3bb050f2e20_0_49"/>
          <p:cNvCxnSpPr/>
          <p:nvPr/>
        </p:nvCxnSpPr>
        <p:spPr>
          <a:xfrm>
            <a:off x="4209589" y="2250399"/>
            <a:ext cx="0" cy="2504700"/>
          </a:xfrm>
          <a:prstGeom prst="straightConnector1">
            <a:avLst/>
          </a:prstGeom>
          <a:noFill/>
          <a:ln cap="flat" cmpd="sng" w="9525">
            <a:solidFill>
              <a:srgbClr val="4472C4"/>
            </a:solidFill>
            <a:prstDash val="lgDashDot"/>
            <a:miter lim="800000"/>
            <a:headEnd len="sm" w="sm" type="none"/>
            <a:tailEnd len="sm" w="sm" type="none"/>
          </a:ln>
        </p:spPr>
      </p:cxnSp>
      <p:cxnSp>
        <p:nvCxnSpPr>
          <p:cNvPr id="500" name="Google Shape;500;g3bb050f2e20_0_49"/>
          <p:cNvCxnSpPr/>
          <p:nvPr/>
        </p:nvCxnSpPr>
        <p:spPr>
          <a:xfrm>
            <a:off x="1546584" y="2765641"/>
            <a:ext cx="7256100" cy="0"/>
          </a:xfrm>
          <a:prstGeom prst="straightConnector1">
            <a:avLst/>
          </a:prstGeom>
          <a:noFill/>
          <a:ln cap="flat" cmpd="sng" w="9525">
            <a:solidFill>
              <a:srgbClr val="858591"/>
            </a:solidFill>
            <a:prstDash val="lgDash"/>
            <a:round/>
            <a:headEnd len="sm" w="sm" type="none"/>
            <a:tailEnd len="sm" w="sm" type="none"/>
          </a:ln>
        </p:spPr>
      </p:cxnSp>
      <p:sp>
        <p:nvSpPr>
          <p:cNvPr id="501" name="Google Shape;501;g3bb050f2e20_0_49"/>
          <p:cNvSpPr txBox="1"/>
          <p:nvPr/>
        </p:nvSpPr>
        <p:spPr>
          <a:xfrm>
            <a:off x="293652" y="2260633"/>
            <a:ext cx="1050600" cy="276000"/>
          </a:xfrm>
          <a:prstGeom prst="rect">
            <a:avLst/>
          </a:prstGeom>
          <a:solidFill>
            <a:srgbClr val="7ECBEE"/>
          </a:solidFill>
          <a:ln>
            <a:noFill/>
          </a:ln>
        </p:spPr>
        <p:txBody>
          <a:bodyPr anchorCtr="0" anchor="t" bIns="68075" lIns="68075" spcFirstLastPara="1" rIns="68075" wrap="square" tIns="68075">
            <a:spAutoFit/>
          </a:bodyPr>
          <a:lstStyle/>
          <a:p>
            <a:pPr indent="0" lvl="0" marL="0" marR="38371" rtl="0" algn="just">
              <a:lnSpc>
                <a:spcPct val="100000"/>
              </a:lnSpc>
              <a:spcBef>
                <a:spcPts val="149"/>
              </a:spcBef>
              <a:spcAft>
                <a:spcPts val="298"/>
              </a:spcAft>
              <a:buClr>
                <a:srgbClr val="000000"/>
              </a:buClr>
              <a:buSzPts val="1415"/>
              <a:buFont typeface="Arial"/>
              <a:buNone/>
            </a:pPr>
            <a:r>
              <a:rPr b="1" i="0" lang="vi" sz="900" u="none" cap="none" strike="noStrike">
                <a:solidFill>
                  <a:srgbClr val="063C67"/>
                </a:solidFill>
                <a:latin typeface="Lato"/>
                <a:ea typeface="Lato"/>
                <a:cs typeface="Lato"/>
                <a:sym typeface="Lato"/>
              </a:rPr>
              <a:t>目的</a:t>
            </a:r>
            <a:endParaRPr b="1" i="0" sz="900" u="none" cap="none" strike="noStrike">
              <a:solidFill>
                <a:srgbClr val="063C67"/>
              </a:solidFill>
              <a:latin typeface="Lato"/>
              <a:ea typeface="Lato"/>
              <a:cs typeface="Lato"/>
              <a:sym typeface="Lato"/>
            </a:endParaRPr>
          </a:p>
        </p:txBody>
      </p:sp>
      <p:sp>
        <p:nvSpPr>
          <p:cNvPr id="502" name="Google Shape;502;g3bb050f2e20_0_49"/>
          <p:cNvSpPr txBox="1"/>
          <p:nvPr/>
        </p:nvSpPr>
        <p:spPr>
          <a:xfrm>
            <a:off x="1338813" y="2892611"/>
            <a:ext cx="2742600" cy="5073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現状理解と整合</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ナレッジ移転とプロセス定義</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パイロット実行</a:t>
            </a:r>
            <a:endParaRPr b="0" i="0" sz="900" u="none" cap="none" strike="noStrike">
              <a:solidFill>
                <a:srgbClr val="063C67"/>
              </a:solidFill>
              <a:latin typeface="Lato"/>
              <a:ea typeface="Lato"/>
              <a:cs typeface="Lato"/>
              <a:sym typeface="Lato"/>
            </a:endParaRPr>
          </a:p>
        </p:txBody>
      </p:sp>
      <p:sp>
        <p:nvSpPr>
          <p:cNvPr id="503" name="Google Shape;503;g3bb050f2e20_0_49"/>
          <p:cNvSpPr txBox="1"/>
          <p:nvPr/>
        </p:nvSpPr>
        <p:spPr>
          <a:xfrm>
            <a:off x="4138567" y="2911304"/>
            <a:ext cx="2456400" cy="5073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本稼働実行</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extLst>
                  <a:ext uri="http://customooxmlschemas.google.com/">
                    <go:slidesCustomData xmlns:go="http://customooxmlschemas.google.com/" textRoundtripDataId="1"/>
                  </a:ext>
                </a:extLst>
              </a:rPr>
              <a:t>SLA/KPI運用開始</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顧客への引継ぎ</a:t>
            </a:r>
            <a:endParaRPr b="0" i="0" sz="900" u="none" cap="none" strike="noStrike">
              <a:solidFill>
                <a:srgbClr val="063C67"/>
              </a:solidFill>
              <a:latin typeface="Lato"/>
              <a:ea typeface="Lato"/>
              <a:cs typeface="Lato"/>
              <a:sym typeface="Lato"/>
            </a:endParaRPr>
          </a:p>
        </p:txBody>
      </p:sp>
      <p:sp>
        <p:nvSpPr>
          <p:cNvPr id="504" name="Google Shape;504;g3bb050f2e20_0_49"/>
          <p:cNvSpPr txBox="1"/>
          <p:nvPr/>
        </p:nvSpPr>
        <p:spPr>
          <a:xfrm>
            <a:off x="288316" y="2961518"/>
            <a:ext cx="1050600" cy="276000"/>
          </a:xfrm>
          <a:prstGeom prst="rect">
            <a:avLst/>
          </a:prstGeom>
          <a:solidFill>
            <a:srgbClr val="7ECBEE"/>
          </a:solidFill>
          <a:ln>
            <a:noFill/>
          </a:ln>
        </p:spPr>
        <p:txBody>
          <a:bodyPr anchorCtr="0" anchor="t" bIns="68075" lIns="68075" spcFirstLastPara="1" rIns="68075" wrap="square" tIns="68075">
            <a:spAutoFit/>
          </a:bodyPr>
          <a:lstStyle/>
          <a:p>
            <a:pPr indent="0" lvl="0" marL="0" marR="38371" rtl="0" algn="just">
              <a:lnSpc>
                <a:spcPct val="100000"/>
              </a:lnSpc>
              <a:spcBef>
                <a:spcPts val="149"/>
              </a:spcBef>
              <a:spcAft>
                <a:spcPts val="298"/>
              </a:spcAft>
              <a:buClr>
                <a:srgbClr val="000000"/>
              </a:buClr>
              <a:buSzPts val="1415"/>
              <a:buFont typeface="Arial"/>
              <a:buNone/>
            </a:pPr>
            <a:r>
              <a:rPr b="1" i="0" lang="vi" sz="900" u="none" cap="none" strike="noStrike">
                <a:solidFill>
                  <a:srgbClr val="063C67"/>
                </a:solidFill>
                <a:latin typeface="Lato"/>
                <a:ea typeface="Lato"/>
                <a:cs typeface="Lato"/>
                <a:sym typeface="Lato"/>
              </a:rPr>
              <a:t>主要活動</a:t>
            </a:r>
            <a:endParaRPr b="1" i="0" sz="900" u="none" cap="none" strike="noStrike">
              <a:solidFill>
                <a:srgbClr val="063C67"/>
              </a:solidFill>
              <a:latin typeface="Lato"/>
              <a:ea typeface="Lato"/>
              <a:cs typeface="Lato"/>
              <a:sym typeface="Lato"/>
            </a:endParaRPr>
          </a:p>
        </p:txBody>
      </p:sp>
      <p:cxnSp>
        <p:nvCxnSpPr>
          <p:cNvPr id="505" name="Google Shape;505;g3bb050f2e20_0_49"/>
          <p:cNvCxnSpPr/>
          <p:nvPr/>
        </p:nvCxnSpPr>
        <p:spPr>
          <a:xfrm>
            <a:off x="1543495" y="3461117"/>
            <a:ext cx="7259400" cy="0"/>
          </a:xfrm>
          <a:prstGeom prst="straightConnector1">
            <a:avLst/>
          </a:prstGeom>
          <a:noFill/>
          <a:ln cap="flat" cmpd="sng" w="9525">
            <a:solidFill>
              <a:srgbClr val="858591"/>
            </a:solidFill>
            <a:prstDash val="lgDash"/>
            <a:round/>
            <a:headEnd len="sm" w="sm" type="none"/>
            <a:tailEnd len="sm" w="sm" type="none"/>
          </a:ln>
        </p:spPr>
      </p:cxnSp>
      <p:sp>
        <p:nvSpPr>
          <p:cNvPr id="506" name="Google Shape;506;g3bb050f2e20_0_49"/>
          <p:cNvSpPr txBox="1"/>
          <p:nvPr/>
        </p:nvSpPr>
        <p:spPr>
          <a:xfrm>
            <a:off x="1340877" y="3570618"/>
            <a:ext cx="2742600" cy="6456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ナレッジベース・プロセス文書</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移行計画</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SLA/KPI枠組み案</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パイロット報告書</a:t>
            </a:r>
            <a:endParaRPr b="0" i="0" sz="900" u="none" cap="none" strike="noStrike">
              <a:solidFill>
                <a:srgbClr val="063C67"/>
              </a:solidFill>
              <a:latin typeface="Lato"/>
              <a:ea typeface="Lato"/>
              <a:cs typeface="Lato"/>
              <a:sym typeface="Lato"/>
            </a:endParaRPr>
          </a:p>
        </p:txBody>
      </p:sp>
      <p:sp>
        <p:nvSpPr>
          <p:cNvPr id="507" name="Google Shape;507;g3bb050f2e20_0_49"/>
          <p:cNvSpPr txBox="1"/>
          <p:nvPr/>
        </p:nvSpPr>
        <p:spPr>
          <a:xfrm>
            <a:off x="4140813" y="3589315"/>
            <a:ext cx="2456400" cy="5073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オンボーディングパッケージ</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週次報告書</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KPIダッシュボード</a:t>
            </a:r>
            <a:endParaRPr b="0" i="0" sz="900" u="none" cap="none" strike="noStrike">
              <a:solidFill>
                <a:srgbClr val="063C67"/>
              </a:solidFill>
              <a:latin typeface="Lato"/>
              <a:ea typeface="Lato"/>
              <a:cs typeface="Lato"/>
              <a:sym typeface="Lato"/>
            </a:endParaRPr>
          </a:p>
        </p:txBody>
      </p:sp>
      <p:sp>
        <p:nvSpPr>
          <p:cNvPr id="508" name="Google Shape;508;g3bb050f2e20_0_49"/>
          <p:cNvSpPr txBox="1"/>
          <p:nvPr/>
        </p:nvSpPr>
        <p:spPr>
          <a:xfrm>
            <a:off x="290563" y="3617003"/>
            <a:ext cx="1050600" cy="276000"/>
          </a:xfrm>
          <a:prstGeom prst="rect">
            <a:avLst/>
          </a:prstGeom>
          <a:solidFill>
            <a:srgbClr val="7ECBEE"/>
          </a:solidFill>
          <a:ln>
            <a:noFill/>
          </a:ln>
        </p:spPr>
        <p:txBody>
          <a:bodyPr anchorCtr="0" anchor="t" bIns="68075" lIns="68075" spcFirstLastPara="1" rIns="68075" wrap="square" tIns="68075">
            <a:spAutoFit/>
          </a:bodyPr>
          <a:lstStyle/>
          <a:p>
            <a:pPr indent="0" lvl="0" marL="0" marR="38371" rtl="0" algn="just">
              <a:lnSpc>
                <a:spcPct val="100000"/>
              </a:lnSpc>
              <a:spcBef>
                <a:spcPts val="149"/>
              </a:spcBef>
              <a:spcAft>
                <a:spcPts val="298"/>
              </a:spcAft>
              <a:buClr>
                <a:srgbClr val="000000"/>
              </a:buClr>
              <a:buSzPts val="1415"/>
              <a:buFont typeface="Arial"/>
              <a:buNone/>
            </a:pPr>
            <a:r>
              <a:rPr b="1" i="0" lang="vi" sz="900" u="none" cap="none" strike="noStrike">
                <a:solidFill>
                  <a:srgbClr val="063C67"/>
                </a:solidFill>
                <a:latin typeface="Lato"/>
                <a:ea typeface="Lato"/>
                <a:cs typeface="Lato"/>
                <a:sym typeface="Lato"/>
              </a:rPr>
              <a:t>主要成果物</a:t>
            </a:r>
            <a:endParaRPr b="1" i="0" sz="900" u="none" cap="none" strike="noStrike">
              <a:solidFill>
                <a:srgbClr val="063C67"/>
              </a:solidFill>
              <a:latin typeface="Lato"/>
              <a:ea typeface="Lato"/>
              <a:cs typeface="Lato"/>
              <a:sym typeface="Lato"/>
            </a:endParaRPr>
          </a:p>
        </p:txBody>
      </p:sp>
      <p:sp>
        <p:nvSpPr>
          <p:cNvPr id="509" name="Google Shape;509;g3bb050f2e20_0_49"/>
          <p:cNvSpPr txBox="1"/>
          <p:nvPr/>
        </p:nvSpPr>
        <p:spPr>
          <a:xfrm>
            <a:off x="6611273" y="2862570"/>
            <a:ext cx="2020800" cy="5073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 リソース追加</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 パフォーマンス最適化</a:t>
            </a:r>
            <a:endParaRPr b="0" i="0" sz="900" u="none" cap="none" strike="noStrike">
              <a:solidFill>
                <a:srgbClr val="063C67"/>
              </a:solidFill>
              <a:latin typeface="Lato"/>
              <a:ea typeface="Lato"/>
              <a:cs typeface="Lato"/>
              <a:sym typeface="Lato"/>
            </a:endParaRPr>
          </a:p>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 コスト最適化</a:t>
            </a:r>
            <a:endParaRPr b="0" i="0" sz="900" u="none" cap="none" strike="noStrike">
              <a:solidFill>
                <a:srgbClr val="063C67"/>
              </a:solidFill>
              <a:latin typeface="Lato"/>
              <a:ea typeface="Lato"/>
              <a:cs typeface="Lato"/>
              <a:sym typeface="Lato"/>
            </a:endParaRPr>
          </a:p>
        </p:txBody>
      </p:sp>
      <p:sp>
        <p:nvSpPr>
          <p:cNvPr id="510" name="Google Shape;510;g3bb050f2e20_0_49"/>
          <p:cNvSpPr txBox="1"/>
          <p:nvPr/>
        </p:nvSpPr>
        <p:spPr>
          <a:xfrm>
            <a:off x="6613121" y="3540582"/>
            <a:ext cx="2020800" cy="5073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 リソース準備報告書
• 月次パフォーマンス</a:t>
            </a:r>
            <a:endParaRPr b="0" i="0" sz="900" u="none" cap="none" strike="noStrike">
              <a:solidFill>
                <a:srgbClr val="063C67"/>
              </a:solidFill>
              <a:latin typeface="Lato"/>
              <a:ea typeface="Lato"/>
              <a:cs typeface="Lato"/>
              <a:sym typeface="Lato"/>
            </a:endParaRPr>
          </a:p>
        </p:txBody>
      </p:sp>
      <p:sp>
        <p:nvSpPr>
          <p:cNvPr id="511" name="Google Shape;511;g3bb050f2e20_0_49"/>
          <p:cNvSpPr txBox="1"/>
          <p:nvPr/>
        </p:nvSpPr>
        <p:spPr>
          <a:xfrm>
            <a:off x="1343102" y="4286175"/>
            <a:ext cx="2742600" cy="2301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 移行マイルストーン
• パイロットKPI
• リスク管理台帳</a:t>
            </a:r>
            <a:endParaRPr b="0" i="0" sz="900" u="none" cap="none" strike="noStrike">
              <a:solidFill>
                <a:srgbClr val="063C67"/>
              </a:solidFill>
              <a:latin typeface="Lato"/>
              <a:ea typeface="Lato"/>
              <a:cs typeface="Lato"/>
              <a:sym typeface="Lato"/>
            </a:endParaRPr>
          </a:p>
        </p:txBody>
      </p:sp>
      <p:sp>
        <p:nvSpPr>
          <p:cNvPr id="512" name="Google Shape;512;g3bb050f2e20_0_49"/>
          <p:cNvSpPr txBox="1"/>
          <p:nvPr/>
        </p:nvSpPr>
        <p:spPr>
          <a:xfrm>
            <a:off x="4143038" y="4304872"/>
            <a:ext cx="2456400" cy="3687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 SLA達成率
• オンボーディングLT
• 顧客満足度</a:t>
            </a:r>
            <a:endParaRPr b="0" i="0" sz="900" u="none" cap="none" strike="noStrike">
              <a:solidFill>
                <a:srgbClr val="063C67"/>
              </a:solidFill>
              <a:latin typeface="Lato"/>
              <a:ea typeface="Lato"/>
              <a:cs typeface="Lato"/>
              <a:sym typeface="Lato"/>
            </a:endParaRPr>
          </a:p>
        </p:txBody>
      </p:sp>
      <p:sp>
        <p:nvSpPr>
          <p:cNvPr id="513" name="Google Shape;513;g3bb050f2e20_0_49"/>
          <p:cNvSpPr txBox="1"/>
          <p:nvPr/>
        </p:nvSpPr>
        <p:spPr>
          <a:xfrm>
            <a:off x="292787" y="4332560"/>
            <a:ext cx="1050600" cy="414600"/>
          </a:xfrm>
          <a:prstGeom prst="rect">
            <a:avLst/>
          </a:prstGeom>
          <a:solidFill>
            <a:srgbClr val="7ECBEE"/>
          </a:solidFill>
          <a:ln>
            <a:noFill/>
          </a:ln>
        </p:spPr>
        <p:txBody>
          <a:bodyPr anchorCtr="0" anchor="t" bIns="68075" lIns="68075" spcFirstLastPara="1" rIns="68075" wrap="square" tIns="68075">
            <a:spAutoFit/>
          </a:bodyPr>
          <a:lstStyle/>
          <a:p>
            <a:pPr indent="0" lvl="0" marL="0" marR="38371" rtl="0" algn="just">
              <a:lnSpc>
                <a:spcPct val="100000"/>
              </a:lnSpc>
              <a:spcBef>
                <a:spcPts val="149"/>
              </a:spcBef>
              <a:spcAft>
                <a:spcPts val="298"/>
              </a:spcAft>
              <a:buClr>
                <a:srgbClr val="000000"/>
              </a:buClr>
              <a:buSzPts val="1415"/>
              <a:buFont typeface="Arial"/>
              <a:buNone/>
            </a:pPr>
            <a:r>
              <a:rPr b="1" i="0" lang="vi" sz="900" u="none" cap="none" strike="noStrike">
                <a:solidFill>
                  <a:srgbClr val="063C67"/>
                </a:solidFill>
                <a:latin typeface="Lato"/>
                <a:ea typeface="Lato"/>
                <a:cs typeface="Lato"/>
                <a:sym typeface="Lato"/>
              </a:rPr>
              <a:t>ガバナンスとKPI</a:t>
            </a:r>
            <a:endParaRPr b="1" i="0" sz="900" u="none" cap="none" strike="noStrike">
              <a:solidFill>
                <a:srgbClr val="063C67"/>
              </a:solidFill>
              <a:latin typeface="Lato"/>
              <a:ea typeface="Lato"/>
              <a:cs typeface="Lato"/>
              <a:sym typeface="Lato"/>
            </a:endParaRPr>
          </a:p>
        </p:txBody>
      </p:sp>
      <p:sp>
        <p:nvSpPr>
          <p:cNvPr id="514" name="Google Shape;514;g3bb050f2e20_0_49"/>
          <p:cNvSpPr txBox="1"/>
          <p:nvPr/>
        </p:nvSpPr>
        <p:spPr>
          <a:xfrm>
            <a:off x="6615346" y="4256139"/>
            <a:ext cx="2020800" cy="368700"/>
          </a:xfrm>
          <a:prstGeom prst="rect">
            <a:avLst/>
          </a:prstGeom>
          <a:noFill/>
          <a:ln>
            <a:noFill/>
          </a:ln>
        </p:spPr>
        <p:txBody>
          <a:bodyPr anchorCtr="0" anchor="t" bIns="45350" lIns="90750" spcFirstLastPara="1" rIns="90750" wrap="square" tIns="45350">
            <a:spAutoFit/>
          </a:bodyPr>
          <a:lstStyle/>
          <a:p>
            <a:pPr indent="-227389" lvl="0" marL="340479" marR="0" rtl="0" algn="l">
              <a:lnSpc>
                <a:spcPct val="100000"/>
              </a:lnSpc>
              <a:spcBef>
                <a:spcPts val="0"/>
              </a:spcBef>
              <a:spcAft>
                <a:spcPts val="0"/>
              </a:spcAft>
              <a:buClr>
                <a:srgbClr val="063C67"/>
              </a:buClr>
              <a:buSzPts val="900"/>
              <a:buFont typeface="Lato"/>
              <a:buChar char="•"/>
            </a:pPr>
            <a:r>
              <a:rPr b="0" i="0" lang="vi" sz="900" u="none" cap="none" strike="noStrike">
                <a:solidFill>
                  <a:srgbClr val="063C67"/>
                </a:solidFill>
                <a:latin typeface="Lato"/>
                <a:ea typeface="Lato"/>
                <a:cs typeface="Lato"/>
                <a:sym typeface="Lato"/>
              </a:rPr>
              <a:t>• 生産性指標
• 品質メトリクス
• 稼働率</a:t>
            </a:r>
            <a:endParaRPr b="0" i="0" sz="900" u="none" cap="none" strike="noStrike">
              <a:solidFill>
                <a:srgbClr val="063C67"/>
              </a:solidFill>
              <a:latin typeface="Lato"/>
              <a:ea typeface="Lato"/>
              <a:cs typeface="Lato"/>
              <a:sym typeface="Lato"/>
            </a:endParaRPr>
          </a:p>
        </p:txBody>
      </p:sp>
      <p:cxnSp>
        <p:nvCxnSpPr>
          <p:cNvPr id="515" name="Google Shape;515;g3bb050f2e20_0_49"/>
          <p:cNvCxnSpPr/>
          <p:nvPr/>
        </p:nvCxnSpPr>
        <p:spPr>
          <a:xfrm>
            <a:off x="1538211" y="4747116"/>
            <a:ext cx="7259400" cy="0"/>
          </a:xfrm>
          <a:prstGeom prst="straightConnector1">
            <a:avLst/>
          </a:prstGeom>
          <a:noFill/>
          <a:ln cap="flat" cmpd="sng" w="9525">
            <a:solidFill>
              <a:srgbClr val="858591"/>
            </a:solidFill>
            <a:prstDash val="lgDash"/>
            <a:round/>
            <a:headEnd len="sm" w="sm" type="none"/>
            <a:tailEnd len="sm" w="sm" type="none"/>
          </a:ln>
        </p:spPr>
      </p:cxnSp>
      <p:sp>
        <p:nvSpPr>
          <p:cNvPr id="516" name="Google Shape;516;g3bb050f2e20_0_49"/>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bb050f2e20_0_7"/>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ランプアップ計画</a:t>
            </a:r>
            <a:endParaRPr sz="1100">
              <a:latin typeface="Chakra Petch"/>
              <a:ea typeface="Chakra Petch"/>
              <a:cs typeface="Chakra Petch"/>
              <a:sym typeface="Chakra Petch"/>
            </a:endParaRPr>
          </a:p>
        </p:txBody>
      </p:sp>
      <p:sp>
        <p:nvSpPr>
          <p:cNvPr id="523" name="Google Shape;523;g3bb050f2e20_0_7"/>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2</a:t>
            </a:r>
            <a:r>
              <a:rPr b="1" lang="vi" sz="2000">
                <a:latin typeface="Chakra Petch"/>
                <a:ea typeface="Chakra Petch"/>
                <a:cs typeface="Chakra Petch"/>
                <a:sym typeface="Chakra Petch"/>
              </a:rPr>
              <a:t>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提案ソリューション| ロードマップ</a:t>
            </a:r>
            <a:endParaRPr b="1" sz="2000">
              <a:latin typeface="Chakra Petch"/>
              <a:ea typeface="Chakra Petch"/>
              <a:cs typeface="Chakra Petch"/>
              <a:sym typeface="Chakra Petch"/>
            </a:endParaRPr>
          </a:p>
        </p:txBody>
      </p:sp>
      <p:sp>
        <p:nvSpPr>
          <p:cNvPr id="524" name="Google Shape;524;g3bb050f2e20_0_7"/>
          <p:cNvSpPr/>
          <p:nvPr/>
        </p:nvSpPr>
        <p:spPr>
          <a:xfrm>
            <a:off x="83374" y="741100"/>
            <a:ext cx="627500" cy="4402400"/>
          </a:xfrm>
          <a:prstGeom prst="flowChartProcess">
            <a:avLst/>
          </a:prstGeom>
          <a:solidFill>
            <a:srgbClr val="CCEAF8"/>
          </a:solidFill>
          <a:ln>
            <a:noFill/>
          </a:ln>
        </p:spPr>
        <p:txBody>
          <a:bodyPr anchorCtr="0" anchor="ctr" bIns="34175" lIns="68425" spcFirstLastPara="1" rIns="68425" wrap="square" tIns="34175">
            <a:noAutofit/>
          </a:bodyPr>
          <a:lstStyle/>
          <a:p>
            <a:pPr indent="0" lvl="0" marL="0" marR="0" rtl="0" algn="ctr">
              <a:lnSpc>
                <a:spcPct val="100000"/>
              </a:lnSpc>
              <a:spcBef>
                <a:spcPts val="0"/>
              </a:spcBef>
              <a:spcAft>
                <a:spcPts val="0"/>
              </a:spcAft>
              <a:buClr>
                <a:srgbClr val="000000"/>
              </a:buClr>
              <a:buSzPts val="1347"/>
              <a:buFont typeface="Arial"/>
              <a:buNone/>
            </a:pPr>
            <a:r>
              <a:t/>
            </a:r>
            <a:endParaRPr b="0" i="0" sz="1347" u="none" cap="none" strike="noStrike">
              <a:solidFill>
                <a:srgbClr val="FFFFFF"/>
              </a:solidFill>
              <a:latin typeface="Calibri"/>
              <a:ea typeface="Calibri"/>
              <a:cs typeface="Calibri"/>
              <a:sym typeface="Calibri"/>
            </a:endParaRPr>
          </a:p>
        </p:txBody>
      </p:sp>
      <p:sp>
        <p:nvSpPr>
          <p:cNvPr id="525" name="Google Shape;525;g3bb050f2e20_0_7"/>
          <p:cNvSpPr/>
          <p:nvPr/>
        </p:nvSpPr>
        <p:spPr>
          <a:xfrm>
            <a:off x="697484" y="4731960"/>
            <a:ext cx="8446442" cy="411540"/>
          </a:xfrm>
          <a:prstGeom prst="flowChartProcess">
            <a:avLst/>
          </a:prstGeom>
          <a:solidFill>
            <a:srgbClr val="CCEAF8"/>
          </a:solidFill>
          <a:ln>
            <a:noFill/>
          </a:ln>
        </p:spPr>
        <p:txBody>
          <a:bodyPr anchorCtr="0" anchor="ctr" bIns="34175" lIns="68425" spcFirstLastPara="1" rIns="68425" wrap="square" tIns="34175">
            <a:noAutofit/>
          </a:bodyPr>
          <a:lstStyle/>
          <a:p>
            <a:pPr indent="0" lvl="0" marL="0" marR="0" rtl="0" algn="ctr">
              <a:lnSpc>
                <a:spcPct val="100000"/>
              </a:lnSpc>
              <a:spcBef>
                <a:spcPts val="0"/>
              </a:spcBef>
              <a:spcAft>
                <a:spcPts val="0"/>
              </a:spcAft>
              <a:buClr>
                <a:srgbClr val="000000"/>
              </a:buClr>
              <a:buSzPts val="1347"/>
              <a:buFont typeface="Arial"/>
              <a:buNone/>
            </a:pPr>
            <a:r>
              <a:t/>
            </a:r>
            <a:endParaRPr b="0" i="0" sz="1347" u="none" cap="none" strike="noStrike">
              <a:solidFill>
                <a:srgbClr val="FFFFFF"/>
              </a:solidFill>
              <a:latin typeface="Calibri"/>
              <a:ea typeface="Calibri"/>
              <a:cs typeface="Calibri"/>
              <a:sym typeface="Calibri"/>
            </a:endParaRPr>
          </a:p>
        </p:txBody>
      </p:sp>
      <p:grpSp>
        <p:nvGrpSpPr>
          <p:cNvPr id="526" name="Google Shape;526;g3bb050f2e20_0_7"/>
          <p:cNvGrpSpPr/>
          <p:nvPr/>
        </p:nvGrpSpPr>
        <p:grpSpPr>
          <a:xfrm>
            <a:off x="710837" y="4032206"/>
            <a:ext cx="8432742" cy="1029202"/>
            <a:chOff x="922866" y="5373215"/>
            <a:chExt cx="11269200" cy="1375386"/>
          </a:xfrm>
        </p:grpSpPr>
        <p:sp>
          <p:nvSpPr>
            <p:cNvPr id="527" name="Google Shape;527;g3bb050f2e20_0_7"/>
            <p:cNvSpPr/>
            <p:nvPr/>
          </p:nvSpPr>
          <p:spPr>
            <a:xfrm>
              <a:off x="922866" y="5373215"/>
              <a:ext cx="11269200" cy="934800"/>
            </a:xfrm>
            <a:prstGeom prst="rect">
              <a:avLst/>
            </a:prstGeom>
            <a:solidFill>
              <a:srgbClr val="5B5B68"/>
            </a:solidFill>
            <a:ln>
              <a:noFill/>
            </a:ln>
          </p:spPr>
          <p:txBody>
            <a:bodyPr anchorCtr="0" anchor="ctr" bIns="34175" lIns="68425" spcFirstLastPara="1" rIns="68425" wrap="square" tIns="34175">
              <a:noAutofit/>
            </a:bodyPr>
            <a:lstStyle/>
            <a:p>
              <a:pPr indent="0" lvl="0" marL="0" marR="0" rtl="0" algn="ctr">
                <a:lnSpc>
                  <a:spcPct val="100000"/>
                </a:lnSpc>
                <a:spcBef>
                  <a:spcPts val="0"/>
                </a:spcBef>
                <a:spcAft>
                  <a:spcPts val="0"/>
                </a:spcAft>
                <a:buClr>
                  <a:srgbClr val="000000"/>
                </a:buClr>
                <a:buSzPts val="1347"/>
                <a:buFont typeface="Arial"/>
                <a:buNone/>
              </a:pPr>
              <a:r>
                <a:t/>
              </a:r>
              <a:endParaRPr b="0" i="0" sz="1347" u="none" cap="none" strike="noStrike">
                <a:solidFill>
                  <a:srgbClr val="FFFFFF"/>
                </a:solidFill>
                <a:latin typeface="Calibri"/>
                <a:ea typeface="Calibri"/>
                <a:cs typeface="Calibri"/>
                <a:sym typeface="Calibri"/>
              </a:endParaRPr>
            </a:p>
          </p:txBody>
        </p:sp>
        <p:sp>
          <p:nvSpPr>
            <p:cNvPr id="528" name="Google Shape;528;g3bb050f2e20_0_7"/>
            <p:cNvSpPr/>
            <p:nvPr/>
          </p:nvSpPr>
          <p:spPr>
            <a:xfrm rot="8579074">
              <a:off x="1365870" y="5985938"/>
              <a:ext cx="708602" cy="610922"/>
            </a:xfrm>
            <a:prstGeom prst="triangle">
              <a:avLst>
                <a:gd fmla="val 50000" name="adj"/>
              </a:avLst>
            </a:prstGeom>
            <a:solidFill>
              <a:srgbClr val="5B5B68"/>
            </a:solidFill>
            <a:ln>
              <a:noFill/>
            </a:ln>
          </p:spPr>
          <p:txBody>
            <a:bodyPr anchorCtr="0" anchor="ctr" bIns="34175" lIns="68425" spcFirstLastPara="1" rIns="68425" wrap="square" tIns="34175">
              <a:noAutofit/>
            </a:bodyPr>
            <a:lstStyle/>
            <a:p>
              <a:pPr indent="0" lvl="0" marL="0" marR="0" rtl="0" algn="ctr">
                <a:lnSpc>
                  <a:spcPct val="100000"/>
                </a:lnSpc>
                <a:spcBef>
                  <a:spcPts val="0"/>
                </a:spcBef>
                <a:spcAft>
                  <a:spcPts val="0"/>
                </a:spcAft>
                <a:buClr>
                  <a:srgbClr val="000000"/>
                </a:buClr>
                <a:buSzPts val="1347"/>
                <a:buFont typeface="Arial"/>
                <a:buNone/>
              </a:pPr>
              <a:r>
                <a:t/>
              </a:r>
              <a:endParaRPr b="0" i="0" sz="1347" u="none" cap="none" strike="noStrike">
                <a:solidFill>
                  <a:srgbClr val="FFFFFF"/>
                </a:solidFill>
                <a:latin typeface="Calibri"/>
                <a:ea typeface="Calibri"/>
                <a:cs typeface="Calibri"/>
                <a:sym typeface="Calibri"/>
              </a:endParaRPr>
            </a:p>
          </p:txBody>
        </p:sp>
      </p:grpSp>
      <p:grpSp>
        <p:nvGrpSpPr>
          <p:cNvPr id="529" name="Google Shape;529;g3bb050f2e20_0_7"/>
          <p:cNvGrpSpPr/>
          <p:nvPr/>
        </p:nvGrpSpPr>
        <p:grpSpPr>
          <a:xfrm>
            <a:off x="195862" y="4678435"/>
            <a:ext cx="342370" cy="268929"/>
            <a:chOff x="234673" y="6236811"/>
            <a:chExt cx="457531" cy="359386"/>
          </a:xfrm>
        </p:grpSpPr>
        <p:sp>
          <p:nvSpPr>
            <p:cNvPr id="530" name="Google Shape;530;g3bb050f2e20_0_7"/>
            <p:cNvSpPr/>
            <p:nvPr/>
          </p:nvSpPr>
          <p:spPr>
            <a:xfrm>
              <a:off x="379268" y="6236811"/>
              <a:ext cx="312936" cy="359386"/>
            </a:xfrm>
            <a:custGeom>
              <a:rect b="b" l="l" r="r" t="t"/>
              <a:pathLst>
                <a:path extrusionOk="0" h="3783013" w="3294063">
                  <a:moveTo>
                    <a:pt x="1621622" y="207963"/>
                  </a:moveTo>
                  <a:lnTo>
                    <a:pt x="1508875" y="213785"/>
                  </a:lnTo>
                  <a:lnTo>
                    <a:pt x="1397716" y="230722"/>
                  </a:lnTo>
                  <a:lnTo>
                    <a:pt x="1318316" y="251893"/>
                  </a:lnTo>
                  <a:lnTo>
                    <a:pt x="1268030" y="270417"/>
                  </a:lnTo>
                  <a:lnTo>
                    <a:pt x="1220390" y="293705"/>
                  </a:lnTo>
                  <a:lnTo>
                    <a:pt x="1174338" y="321227"/>
                  </a:lnTo>
                  <a:lnTo>
                    <a:pt x="1131992" y="354042"/>
                  </a:lnTo>
                  <a:lnTo>
                    <a:pt x="1092292" y="392679"/>
                  </a:lnTo>
                  <a:lnTo>
                    <a:pt x="1057356" y="437138"/>
                  </a:lnTo>
                  <a:lnTo>
                    <a:pt x="1026126" y="487418"/>
                  </a:lnTo>
                  <a:lnTo>
                    <a:pt x="1012363" y="515470"/>
                  </a:lnTo>
                  <a:lnTo>
                    <a:pt x="1001777" y="539287"/>
                  </a:lnTo>
                  <a:lnTo>
                    <a:pt x="982721" y="588509"/>
                  </a:lnTo>
                  <a:lnTo>
                    <a:pt x="959430" y="666312"/>
                  </a:lnTo>
                  <a:lnTo>
                    <a:pt x="939845" y="774284"/>
                  </a:lnTo>
                  <a:lnTo>
                    <a:pt x="931376" y="882784"/>
                  </a:lnTo>
                  <a:lnTo>
                    <a:pt x="932964" y="934124"/>
                  </a:lnTo>
                  <a:lnTo>
                    <a:pt x="939316" y="994461"/>
                  </a:lnTo>
                  <a:lnTo>
                    <a:pt x="953608" y="1090788"/>
                  </a:lnTo>
                  <a:lnTo>
                    <a:pt x="955196" y="1137893"/>
                  </a:lnTo>
                  <a:lnTo>
                    <a:pt x="953078" y="1167532"/>
                  </a:lnTo>
                  <a:lnTo>
                    <a:pt x="949902" y="1181823"/>
                  </a:lnTo>
                  <a:lnTo>
                    <a:pt x="946726" y="1195055"/>
                  </a:lnTo>
                  <a:lnTo>
                    <a:pt x="936669" y="1216225"/>
                  </a:lnTo>
                  <a:lnTo>
                    <a:pt x="922907" y="1233162"/>
                  </a:lnTo>
                  <a:lnTo>
                    <a:pt x="906497" y="1245865"/>
                  </a:lnTo>
                  <a:lnTo>
                    <a:pt x="887441" y="1254333"/>
                  </a:lnTo>
                  <a:lnTo>
                    <a:pt x="865739" y="1259626"/>
                  </a:lnTo>
                  <a:lnTo>
                    <a:pt x="832391" y="1261214"/>
                  </a:lnTo>
                  <a:lnTo>
                    <a:pt x="809101" y="1258038"/>
                  </a:lnTo>
                  <a:lnTo>
                    <a:pt x="803278" y="1274975"/>
                  </a:lnTo>
                  <a:lnTo>
                    <a:pt x="796397" y="1306731"/>
                  </a:lnTo>
                  <a:lnTo>
                    <a:pt x="795338" y="1337429"/>
                  </a:lnTo>
                  <a:lnTo>
                    <a:pt x="797455" y="1366009"/>
                  </a:lnTo>
                  <a:lnTo>
                    <a:pt x="806454" y="1407293"/>
                  </a:lnTo>
                  <a:lnTo>
                    <a:pt x="830803" y="1457573"/>
                  </a:lnTo>
                  <a:lnTo>
                    <a:pt x="864680" y="1504149"/>
                  </a:lnTo>
                  <a:lnTo>
                    <a:pt x="903321" y="1549137"/>
                  </a:lnTo>
                  <a:lnTo>
                    <a:pt x="965782" y="1613708"/>
                  </a:lnTo>
                  <a:lnTo>
                    <a:pt x="1004423" y="1658697"/>
                  </a:lnTo>
                  <a:lnTo>
                    <a:pt x="1015539" y="1672458"/>
                  </a:lnTo>
                  <a:lnTo>
                    <a:pt x="1033537" y="1703685"/>
                  </a:lnTo>
                  <a:lnTo>
                    <a:pt x="1055768" y="1753436"/>
                  </a:lnTo>
                  <a:lnTo>
                    <a:pt x="1080647" y="1823829"/>
                  </a:lnTo>
                  <a:lnTo>
                    <a:pt x="1109231" y="1893164"/>
                  </a:lnTo>
                  <a:lnTo>
                    <a:pt x="1127228" y="1924391"/>
                  </a:lnTo>
                  <a:lnTo>
                    <a:pt x="1148401" y="1956676"/>
                  </a:lnTo>
                  <a:lnTo>
                    <a:pt x="1185984" y="2002194"/>
                  </a:lnTo>
                  <a:lnTo>
                    <a:pt x="1213509" y="2029716"/>
                  </a:lnTo>
                  <a:lnTo>
                    <a:pt x="1227801" y="2041889"/>
                  </a:lnTo>
                  <a:lnTo>
                    <a:pt x="1258502" y="2064648"/>
                  </a:lnTo>
                  <a:lnTo>
                    <a:pt x="1304554" y="2099050"/>
                  </a:lnTo>
                  <a:lnTo>
                    <a:pt x="1330491" y="2127102"/>
                  </a:lnTo>
                  <a:lnTo>
                    <a:pt x="1340548" y="2144039"/>
                  </a:lnTo>
                  <a:lnTo>
                    <a:pt x="1345841" y="2155153"/>
                  </a:lnTo>
                  <a:lnTo>
                    <a:pt x="1351135" y="2181088"/>
                  </a:lnTo>
                  <a:lnTo>
                    <a:pt x="1352193" y="2222371"/>
                  </a:lnTo>
                  <a:lnTo>
                    <a:pt x="1352193" y="2248305"/>
                  </a:lnTo>
                  <a:lnTo>
                    <a:pt x="1352723" y="2282708"/>
                  </a:lnTo>
                  <a:lnTo>
                    <a:pt x="1357486" y="2361569"/>
                  </a:lnTo>
                  <a:lnTo>
                    <a:pt x="1355898" y="2422965"/>
                  </a:lnTo>
                  <a:lnTo>
                    <a:pt x="1351135" y="2461601"/>
                  </a:lnTo>
                  <a:lnTo>
                    <a:pt x="1340548" y="2497592"/>
                  </a:lnTo>
                  <a:lnTo>
                    <a:pt x="1323609" y="2528819"/>
                  </a:lnTo>
                  <a:lnTo>
                    <a:pt x="1311435" y="2541521"/>
                  </a:lnTo>
                  <a:lnTo>
                    <a:pt x="1299260" y="2552107"/>
                  </a:lnTo>
                  <a:lnTo>
                    <a:pt x="1269618" y="2572219"/>
                  </a:lnTo>
                  <a:lnTo>
                    <a:pt x="1217214" y="2597095"/>
                  </a:lnTo>
                  <a:lnTo>
                    <a:pt x="1097056" y="2633085"/>
                  </a:lnTo>
                  <a:lnTo>
                    <a:pt x="1028243" y="2648434"/>
                  </a:lnTo>
                  <a:lnTo>
                    <a:pt x="1047828" y="2668547"/>
                  </a:lnTo>
                  <a:lnTo>
                    <a:pt x="1092292" y="2706125"/>
                  </a:lnTo>
                  <a:lnTo>
                    <a:pt x="1138873" y="2740528"/>
                  </a:lnTo>
                  <a:lnTo>
                    <a:pt x="1187572" y="2770696"/>
                  </a:lnTo>
                  <a:lnTo>
                    <a:pt x="1238387" y="2797689"/>
                  </a:lnTo>
                  <a:lnTo>
                    <a:pt x="1291850" y="2820977"/>
                  </a:lnTo>
                  <a:lnTo>
                    <a:pt x="1346900" y="2840031"/>
                  </a:lnTo>
                  <a:lnTo>
                    <a:pt x="1403009" y="2855379"/>
                  </a:lnTo>
                  <a:lnTo>
                    <a:pt x="1460176" y="2867553"/>
                  </a:lnTo>
                  <a:lnTo>
                    <a:pt x="1517344" y="2874962"/>
                  </a:lnTo>
                  <a:lnTo>
                    <a:pt x="1575041" y="2878138"/>
                  </a:lnTo>
                  <a:lnTo>
                    <a:pt x="1633267" y="2878138"/>
                  </a:lnTo>
                  <a:lnTo>
                    <a:pt x="1690964" y="2873904"/>
                  </a:lnTo>
                  <a:lnTo>
                    <a:pt x="1748132" y="2865436"/>
                  </a:lnTo>
                  <a:lnTo>
                    <a:pt x="1803712" y="2852204"/>
                  </a:lnTo>
                  <a:lnTo>
                    <a:pt x="1858762" y="2834738"/>
                  </a:lnTo>
                  <a:lnTo>
                    <a:pt x="1885228" y="2824682"/>
                  </a:lnTo>
                  <a:lnTo>
                    <a:pt x="1930222" y="2805099"/>
                  </a:lnTo>
                  <a:lnTo>
                    <a:pt x="2013326" y="2757993"/>
                  </a:lnTo>
                  <a:lnTo>
                    <a:pt x="2129779" y="2675427"/>
                  </a:lnTo>
                  <a:lnTo>
                    <a:pt x="2209178" y="2619854"/>
                  </a:lnTo>
                  <a:lnTo>
                    <a:pt x="2184829" y="2606093"/>
                  </a:lnTo>
                  <a:lnTo>
                    <a:pt x="2132426" y="2586509"/>
                  </a:lnTo>
                  <a:lnTo>
                    <a:pt x="2079493" y="2566926"/>
                  </a:lnTo>
                  <a:lnTo>
                    <a:pt x="2044557" y="2545226"/>
                  </a:lnTo>
                  <a:lnTo>
                    <a:pt x="2023913" y="2526173"/>
                  </a:lnTo>
                  <a:lnTo>
                    <a:pt x="2014914" y="2515058"/>
                  </a:lnTo>
                  <a:lnTo>
                    <a:pt x="2004328" y="2497592"/>
                  </a:lnTo>
                  <a:lnTo>
                    <a:pt x="1992682" y="2461072"/>
                  </a:lnTo>
                  <a:lnTo>
                    <a:pt x="1988977" y="2402323"/>
                  </a:lnTo>
                  <a:lnTo>
                    <a:pt x="1989507" y="2362628"/>
                  </a:lnTo>
                  <a:lnTo>
                    <a:pt x="1988448" y="2313935"/>
                  </a:lnTo>
                  <a:lnTo>
                    <a:pt x="1986860" y="2235603"/>
                  </a:lnTo>
                  <a:lnTo>
                    <a:pt x="1992682" y="2185322"/>
                  </a:lnTo>
                  <a:lnTo>
                    <a:pt x="2000622" y="2163092"/>
                  </a:lnTo>
                  <a:lnTo>
                    <a:pt x="2008033" y="2145626"/>
                  </a:lnTo>
                  <a:lnTo>
                    <a:pt x="2028677" y="2115987"/>
                  </a:lnTo>
                  <a:lnTo>
                    <a:pt x="2066789" y="2075233"/>
                  </a:lnTo>
                  <a:lnTo>
                    <a:pt x="2091667" y="2048770"/>
                  </a:lnTo>
                  <a:lnTo>
                    <a:pt x="2117075" y="2017543"/>
                  </a:lnTo>
                  <a:lnTo>
                    <a:pt x="2162068" y="1949796"/>
                  </a:lnTo>
                  <a:lnTo>
                    <a:pt x="2181653" y="1915393"/>
                  </a:lnTo>
                  <a:lnTo>
                    <a:pt x="2197004" y="1885225"/>
                  </a:lnTo>
                  <a:lnTo>
                    <a:pt x="2224529" y="1821712"/>
                  </a:lnTo>
                  <a:lnTo>
                    <a:pt x="2250996" y="1757141"/>
                  </a:lnTo>
                  <a:lnTo>
                    <a:pt x="2282226" y="1695216"/>
                  </a:lnTo>
                  <a:lnTo>
                    <a:pt x="2300753" y="1667694"/>
                  </a:lnTo>
                  <a:lnTo>
                    <a:pt x="2311339" y="1653933"/>
                  </a:lnTo>
                  <a:lnTo>
                    <a:pt x="2334630" y="1630645"/>
                  </a:lnTo>
                  <a:lnTo>
                    <a:pt x="2373800" y="1596242"/>
                  </a:lnTo>
                  <a:lnTo>
                    <a:pt x="2398149" y="1571896"/>
                  </a:lnTo>
                  <a:lnTo>
                    <a:pt x="2412441" y="1556547"/>
                  </a:lnTo>
                  <a:lnTo>
                    <a:pt x="2439966" y="1522674"/>
                  </a:lnTo>
                  <a:lnTo>
                    <a:pt x="2464316" y="1485625"/>
                  </a:lnTo>
                  <a:lnTo>
                    <a:pt x="2484960" y="1446459"/>
                  </a:lnTo>
                  <a:lnTo>
                    <a:pt x="2500310" y="1405705"/>
                  </a:lnTo>
                  <a:lnTo>
                    <a:pt x="2508779" y="1363892"/>
                  </a:lnTo>
                  <a:lnTo>
                    <a:pt x="2509838" y="1321551"/>
                  </a:lnTo>
                  <a:lnTo>
                    <a:pt x="2502427" y="1279209"/>
                  </a:lnTo>
                  <a:lnTo>
                    <a:pt x="2495017" y="1258038"/>
                  </a:lnTo>
                  <a:lnTo>
                    <a:pt x="2469609" y="1261214"/>
                  </a:lnTo>
                  <a:lnTo>
                    <a:pt x="2433614" y="1258038"/>
                  </a:lnTo>
                  <a:lnTo>
                    <a:pt x="2412441" y="1252216"/>
                  </a:lnTo>
                  <a:lnTo>
                    <a:pt x="2391797" y="1241101"/>
                  </a:lnTo>
                  <a:lnTo>
                    <a:pt x="2375388" y="1227869"/>
                  </a:lnTo>
                  <a:lnTo>
                    <a:pt x="2361626" y="1208816"/>
                  </a:lnTo>
                  <a:lnTo>
                    <a:pt x="2351568" y="1185528"/>
                  </a:lnTo>
                  <a:lnTo>
                    <a:pt x="2348392" y="1172825"/>
                  </a:lnTo>
                  <a:lnTo>
                    <a:pt x="2346275" y="1155889"/>
                  </a:lnTo>
                  <a:lnTo>
                    <a:pt x="2347863" y="1122544"/>
                  </a:lnTo>
                  <a:lnTo>
                    <a:pt x="2356332" y="1072264"/>
                  </a:lnTo>
                  <a:lnTo>
                    <a:pt x="2360038" y="1039449"/>
                  </a:lnTo>
                  <a:lnTo>
                    <a:pt x="2363743" y="980700"/>
                  </a:lnTo>
                  <a:lnTo>
                    <a:pt x="2363743" y="859496"/>
                  </a:lnTo>
                  <a:lnTo>
                    <a:pt x="2358979" y="801277"/>
                  </a:lnTo>
                  <a:lnTo>
                    <a:pt x="2354744" y="758406"/>
                  </a:lnTo>
                  <a:lnTo>
                    <a:pt x="2339923" y="671605"/>
                  </a:lnTo>
                  <a:lnTo>
                    <a:pt x="2316632" y="586392"/>
                  </a:lnTo>
                  <a:lnTo>
                    <a:pt x="2283285" y="505414"/>
                  </a:lnTo>
                  <a:lnTo>
                    <a:pt x="2261582" y="468365"/>
                  </a:lnTo>
                  <a:lnTo>
                    <a:pt x="2241997" y="437667"/>
                  </a:lnTo>
                  <a:lnTo>
                    <a:pt x="2197533" y="384210"/>
                  </a:lnTo>
                  <a:lnTo>
                    <a:pt x="2145659" y="338164"/>
                  </a:lnTo>
                  <a:lnTo>
                    <a:pt x="2088491" y="298469"/>
                  </a:lnTo>
                  <a:lnTo>
                    <a:pt x="2027089" y="266183"/>
                  </a:lnTo>
                  <a:lnTo>
                    <a:pt x="1962511" y="241307"/>
                  </a:lnTo>
                  <a:lnTo>
                    <a:pt x="1894227" y="223841"/>
                  </a:lnTo>
                  <a:lnTo>
                    <a:pt x="1824356" y="213256"/>
                  </a:lnTo>
                  <a:lnTo>
                    <a:pt x="1789949" y="210609"/>
                  </a:lnTo>
                  <a:lnTo>
                    <a:pt x="1734370" y="209022"/>
                  </a:lnTo>
                  <a:close/>
                  <a:moveTo>
                    <a:pt x="1697294" y="0"/>
                  </a:moveTo>
                  <a:lnTo>
                    <a:pt x="1815280" y="1588"/>
                  </a:lnTo>
                  <a:lnTo>
                    <a:pt x="1893584" y="8469"/>
                  </a:lnTo>
                  <a:lnTo>
                    <a:pt x="1932207" y="14291"/>
                  </a:lnTo>
                  <a:lnTo>
                    <a:pt x="1975591" y="23819"/>
                  </a:lnTo>
                  <a:lnTo>
                    <a:pt x="2059715" y="48697"/>
                  </a:lnTo>
                  <a:lnTo>
                    <a:pt x="2139606" y="83102"/>
                  </a:lnTo>
                  <a:lnTo>
                    <a:pt x="2214207" y="124918"/>
                  </a:lnTo>
                  <a:lnTo>
                    <a:pt x="2283517" y="175203"/>
                  </a:lnTo>
                  <a:lnTo>
                    <a:pt x="2345948" y="232899"/>
                  </a:lnTo>
                  <a:lnTo>
                    <a:pt x="2402031" y="298004"/>
                  </a:lnTo>
                  <a:lnTo>
                    <a:pt x="2451765" y="371050"/>
                  </a:lnTo>
                  <a:lnTo>
                    <a:pt x="2472399" y="410748"/>
                  </a:lnTo>
                  <a:lnTo>
                    <a:pt x="2485097" y="435626"/>
                  </a:lnTo>
                  <a:lnTo>
                    <a:pt x="2507318" y="487499"/>
                  </a:lnTo>
                  <a:lnTo>
                    <a:pt x="2533772" y="568484"/>
                  </a:lnTo>
                  <a:lnTo>
                    <a:pt x="2559168" y="679640"/>
                  </a:lnTo>
                  <a:lnTo>
                    <a:pt x="2574512" y="792384"/>
                  </a:lnTo>
                  <a:lnTo>
                    <a:pt x="2578744" y="848492"/>
                  </a:lnTo>
                  <a:lnTo>
                    <a:pt x="2578744" y="894542"/>
                  </a:lnTo>
                  <a:lnTo>
                    <a:pt x="2573454" y="968117"/>
                  </a:lnTo>
                  <a:lnTo>
                    <a:pt x="2575041" y="1015226"/>
                  </a:lnTo>
                  <a:lnTo>
                    <a:pt x="2579803" y="1037457"/>
                  </a:lnTo>
                  <a:lnTo>
                    <a:pt x="2582977" y="1045926"/>
                  </a:lnTo>
                  <a:lnTo>
                    <a:pt x="2590913" y="1061276"/>
                  </a:lnTo>
                  <a:lnTo>
                    <a:pt x="2611018" y="1083508"/>
                  </a:lnTo>
                  <a:lnTo>
                    <a:pt x="2642234" y="1110503"/>
                  </a:lnTo>
                  <a:lnTo>
                    <a:pt x="2672392" y="1138027"/>
                  </a:lnTo>
                  <a:lnTo>
                    <a:pt x="2683503" y="1153377"/>
                  </a:lnTo>
                  <a:lnTo>
                    <a:pt x="2694084" y="1171374"/>
                  </a:lnTo>
                  <a:lnTo>
                    <a:pt x="2710486" y="1212660"/>
                  </a:lnTo>
                  <a:lnTo>
                    <a:pt x="2721596" y="1257123"/>
                  </a:lnTo>
                  <a:lnTo>
                    <a:pt x="2725829" y="1303173"/>
                  </a:lnTo>
                  <a:lnTo>
                    <a:pt x="2725829" y="1350812"/>
                  </a:lnTo>
                  <a:lnTo>
                    <a:pt x="2720538" y="1396862"/>
                  </a:lnTo>
                  <a:lnTo>
                    <a:pt x="2711544" y="1442912"/>
                  </a:lnTo>
                  <a:lnTo>
                    <a:pt x="2699375" y="1485258"/>
                  </a:lnTo>
                  <a:lnTo>
                    <a:pt x="2691439" y="1505372"/>
                  </a:lnTo>
                  <a:lnTo>
                    <a:pt x="2682444" y="1527603"/>
                  </a:lnTo>
                  <a:lnTo>
                    <a:pt x="2661810" y="1568360"/>
                  </a:lnTo>
                  <a:lnTo>
                    <a:pt x="2624774" y="1623409"/>
                  </a:lnTo>
                  <a:lnTo>
                    <a:pt x="2539592" y="1722391"/>
                  </a:lnTo>
                  <a:lnTo>
                    <a:pt x="2481394" y="1792260"/>
                  </a:lnTo>
                  <a:lnTo>
                    <a:pt x="2463405" y="1817667"/>
                  </a:lnTo>
                  <a:lnTo>
                    <a:pt x="2433247" y="1873245"/>
                  </a:lnTo>
                  <a:lnTo>
                    <a:pt x="2394624" y="1963229"/>
                  </a:lnTo>
                  <a:lnTo>
                    <a:pt x="2367112" y="2019336"/>
                  </a:lnTo>
                  <a:lnTo>
                    <a:pt x="2350710" y="2047919"/>
                  </a:lnTo>
                  <a:lnTo>
                    <a:pt x="2307854" y="2104027"/>
                  </a:lnTo>
                  <a:lnTo>
                    <a:pt x="2263941" y="2160663"/>
                  </a:lnTo>
                  <a:lnTo>
                    <a:pt x="2234841" y="2204067"/>
                  </a:lnTo>
                  <a:lnTo>
                    <a:pt x="2219498" y="2232650"/>
                  </a:lnTo>
                  <a:lnTo>
                    <a:pt x="2214207" y="2248000"/>
                  </a:lnTo>
                  <a:lnTo>
                    <a:pt x="2209446" y="2263880"/>
                  </a:lnTo>
                  <a:lnTo>
                    <a:pt x="2205742" y="2299873"/>
                  </a:lnTo>
                  <a:lnTo>
                    <a:pt x="2207329" y="2355980"/>
                  </a:lnTo>
                  <a:lnTo>
                    <a:pt x="2208916" y="2391444"/>
                  </a:lnTo>
                  <a:lnTo>
                    <a:pt x="2243836" y="2398326"/>
                  </a:lnTo>
                  <a:lnTo>
                    <a:pt x="2314204" y="2419498"/>
                  </a:lnTo>
                  <a:lnTo>
                    <a:pt x="2417374" y="2460785"/>
                  </a:lnTo>
                  <a:lnTo>
                    <a:pt x="2484568" y="2487780"/>
                  </a:lnTo>
                  <a:lnTo>
                    <a:pt x="2597262" y="2530654"/>
                  </a:lnTo>
                  <a:lnTo>
                    <a:pt x="2821064" y="2617991"/>
                  </a:lnTo>
                  <a:lnTo>
                    <a:pt x="2932171" y="2665630"/>
                  </a:lnTo>
                  <a:lnTo>
                    <a:pt x="2994074" y="2690507"/>
                  </a:lnTo>
                  <a:lnTo>
                    <a:pt x="3080843" y="2730735"/>
                  </a:lnTo>
                  <a:lnTo>
                    <a:pt x="3112588" y="2749791"/>
                  </a:lnTo>
                  <a:lnTo>
                    <a:pt x="3141158" y="2771493"/>
                  </a:lnTo>
                  <a:lnTo>
                    <a:pt x="3162851" y="2796370"/>
                  </a:lnTo>
                  <a:lnTo>
                    <a:pt x="3171316" y="2810132"/>
                  </a:lnTo>
                  <a:lnTo>
                    <a:pt x="3182956" y="2831305"/>
                  </a:lnTo>
                  <a:lnTo>
                    <a:pt x="3200416" y="2878943"/>
                  </a:lnTo>
                  <a:lnTo>
                    <a:pt x="3219462" y="2952518"/>
                  </a:lnTo>
                  <a:lnTo>
                    <a:pt x="3230573" y="3000686"/>
                  </a:lnTo>
                  <a:lnTo>
                    <a:pt x="3245388" y="3061557"/>
                  </a:lnTo>
                  <a:lnTo>
                    <a:pt x="3268667" y="3184358"/>
                  </a:lnTo>
                  <a:lnTo>
                    <a:pt x="3285068" y="3308218"/>
                  </a:lnTo>
                  <a:lnTo>
                    <a:pt x="3293005" y="3432607"/>
                  </a:lnTo>
                  <a:lnTo>
                    <a:pt x="3294063" y="3495595"/>
                  </a:lnTo>
                  <a:lnTo>
                    <a:pt x="3294063" y="3555408"/>
                  </a:lnTo>
                  <a:lnTo>
                    <a:pt x="3285598" y="3656507"/>
                  </a:lnTo>
                  <a:lnTo>
                    <a:pt x="3271842" y="3702028"/>
                  </a:lnTo>
                  <a:lnTo>
                    <a:pt x="3258086" y="3729552"/>
                  </a:lnTo>
                  <a:lnTo>
                    <a:pt x="3249091" y="3741197"/>
                  </a:lnTo>
                  <a:lnTo>
                    <a:pt x="3241684" y="3749666"/>
                  </a:lnTo>
                  <a:lnTo>
                    <a:pt x="3223695" y="3762370"/>
                  </a:lnTo>
                  <a:lnTo>
                    <a:pt x="3194066" y="3775603"/>
                  </a:lnTo>
                  <a:lnTo>
                    <a:pt x="3127931" y="3781954"/>
                  </a:lnTo>
                  <a:lnTo>
                    <a:pt x="3084547" y="3781425"/>
                  </a:lnTo>
                  <a:lnTo>
                    <a:pt x="3079785" y="3623160"/>
                  </a:lnTo>
                  <a:lnTo>
                    <a:pt x="3072907" y="3388144"/>
                  </a:lnTo>
                  <a:lnTo>
                    <a:pt x="3062325" y="3270107"/>
                  </a:lnTo>
                  <a:lnTo>
                    <a:pt x="3051744" y="3191768"/>
                  </a:lnTo>
                  <a:lnTo>
                    <a:pt x="3044336" y="3153128"/>
                  </a:lnTo>
                  <a:lnTo>
                    <a:pt x="3035871" y="3101256"/>
                  </a:lnTo>
                  <a:lnTo>
                    <a:pt x="3017353" y="3011272"/>
                  </a:lnTo>
                  <a:lnTo>
                    <a:pt x="3003068" y="2971044"/>
                  </a:lnTo>
                  <a:lnTo>
                    <a:pt x="2990370" y="2948284"/>
                  </a:lnTo>
                  <a:lnTo>
                    <a:pt x="2981905" y="2938227"/>
                  </a:lnTo>
                  <a:lnTo>
                    <a:pt x="2973440" y="2929758"/>
                  </a:lnTo>
                  <a:lnTo>
                    <a:pt x="2952805" y="2915466"/>
                  </a:lnTo>
                  <a:lnTo>
                    <a:pt x="2916299" y="2898528"/>
                  </a:lnTo>
                  <a:lnTo>
                    <a:pt x="2894077" y="2888471"/>
                  </a:lnTo>
                  <a:lnTo>
                    <a:pt x="2794610" y="2845067"/>
                  </a:lnTo>
                  <a:lnTo>
                    <a:pt x="2694084" y="2803251"/>
                  </a:lnTo>
                  <a:lnTo>
                    <a:pt x="2604140" y="2766199"/>
                  </a:lnTo>
                  <a:lnTo>
                    <a:pt x="2513668" y="2731794"/>
                  </a:lnTo>
                  <a:lnTo>
                    <a:pt x="2493033" y="2723325"/>
                  </a:lnTo>
                  <a:lnTo>
                    <a:pt x="2460230" y="2711151"/>
                  </a:lnTo>
                  <a:lnTo>
                    <a:pt x="2438009" y="2707975"/>
                  </a:lnTo>
                  <a:lnTo>
                    <a:pt x="2427427" y="2710621"/>
                  </a:lnTo>
                  <a:lnTo>
                    <a:pt x="2414729" y="2714856"/>
                  </a:lnTo>
                  <a:lnTo>
                    <a:pt x="2391450" y="2730206"/>
                  </a:lnTo>
                  <a:lnTo>
                    <a:pt x="2361292" y="2760906"/>
                  </a:lnTo>
                  <a:lnTo>
                    <a:pt x="2342245" y="2779962"/>
                  </a:lnTo>
                  <a:lnTo>
                    <a:pt x="2307854" y="2809603"/>
                  </a:lnTo>
                  <a:lnTo>
                    <a:pt x="2236428" y="2865711"/>
                  </a:lnTo>
                  <a:lnTo>
                    <a:pt x="2198864" y="2892706"/>
                  </a:lnTo>
                  <a:lnTo>
                    <a:pt x="2167119" y="2913878"/>
                  </a:lnTo>
                  <a:lnTo>
                    <a:pt x="2100984" y="2953577"/>
                  </a:lnTo>
                  <a:lnTo>
                    <a:pt x="2032732" y="2989041"/>
                  </a:lnTo>
                  <a:lnTo>
                    <a:pt x="1962893" y="3020270"/>
                  </a:lnTo>
                  <a:lnTo>
                    <a:pt x="1891467" y="3046207"/>
                  </a:lnTo>
                  <a:lnTo>
                    <a:pt x="1818454" y="3067909"/>
                  </a:lnTo>
                  <a:lnTo>
                    <a:pt x="1742795" y="3082730"/>
                  </a:lnTo>
                  <a:lnTo>
                    <a:pt x="1666608" y="3092787"/>
                  </a:lnTo>
                  <a:lnTo>
                    <a:pt x="1627984" y="3094904"/>
                  </a:lnTo>
                  <a:lnTo>
                    <a:pt x="1589891" y="3095962"/>
                  </a:lnTo>
                  <a:lnTo>
                    <a:pt x="1514232" y="3092257"/>
                  </a:lnTo>
                  <a:lnTo>
                    <a:pt x="1438044" y="3082200"/>
                  </a:lnTo>
                  <a:lnTo>
                    <a:pt x="1362915" y="3065262"/>
                  </a:lnTo>
                  <a:lnTo>
                    <a:pt x="1288314" y="3042502"/>
                  </a:lnTo>
                  <a:lnTo>
                    <a:pt x="1215830" y="3014977"/>
                  </a:lnTo>
                  <a:lnTo>
                    <a:pt x="1145991" y="2983218"/>
                  </a:lnTo>
                  <a:lnTo>
                    <a:pt x="1078798" y="2946696"/>
                  </a:lnTo>
                  <a:lnTo>
                    <a:pt x="1047582" y="2926582"/>
                  </a:lnTo>
                  <a:lnTo>
                    <a:pt x="1007901" y="2901704"/>
                  </a:lnTo>
                  <a:lnTo>
                    <a:pt x="931184" y="2846655"/>
                  </a:lnTo>
                  <a:lnTo>
                    <a:pt x="895206" y="2816484"/>
                  </a:lnTo>
                  <a:lnTo>
                    <a:pt x="874043" y="2797429"/>
                  </a:lnTo>
                  <a:lnTo>
                    <a:pt x="839124" y="2766729"/>
                  </a:lnTo>
                  <a:lnTo>
                    <a:pt x="813728" y="2751379"/>
                  </a:lnTo>
                  <a:lnTo>
                    <a:pt x="799972" y="2747673"/>
                  </a:lnTo>
                  <a:lnTo>
                    <a:pt x="788861" y="2746085"/>
                  </a:lnTo>
                  <a:lnTo>
                    <a:pt x="767169" y="2747673"/>
                  </a:lnTo>
                  <a:lnTo>
                    <a:pt x="733836" y="2758260"/>
                  </a:lnTo>
                  <a:lnTo>
                    <a:pt x="714260" y="2766199"/>
                  </a:lnTo>
                  <a:lnTo>
                    <a:pt x="637014" y="2794782"/>
                  </a:lnTo>
                  <a:lnTo>
                    <a:pt x="561885" y="2826012"/>
                  </a:lnTo>
                  <a:lnTo>
                    <a:pt x="503157" y="2848243"/>
                  </a:lnTo>
                  <a:lnTo>
                    <a:pt x="401044" y="2884766"/>
                  </a:lnTo>
                  <a:lnTo>
                    <a:pt x="357130" y="2908585"/>
                  </a:lnTo>
                  <a:lnTo>
                    <a:pt x="331734" y="2927640"/>
                  </a:lnTo>
                  <a:lnTo>
                    <a:pt x="321153" y="2938227"/>
                  </a:lnTo>
                  <a:lnTo>
                    <a:pt x="313745" y="2947225"/>
                  </a:lnTo>
                  <a:lnTo>
                    <a:pt x="301577" y="2967868"/>
                  </a:lnTo>
                  <a:lnTo>
                    <a:pt x="286762" y="3004391"/>
                  </a:lnTo>
                  <a:lnTo>
                    <a:pt x="267715" y="3086964"/>
                  </a:lnTo>
                  <a:lnTo>
                    <a:pt x="258721" y="3134073"/>
                  </a:lnTo>
                  <a:lnTo>
                    <a:pt x="247081" y="3181182"/>
                  </a:lnTo>
                  <a:lnTo>
                    <a:pt x="228034" y="3278047"/>
                  </a:lnTo>
                  <a:lnTo>
                    <a:pt x="214278" y="3377029"/>
                  </a:lnTo>
                  <a:lnTo>
                    <a:pt x="208458" y="3474952"/>
                  </a:lnTo>
                  <a:lnTo>
                    <a:pt x="210045" y="3524178"/>
                  </a:lnTo>
                  <a:lnTo>
                    <a:pt x="215336" y="3588755"/>
                  </a:lnTo>
                  <a:lnTo>
                    <a:pt x="229621" y="3684561"/>
                  </a:lnTo>
                  <a:lnTo>
                    <a:pt x="237558" y="3748608"/>
                  </a:lnTo>
                  <a:lnTo>
                    <a:pt x="238087" y="3781425"/>
                  </a:lnTo>
                  <a:lnTo>
                    <a:pt x="190999" y="3783013"/>
                  </a:lnTo>
                  <a:lnTo>
                    <a:pt x="115340" y="3779308"/>
                  </a:lnTo>
                  <a:lnTo>
                    <a:pt x="81479" y="3768722"/>
                  </a:lnTo>
                  <a:lnTo>
                    <a:pt x="60844" y="3756547"/>
                  </a:lnTo>
                  <a:lnTo>
                    <a:pt x="51321" y="3748608"/>
                  </a:lnTo>
                  <a:lnTo>
                    <a:pt x="41797" y="3738021"/>
                  </a:lnTo>
                  <a:lnTo>
                    <a:pt x="25925" y="3712085"/>
                  </a:lnTo>
                  <a:lnTo>
                    <a:pt x="14285" y="3682443"/>
                  </a:lnTo>
                  <a:lnTo>
                    <a:pt x="7407" y="3650155"/>
                  </a:lnTo>
                  <a:lnTo>
                    <a:pt x="1058" y="3599341"/>
                  </a:lnTo>
                  <a:lnTo>
                    <a:pt x="0" y="3533177"/>
                  </a:lnTo>
                  <a:lnTo>
                    <a:pt x="529" y="3505123"/>
                  </a:lnTo>
                  <a:lnTo>
                    <a:pt x="1058" y="3440017"/>
                  </a:lnTo>
                  <a:lnTo>
                    <a:pt x="10582" y="3309806"/>
                  </a:lnTo>
                  <a:lnTo>
                    <a:pt x="29629" y="3181182"/>
                  </a:lnTo>
                  <a:lnTo>
                    <a:pt x="56083" y="3053088"/>
                  </a:lnTo>
                  <a:lnTo>
                    <a:pt x="73542" y="2990629"/>
                  </a:lnTo>
                  <a:lnTo>
                    <a:pt x="85711" y="2945637"/>
                  </a:lnTo>
                  <a:lnTo>
                    <a:pt x="105816" y="2874709"/>
                  </a:lnTo>
                  <a:lnTo>
                    <a:pt x="123276" y="2830246"/>
                  </a:lnTo>
                  <a:lnTo>
                    <a:pt x="134387" y="2810132"/>
                  </a:lnTo>
                  <a:lnTo>
                    <a:pt x="143910" y="2795841"/>
                  </a:lnTo>
                  <a:lnTo>
                    <a:pt x="168248" y="2769905"/>
                  </a:lnTo>
                  <a:lnTo>
                    <a:pt x="197877" y="2747673"/>
                  </a:lnTo>
                  <a:lnTo>
                    <a:pt x="232267" y="2728089"/>
                  </a:lnTo>
                  <a:lnTo>
                    <a:pt x="324327" y="2686802"/>
                  </a:lnTo>
                  <a:lnTo>
                    <a:pt x="390462" y="2661395"/>
                  </a:lnTo>
                  <a:lnTo>
                    <a:pt x="501570" y="2616933"/>
                  </a:lnTo>
                  <a:lnTo>
                    <a:pt x="725371" y="2532772"/>
                  </a:lnTo>
                  <a:lnTo>
                    <a:pt x="838066" y="2492014"/>
                  </a:lnTo>
                  <a:lnTo>
                    <a:pt x="911079" y="2462902"/>
                  </a:lnTo>
                  <a:lnTo>
                    <a:pt x="1026948" y="2419498"/>
                  </a:lnTo>
                  <a:lnTo>
                    <a:pt x="1104194" y="2397267"/>
                  </a:lnTo>
                  <a:lnTo>
                    <a:pt x="1142817" y="2391444"/>
                  </a:lnTo>
                  <a:lnTo>
                    <a:pt x="1143346" y="2358627"/>
                  </a:lnTo>
                  <a:lnTo>
                    <a:pt x="1144933" y="2305695"/>
                  </a:lnTo>
                  <a:lnTo>
                    <a:pt x="1141229" y="2272349"/>
                  </a:lnTo>
                  <a:lnTo>
                    <a:pt x="1136468" y="2258057"/>
                  </a:lnTo>
                  <a:lnTo>
                    <a:pt x="1131177" y="2245883"/>
                  </a:lnTo>
                  <a:lnTo>
                    <a:pt x="1115304" y="2224181"/>
                  </a:lnTo>
                  <a:lnTo>
                    <a:pt x="1085676" y="2197715"/>
                  </a:lnTo>
                  <a:lnTo>
                    <a:pt x="1066629" y="2180248"/>
                  </a:lnTo>
                  <a:lnTo>
                    <a:pt x="1040175" y="2154311"/>
                  </a:lnTo>
                  <a:lnTo>
                    <a:pt x="992028" y="2097145"/>
                  </a:lnTo>
                  <a:lnTo>
                    <a:pt x="969807" y="2067504"/>
                  </a:lnTo>
                  <a:lnTo>
                    <a:pt x="942295" y="2026217"/>
                  </a:lnTo>
                  <a:lnTo>
                    <a:pt x="894677" y="1940468"/>
                  </a:lnTo>
                  <a:lnTo>
                    <a:pt x="874572" y="1896006"/>
                  </a:lnTo>
                  <a:lnTo>
                    <a:pt x="863990" y="1869540"/>
                  </a:lnTo>
                  <a:lnTo>
                    <a:pt x="844944" y="1815550"/>
                  </a:lnTo>
                  <a:lnTo>
                    <a:pt x="831187" y="1791202"/>
                  </a:lnTo>
                  <a:lnTo>
                    <a:pt x="818490" y="1772676"/>
                  </a:lnTo>
                  <a:lnTo>
                    <a:pt x="787803" y="1739329"/>
                  </a:lnTo>
                  <a:lnTo>
                    <a:pt x="739127" y="1691161"/>
                  </a:lnTo>
                  <a:lnTo>
                    <a:pt x="708970" y="1657814"/>
                  </a:lnTo>
                  <a:lnTo>
                    <a:pt x="681457" y="1621821"/>
                  </a:lnTo>
                  <a:lnTo>
                    <a:pt x="645480" y="1561479"/>
                  </a:lnTo>
                  <a:lnTo>
                    <a:pt x="624316" y="1519134"/>
                  </a:lnTo>
                  <a:lnTo>
                    <a:pt x="607386" y="1474671"/>
                  </a:lnTo>
                  <a:lnTo>
                    <a:pt x="593630" y="1429680"/>
                  </a:lnTo>
                  <a:lnTo>
                    <a:pt x="585164" y="1383629"/>
                  </a:lnTo>
                  <a:lnTo>
                    <a:pt x="582519" y="1337579"/>
                  </a:lnTo>
                  <a:lnTo>
                    <a:pt x="583048" y="1314818"/>
                  </a:lnTo>
                  <a:lnTo>
                    <a:pt x="584635" y="1290470"/>
                  </a:lnTo>
                  <a:lnTo>
                    <a:pt x="591513" y="1240185"/>
                  </a:lnTo>
                  <a:lnTo>
                    <a:pt x="605799" y="1189900"/>
                  </a:lnTo>
                  <a:lnTo>
                    <a:pt x="627491" y="1144379"/>
                  </a:lnTo>
                  <a:lnTo>
                    <a:pt x="641776" y="1124265"/>
                  </a:lnTo>
                  <a:lnTo>
                    <a:pt x="664527" y="1102563"/>
                  </a:lnTo>
                  <a:lnTo>
                    <a:pt x="704737" y="1069745"/>
                  </a:lnTo>
                  <a:lnTo>
                    <a:pt x="720080" y="1050690"/>
                  </a:lnTo>
                  <a:lnTo>
                    <a:pt x="726958" y="1036928"/>
                  </a:lnTo>
                  <a:lnTo>
                    <a:pt x="729075" y="1028459"/>
                  </a:lnTo>
                  <a:lnTo>
                    <a:pt x="730662" y="1017873"/>
                  </a:lnTo>
                  <a:lnTo>
                    <a:pt x="730133" y="994053"/>
                  </a:lnTo>
                  <a:lnTo>
                    <a:pt x="725371" y="957531"/>
                  </a:lnTo>
                  <a:lnTo>
                    <a:pt x="723784" y="933711"/>
                  </a:lnTo>
                  <a:lnTo>
                    <a:pt x="723784" y="891366"/>
                  </a:lnTo>
                  <a:lnTo>
                    <a:pt x="730662" y="805088"/>
                  </a:lnTo>
                  <a:lnTo>
                    <a:pt x="734366" y="762743"/>
                  </a:lnTo>
                  <a:lnTo>
                    <a:pt x="738598" y="725161"/>
                  </a:lnTo>
                  <a:lnTo>
                    <a:pt x="750767" y="649999"/>
                  </a:lnTo>
                  <a:lnTo>
                    <a:pt x="768756" y="575365"/>
                  </a:lnTo>
                  <a:lnTo>
                    <a:pt x="791506" y="501791"/>
                  </a:lnTo>
                  <a:lnTo>
                    <a:pt x="820606" y="431392"/>
                  </a:lnTo>
                  <a:lnTo>
                    <a:pt x="855525" y="363639"/>
                  </a:lnTo>
                  <a:lnTo>
                    <a:pt x="897323" y="299592"/>
                  </a:lnTo>
                  <a:lnTo>
                    <a:pt x="945469" y="239780"/>
                  </a:lnTo>
                  <a:lnTo>
                    <a:pt x="972981" y="213314"/>
                  </a:lnTo>
                  <a:lnTo>
                    <a:pt x="1006314" y="181555"/>
                  </a:lnTo>
                  <a:lnTo>
                    <a:pt x="1078269" y="128624"/>
                  </a:lnTo>
                  <a:lnTo>
                    <a:pt x="1153398" y="86278"/>
                  </a:lnTo>
                  <a:lnTo>
                    <a:pt x="1232760" y="53990"/>
                  </a:lnTo>
                  <a:lnTo>
                    <a:pt x="1314239" y="30700"/>
                  </a:lnTo>
                  <a:lnTo>
                    <a:pt x="1398892" y="14291"/>
                  </a:lnTo>
                  <a:lnTo>
                    <a:pt x="1485662" y="5293"/>
                  </a:lnTo>
                  <a:lnTo>
                    <a:pt x="1574018" y="1059"/>
                  </a:lnTo>
                  <a:lnTo>
                    <a:pt x="1618461" y="1059"/>
                  </a:lnTo>
                  <a:close/>
                </a:path>
              </a:pathLst>
            </a:custGeom>
            <a:solidFill>
              <a:srgbClr val="063C67"/>
            </a:solidFill>
            <a:ln>
              <a:noFill/>
            </a:ln>
          </p:spPr>
          <p:txBody>
            <a:bodyPr anchorCtr="0" anchor="t" bIns="34175" lIns="68425" spcFirstLastPara="1" rIns="68425" wrap="square" tIns="34175">
              <a:noAutofit/>
            </a:bodyPr>
            <a:lstStyle/>
            <a:p>
              <a:pPr indent="0" lvl="0" marL="0" marR="0" rtl="0" algn="l">
                <a:lnSpc>
                  <a:spcPct val="100000"/>
                </a:lnSpc>
                <a:spcBef>
                  <a:spcPts val="0"/>
                </a:spcBef>
                <a:spcAft>
                  <a:spcPts val="0"/>
                </a:spcAft>
                <a:buClr>
                  <a:srgbClr val="000000"/>
                </a:buClr>
                <a:buSzPts val="1347"/>
                <a:buFont typeface="Arial"/>
                <a:buNone/>
              </a:pPr>
              <a:r>
                <a:t/>
              </a:r>
              <a:endParaRPr b="0" i="0" sz="1347" u="none" cap="none" strike="noStrike">
                <a:solidFill>
                  <a:srgbClr val="063C67"/>
                </a:solidFill>
                <a:latin typeface="Calibri"/>
                <a:ea typeface="Calibri"/>
                <a:cs typeface="Calibri"/>
                <a:sym typeface="Calibri"/>
              </a:endParaRPr>
            </a:p>
          </p:txBody>
        </p:sp>
        <p:sp>
          <p:nvSpPr>
            <p:cNvPr id="531" name="Google Shape;531;g3bb050f2e20_0_7"/>
            <p:cNvSpPr/>
            <p:nvPr/>
          </p:nvSpPr>
          <p:spPr>
            <a:xfrm>
              <a:off x="234673" y="6404057"/>
              <a:ext cx="164703" cy="189151"/>
            </a:xfrm>
            <a:custGeom>
              <a:rect b="b" l="l" r="r" t="t"/>
              <a:pathLst>
                <a:path extrusionOk="0" h="3783013" w="3294063">
                  <a:moveTo>
                    <a:pt x="1621622" y="207963"/>
                  </a:moveTo>
                  <a:lnTo>
                    <a:pt x="1508875" y="213785"/>
                  </a:lnTo>
                  <a:lnTo>
                    <a:pt x="1397716" y="230722"/>
                  </a:lnTo>
                  <a:lnTo>
                    <a:pt x="1318316" y="251893"/>
                  </a:lnTo>
                  <a:lnTo>
                    <a:pt x="1268030" y="270417"/>
                  </a:lnTo>
                  <a:lnTo>
                    <a:pt x="1220390" y="293705"/>
                  </a:lnTo>
                  <a:lnTo>
                    <a:pt x="1174338" y="321227"/>
                  </a:lnTo>
                  <a:lnTo>
                    <a:pt x="1131992" y="354042"/>
                  </a:lnTo>
                  <a:lnTo>
                    <a:pt x="1092292" y="392679"/>
                  </a:lnTo>
                  <a:lnTo>
                    <a:pt x="1057356" y="437138"/>
                  </a:lnTo>
                  <a:lnTo>
                    <a:pt x="1026126" y="487418"/>
                  </a:lnTo>
                  <a:lnTo>
                    <a:pt x="1012363" y="515470"/>
                  </a:lnTo>
                  <a:lnTo>
                    <a:pt x="1001777" y="539287"/>
                  </a:lnTo>
                  <a:lnTo>
                    <a:pt x="982721" y="588509"/>
                  </a:lnTo>
                  <a:lnTo>
                    <a:pt x="959430" y="666312"/>
                  </a:lnTo>
                  <a:lnTo>
                    <a:pt x="939845" y="774284"/>
                  </a:lnTo>
                  <a:lnTo>
                    <a:pt x="931376" y="882784"/>
                  </a:lnTo>
                  <a:lnTo>
                    <a:pt x="932964" y="934124"/>
                  </a:lnTo>
                  <a:lnTo>
                    <a:pt x="939316" y="994461"/>
                  </a:lnTo>
                  <a:lnTo>
                    <a:pt x="953608" y="1090788"/>
                  </a:lnTo>
                  <a:lnTo>
                    <a:pt x="955196" y="1137893"/>
                  </a:lnTo>
                  <a:lnTo>
                    <a:pt x="953078" y="1167532"/>
                  </a:lnTo>
                  <a:lnTo>
                    <a:pt x="949902" y="1181823"/>
                  </a:lnTo>
                  <a:lnTo>
                    <a:pt x="946726" y="1195055"/>
                  </a:lnTo>
                  <a:lnTo>
                    <a:pt x="936669" y="1216225"/>
                  </a:lnTo>
                  <a:lnTo>
                    <a:pt x="922907" y="1233162"/>
                  </a:lnTo>
                  <a:lnTo>
                    <a:pt x="906497" y="1245865"/>
                  </a:lnTo>
                  <a:lnTo>
                    <a:pt x="887441" y="1254333"/>
                  </a:lnTo>
                  <a:lnTo>
                    <a:pt x="865739" y="1259626"/>
                  </a:lnTo>
                  <a:lnTo>
                    <a:pt x="832391" y="1261214"/>
                  </a:lnTo>
                  <a:lnTo>
                    <a:pt x="809101" y="1258038"/>
                  </a:lnTo>
                  <a:lnTo>
                    <a:pt x="803278" y="1274975"/>
                  </a:lnTo>
                  <a:lnTo>
                    <a:pt x="796397" y="1306731"/>
                  </a:lnTo>
                  <a:lnTo>
                    <a:pt x="795338" y="1337429"/>
                  </a:lnTo>
                  <a:lnTo>
                    <a:pt x="797455" y="1366009"/>
                  </a:lnTo>
                  <a:lnTo>
                    <a:pt x="806454" y="1407293"/>
                  </a:lnTo>
                  <a:lnTo>
                    <a:pt x="830803" y="1457573"/>
                  </a:lnTo>
                  <a:lnTo>
                    <a:pt x="864680" y="1504149"/>
                  </a:lnTo>
                  <a:lnTo>
                    <a:pt x="903321" y="1549137"/>
                  </a:lnTo>
                  <a:lnTo>
                    <a:pt x="965782" y="1613708"/>
                  </a:lnTo>
                  <a:lnTo>
                    <a:pt x="1004423" y="1658697"/>
                  </a:lnTo>
                  <a:lnTo>
                    <a:pt x="1015539" y="1672458"/>
                  </a:lnTo>
                  <a:lnTo>
                    <a:pt x="1033537" y="1703685"/>
                  </a:lnTo>
                  <a:lnTo>
                    <a:pt x="1055768" y="1753436"/>
                  </a:lnTo>
                  <a:lnTo>
                    <a:pt x="1080647" y="1823829"/>
                  </a:lnTo>
                  <a:lnTo>
                    <a:pt x="1109231" y="1893164"/>
                  </a:lnTo>
                  <a:lnTo>
                    <a:pt x="1127228" y="1924391"/>
                  </a:lnTo>
                  <a:lnTo>
                    <a:pt x="1148401" y="1956676"/>
                  </a:lnTo>
                  <a:lnTo>
                    <a:pt x="1185984" y="2002194"/>
                  </a:lnTo>
                  <a:lnTo>
                    <a:pt x="1213509" y="2029716"/>
                  </a:lnTo>
                  <a:lnTo>
                    <a:pt x="1227801" y="2041889"/>
                  </a:lnTo>
                  <a:lnTo>
                    <a:pt x="1258502" y="2064648"/>
                  </a:lnTo>
                  <a:lnTo>
                    <a:pt x="1304554" y="2099050"/>
                  </a:lnTo>
                  <a:lnTo>
                    <a:pt x="1330491" y="2127102"/>
                  </a:lnTo>
                  <a:lnTo>
                    <a:pt x="1340548" y="2144039"/>
                  </a:lnTo>
                  <a:lnTo>
                    <a:pt x="1345841" y="2155153"/>
                  </a:lnTo>
                  <a:lnTo>
                    <a:pt x="1351135" y="2181088"/>
                  </a:lnTo>
                  <a:lnTo>
                    <a:pt x="1352193" y="2222371"/>
                  </a:lnTo>
                  <a:lnTo>
                    <a:pt x="1352193" y="2248305"/>
                  </a:lnTo>
                  <a:lnTo>
                    <a:pt x="1352723" y="2282708"/>
                  </a:lnTo>
                  <a:lnTo>
                    <a:pt x="1357486" y="2361569"/>
                  </a:lnTo>
                  <a:lnTo>
                    <a:pt x="1355898" y="2422965"/>
                  </a:lnTo>
                  <a:lnTo>
                    <a:pt x="1351135" y="2461601"/>
                  </a:lnTo>
                  <a:lnTo>
                    <a:pt x="1340548" y="2497592"/>
                  </a:lnTo>
                  <a:lnTo>
                    <a:pt x="1323609" y="2528819"/>
                  </a:lnTo>
                  <a:lnTo>
                    <a:pt x="1311435" y="2541521"/>
                  </a:lnTo>
                  <a:lnTo>
                    <a:pt x="1299260" y="2552107"/>
                  </a:lnTo>
                  <a:lnTo>
                    <a:pt x="1269618" y="2572219"/>
                  </a:lnTo>
                  <a:lnTo>
                    <a:pt x="1217214" y="2597095"/>
                  </a:lnTo>
                  <a:lnTo>
                    <a:pt x="1097056" y="2633085"/>
                  </a:lnTo>
                  <a:lnTo>
                    <a:pt x="1028243" y="2648434"/>
                  </a:lnTo>
                  <a:lnTo>
                    <a:pt x="1047828" y="2668547"/>
                  </a:lnTo>
                  <a:lnTo>
                    <a:pt x="1092292" y="2706125"/>
                  </a:lnTo>
                  <a:lnTo>
                    <a:pt x="1138873" y="2740528"/>
                  </a:lnTo>
                  <a:lnTo>
                    <a:pt x="1187572" y="2770696"/>
                  </a:lnTo>
                  <a:lnTo>
                    <a:pt x="1238387" y="2797689"/>
                  </a:lnTo>
                  <a:lnTo>
                    <a:pt x="1291850" y="2820977"/>
                  </a:lnTo>
                  <a:lnTo>
                    <a:pt x="1346900" y="2840031"/>
                  </a:lnTo>
                  <a:lnTo>
                    <a:pt x="1403009" y="2855379"/>
                  </a:lnTo>
                  <a:lnTo>
                    <a:pt x="1460176" y="2867553"/>
                  </a:lnTo>
                  <a:lnTo>
                    <a:pt x="1517344" y="2874962"/>
                  </a:lnTo>
                  <a:lnTo>
                    <a:pt x="1575041" y="2878138"/>
                  </a:lnTo>
                  <a:lnTo>
                    <a:pt x="1633267" y="2878138"/>
                  </a:lnTo>
                  <a:lnTo>
                    <a:pt x="1690964" y="2873904"/>
                  </a:lnTo>
                  <a:lnTo>
                    <a:pt x="1748132" y="2865436"/>
                  </a:lnTo>
                  <a:lnTo>
                    <a:pt x="1803712" y="2852204"/>
                  </a:lnTo>
                  <a:lnTo>
                    <a:pt x="1858762" y="2834738"/>
                  </a:lnTo>
                  <a:lnTo>
                    <a:pt x="1885228" y="2824682"/>
                  </a:lnTo>
                  <a:lnTo>
                    <a:pt x="1930222" y="2805099"/>
                  </a:lnTo>
                  <a:lnTo>
                    <a:pt x="2013326" y="2757993"/>
                  </a:lnTo>
                  <a:lnTo>
                    <a:pt x="2129779" y="2675427"/>
                  </a:lnTo>
                  <a:lnTo>
                    <a:pt x="2209178" y="2619854"/>
                  </a:lnTo>
                  <a:lnTo>
                    <a:pt x="2184829" y="2606093"/>
                  </a:lnTo>
                  <a:lnTo>
                    <a:pt x="2132426" y="2586509"/>
                  </a:lnTo>
                  <a:lnTo>
                    <a:pt x="2079493" y="2566926"/>
                  </a:lnTo>
                  <a:lnTo>
                    <a:pt x="2044557" y="2545226"/>
                  </a:lnTo>
                  <a:lnTo>
                    <a:pt x="2023913" y="2526173"/>
                  </a:lnTo>
                  <a:lnTo>
                    <a:pt x="2014914" y="2515058"/>
                  </a:lnTo>
                  <a:lnTo>
                    <a:pt x="2004328" y="2497592"/>
                  </a:lnTo>
                  <a:lnTo>
                    <a:pt x="1992682" y="2461072"/>
                  </a:lnTo>
                  <a:lnTo>
                    <a:pt x="1988977" y="2402323"/>
                  </a:lnTo>
                  <a:lnTo>
                    <a:pt x="1989507" y="2362628"/>
                  </a:lnTo>
                  <a:lnTo>
                    <a:pt x="1988448" y="2313935"/>
                  </a:lnTo>
                  <a:lnTo>
                    <a:pt x="1986860" y="2235603"/>
                  </a:lnTo>
                  <a:lnTo>
                    <a:pt x="1992682" y="2185322"/>
                  </a:lnTo>
                  <a:lnTo>
                    <a:pt x="2000622" y="2163092"/>
                  </a:lnTo>
                  <a:lnTo>
                    <a:pt x="2008033" y="2145626"/>
                  </a:lnTo>
                  <a:lnTo>
                    <a:pt x="2028677" y="2115987"/>
                  </a:lnTo>
                  <a:lnTo>
                    <a:pt x="2066789" y="2075233"/>
                  </a:lnTo>
                  <a:lnTo>
                    <a:pt x="2091667" y="2048770"/>
                  </a:lnTo>
                  <a:lnTo>
                    <a:pt x="2117075" y="2017543"/>
                  </a:lnTo>
                  <a:lnTo>
                    <a:pt x="2162068" y="1949796"/>
                  </a:lnTo>
                  <a:lnTo>
                    <a:pt x="2181653" y="1915393"/>
                  </a:lnTo>
                  <a:lnTo>
                    <a:pt x="2197004" y="1885225"/>
                  </a:lnTo>
                  <a:lnTo>
                    <a:pt x="2224529" y="1821712"/>
                  </a:lnTo>
                  <a:lnTo>
                    <a:pt x="2250996" y="1757141"/>
                  </a:lnTo>
                  <a:lnTo>
                    <a:pt x="2282226" y="1695216"/>
                  </a:lnTo>
                  <a:lnTo>
                    <a:pt x="2300753" y="1667694"/>
                  </a:lnTo>
                  <a:lnTo>
                    <a:pt x="2311339" y="1653933"/>
                  </a:lnTo>
                  <a:lnTo>
                    <a:pt x="2334630" y="1630645"/>
                  </a:lnTo>
                  <a:lnTo>
                    <a:pt x="2373800" y="1596242"/>
                  </a:lnTo>
                  <a:lnTo>
                    <a:pt x="2398149" y="1571896"/>
                  </a:lnTo>
                  <a:lnTo>
                    <a:pt x="2412441" y="1556547"/>
                  </a:lnTo>
                  <a:lnTo>
                    <a:pt x="2439966" y="1522674"/>
                  </a:lnTo>
                  <a:lnTo>
                    <a:pt x="2464316" y="1485625"/>
                  </a:lnTo>
                  <a:lnTo>
                    <a:pt x="2484960" y="1446459"/>
                  </a:lnTo>
                  <a:lnTo>
                    <a:pt x="2500310" y="1405705"/>
                  </a:lnTo>
                  <a:lnTo>
                    <a:pt x="2508779" y="1363892"/>
                  </a:lnTo>
                  <a:lnTo>
                    <a:pt x="2509838" y="1321551"/>
                  </a:lnTo>
                  <a:lnTo>
                    <a:pt x="2502427" y="1279209"/>
                  </a:lnTo>
                  <a:lnTo>
                    <a:pt x="2495017" y="1258038"/>
                  </a:lnTo>
                  <a:lnTo>
                    <a:pt x="2469609" y="1261214"/>
                  </a:lnTo>
                  <a:lnTo>
                    <a:pt x="2433614" y="1258038"/>
                  </a:lnTo>
                  <a:lnTo>
                    <a:pt x="2412441" y="1252216"/>
                  </a:lnTo>
                  <a:lnTo>
                    <a:pt x="2391797" y="1241101"/>
                  </a:lnTo>
                  <a:lnTo>
                    <a:pt x="2375388" y="1227869"/>
                  </a:lnTo>
                  <a:lnTo>
                    <a:pt x="2361626" y="1208816"/>
                  </a:lnTo>
                  <a:lnTo>
                    <a:pt x="2351568" y="1185528"/>
                  </a:lnTo>
                  <a:lnTo>
                    <a:pt x="2348392" y="1172825"/>
                  </a:lnTo>
                  <a:lnTo>
                    <a:pt x="2346275" y="1155889"/>
                  </a:lnTo>
                  <a:lnTo>
                    <a:pt x="2347863" y="1122544"/>
                  </a:lnTo>
                  <a:lnTo>
                    <a:pt x="2356332" y="1072264"/>
                  </a:lnTo>
                  <a:lnTo>
                    <a:pt x="2360038" y="1039449"/>
                  </a:lnTo>
                  <a:lnTo>
                    <a:pt x="2363743" y="980700"/>
                  </a:lnTo>
                  <a:lnTo>
                    <a:pt x="2363743" y="859496"/>
                  </a:lnTo>
                  <a:lnTo>
                    <a:pt x="2358979" y="801277"/>
                  </a:lnTo>
                  <a:lnTo>
                    <a:pt x="2354744" y="758406"/>
                  </a:lnTo>
                  <a:lnTo>
                    <a:pt x="2339923" y="671605"/>
                  </a:lnTo>
                  <a:lnTo>
                    <a:pt x="2316632" y="586392"/>
                  </a:lnTo>
                  <a:lnTo>
                    <a:pt x="2283285" y="505414"/>
                  </a:lnTo>
                  <a:lnTo>
                    <a:pt x="2261582" y="468365"/>
                  </a:lnTo>
                  <a:lnTo>
                    <a:pt x="2241997" y="437667"/>
                  </a:lnTo>
                  <a:lnTo>
                    <a:pt x="2197533" y="384210"/>
                  </a:lnTo>
                  <a:lnTo>
                    <a:pt x="2145659" y="338164"/>
                  </a:lnTo>
                  <a:lnTo>
                    <a:pt x="2088491" y="298469"/>
                  </a:lnTo>
                  <a:lnTo>
                    <a:pt x="2027089" y="266183"/>
                  </a:lnTo>
                  <a:lnTo>
                    <a:pt x="1962511" y="241307"/>
                  </a:lnTo>
                  <a:lnTo>
                    <a:pt x="1894227" y="223841"/>
                  </a:lnTo>
                  <a:lnTo>
                    <a:pt x="1824356" y="213256"/>
                  </a:lnTo>
                  <a:lnTo>
                    <a:pt x="1789949" y="210609"/>
                  </a:lnTo>
                  <a:lnTo>
                    <a:pt x="1734370" y="209022"/>
                  </a:lnTo>
                  <a:close/>
                  <a:moveTo>
                    <a:pt x="1697294" y="0"/>
                  </a:moveTo>
                  <a:lnTo>
                    <a:pt x="1815280" y="1588"/>
                  </a:lnTo>
                  <a:lnTo>
                    <a:pt x="1893584" y="8469"/>
                  </a:lnTo>
                  <a:lnTo>
                    <a:pt x="1932207" y="14291"/>
                  </a:lnTo>
                  <a:lnTo>
                    <a:pt x="1975591" y="23819"/>
                  </a:lnTo>
                  <a:lnTo>
                    <a:pt x="2059715" y="48697"/>
                  </a:lnTo>
                  <a:lnTo>
                    <a:pt x="2139606" y="83102"/>
                  </a:lnTo>
                  <a:lnTo>
                    <a:pt x="2214207" y="124918"/>
                  </a:lnTo>
                  <a:lnTo>
                    <a:pt x="2283517" y="175203"/>
                  </a:lnTo>
                  <a:lnTo>
                    <a:pt x="2345948" y="232899"/>
                  </a:lnTo>
                  <a:lnTo>
                    <a:pt x="2402031" y="298004"/>
                  </a:lnTo>
                  <a:lnTo>
                    <a:pt x="2451765" y="371050"/>
                  </a:lnTo>
                  <a:lnTo>
                    <a:pt x="2472399" y="410748"/>
                  </a:lnTo>
                  <a:lnTo>
                    <a:pt x="2485097" y="435626"/>
                  </a:lnTo>
                  <a:lnTo>
                    <a:pt x="2507318" y="487499"/>
                  </a:lnTo>
                  <a:lnTo>
                    <a:pt x="2533772" y="568484"/>
                  </a:lnTo>
                  <a:lnTo>
                    <a:pt x="2559168" y="679640"/>
                  </a:lnTo>
                  <a:lnTo>
                    <a:pt x="2574512" y="792384"/>
                  </a:lnTo>
                  <a:lnTo>
                    <a:pt x="2578744" y="848492"/>
                  </a:lnTo>
                  <a:lnTo>
                    <a:pt x="2578744" y="894542"/>
                  </a:lnTo>
                  <a:lnTo>
                    <a:pt x="2573454" y="968117"/>
                  </a:lnTo>
                  <a:lnTo>
                    <a:pt x="2575041" y="1015226"/>
                  </a:lnTo>
                  <a:lnTo>
                    <a:pt x="2579803" y="1037457"/>
                  </a:lnTo>
                  <a:lnTo>
                    <a:pt x="2582977" y="1045926"/>
                  </a:lnTo>
                  <a:lnTo>
                    <a:pt x="2590913" y="1061276"/>
                  </a:lnTo>
                  <a:lnTo>
                    <a:pt x="2611018" y="1083508"/>
                  </a:lnTo>
                  <a:lnTo>
                    <a:pt x="2642234" y="1110503"/>
                  </a:lnTo>
                  <a:lnTo>
                    <a:pt x="2672392" y="1138027"/>
                  </a:lnTo>
                  <a:lnTo>
                    <a:pt x="2683503" y="1153377"/>
                  </a:lnTo>
                  <a:lnTo>
                    <a:pt x="2694084" y="1171374"/>
                  </a:lnTo>
                  <a:lnTo>
                    <a:pt x="2710486" y="1212660"/>
                  </a:lnTo>
                  <a:lnTo>
                    <a:pt x="2721596" y="1257123"/>
                  </a:lnTo>
                  <a:lnTo>
                    <a:pt x="2725829" y="1303173"/>
                  </a:lnTo>
                  <a:lnTo>
                    <a:pt x="2725829" y="1350812"/>
                  </a:lnTo>
                  <a:lnTo>
                    <a:pt x="2720538" y="1396862"/>
                  </a:lnTo>
                  <a:lnTo>
                    <a:pt x="2711544" y="1442912"/>
                  </a:lnTo>
                  <a:lnTo>
                    <a:pt x="2699375" y="1485258"/>
                  </a:lnTo>
                  <a:lnTo>
                    <a:pt x="2691439" y="1505372"/>
                  </a:lnTo>
                  <a:lnTo>
                    <a:pt x="2682444" y="1527603"/>
                  </a:lnTo>
                  <a:lnTo>
                    <a:pt x="2661810" y="1568360"/>
                  </a:lnTo>
                  <a:lnTo>
                    <a:pt x="2624774" y="1623409"/>
                  </a:lnTo>
                  <a:lnTo>
                    <a:pt x="2539592" y="1722391"/>
                  </a:lnTo>
                  <a:lnTo>
                    <a:pt x="2481394" y="1792260"/>
                  </a:lnTo>
                  <a:lnTo>
                    <a:pt x="2463405" y="1817667"/>
                  </a:lnTo>
                  <a:lnTo>
                    <a:pt x="2433247" y="1873245"/>
                  </a:lnTo>
                  <a:lnTo>
                    <a:pt x="2394624" y="1963229"/>
                  </a:lnTo>
                  <a:lnTo>
                    <a:pt x="2367112" y="2019336"/>
                  </a:lnTo>
                  <a:lnTo>
                    <a:pt x="2350710" y="2047919"/>
                  </a:lnTo>
                  <a:lnTo>
                    <a:pt x="2307854" y="2104027"/>
                  </a:lnTo>
                  <a:lnTo>
                    <a:pt x="2263941" y="2160663"/>
                  </a:lnTo>
                  <a:lnTo>
                    <a:pt x="2234841" y="2204067"/>
                  </a:lnTo>
                  <a:lnTo>
                    <a:pt x="2219498" y="2232650"/>
                  </a:lnTo>
                  <a:lnTo>
                    <a:pt x="2214207" y="2248000"/>
                  </a:lnTo>
                  <a:lnTo>
                    <a:pt x="2209446" y="2263880"/>
                  </a:lnTo>
                  <a:lnTo>
                    <a:pt x="2205742" y="2299873"/>
                  </a:lnTo>
                  <a:lnTo>
                    <a:pt x="2207329" y="2355980"/>
                  </a:lnTo>
                  <a:lnTo>
                    <a:pt x="2208916" y="2391444"/>
                  </a:lnTo>
                  <a:lnTo>
                    <a:pt x="2243836" y="2398326"/>
                  </a:lnTo>
                  <a:lnTo>
                    <a:pt x="2314204" y="2419498"/>
                  </a:lnTo>
                  <a:lnTo>
                    <a:pt x="2417374" y="2460785"/>
                  </a:lnTo>
                  <a:lnTo>
                    <a:pt x="2484568" y="2487780"/>
                  </a:lnTo>
                  <a:lnTo>
                    <a:pt x="2597262" y="2530654"/>
                  </a:lnTo>
                  <a:lnTo>
                    <a:pt x="2821064" y="2617991"/>
                  </a:lnTo>
                  <a:lnTo>
                    <a:pt x="2932171" y="2665630"/>
                  </a:lnTo>
                  <a:lnTo>
                    <a:pt x="2994074" y="2690507"/>
                  </a:lnTo>
                  <a:lnTo>
                    <a:pt x="3080843" y="2730735"/>
                  </a:lnTo>
                  <a:lnTo>
                    <a:pt x="3112588" y="2749791"/>
                  </a:lnTo>
                  <a:lnTo>
                    <a:pt x="3141158" y="2771493"/>
                  </a:lnTo>
                  <a:lnTo>
                    <a:pt x="3162851" y="2796370"/>
                  </a:lnTo>
                  <a:lnTo>
                    <a:pt x="3171316" y="2810132"/>
                  </a:lnTo>
                  <a:lnTo>
                    <a:pt x="3182956" y="2831305"/>
                  </a:lnTo>
                  <a:lnTo>
                    <a:pt x="3200416" y="2878943"/>
                  </a:lnTo>
                  <a:lnTo>
                    <a:pt x="3219462" y="2952518"/>
                  </a:lnTo>
                  <a:lnTo>
                    <a:pt x="3230573" y="3000686"/>
                  </a:lnTo>
                  <a:lnTo>
                    <a:pt x="3245388" y="3061557"/>
                  </a:lnTo>
                  <a:lnTo>
                    <a:pt x="3268667" y="3184358"/>
                  </a:lnTo>
                  <a:lnTo>
                    <a:pt x="3285068" y="3308218"/>
                  </a:lnTo>
                  <a:lnTo>
                    <a:pt x="3293005" y="3432607"/>
                  </a:lnTo>
                  <a:lnTo>
                    <a:pt x="3294063" y="3495595"/>
                  </a:lnTo>
                  <a:lnTo>
                    <a:pt x="3294063" y="3555408"/>
                  </a:lnTo>
                  <a:lnTo>
                    <a:pt x="3285598" y="3656507"/>
                  </a:lnTo>
                  <a:lnTo>
                    <a:pt x="3271842" y="3702028"/>
                  </a:lnTo>
                  <a:lnTo>
                    <a:pt x="3258086" y="3729552"/>
                  </a:lnTo>
                  <a:lnTo>
                    <a:pt x="3249091" y="3741197"/>
                  </a:lnTo>
                  <a:lnTo>
                    <a:pt x="3241684" y="3749666"/>
                  </a:lnTo>
                  <a:lnTo>
                    <a:pt x="3223695" y="3762370"/>
                  </a:lnTo>
                  <a:lnTo>
                    <a:pt x="3194066" y="3775603"/>
                  </a:lnTo>
                  <a:lnTo>
                    <a:pt x="3127931" y="3781954"/>
                  </a:lnTo>
                  <a:lnTo>
                    <a:pt x="3084547" y="3781425"/>
                  </a:lnTo>
                  <a:lnTo>
                    <a:pt x="3079785" y="3623160"/>
                  </a:lnTo>
                  <a:lnTo>
                    <a:pt x="3072907" y="3388144"/>
                  </a:lnTo>
                  <a:lnTo>
                    <a:pt x="3062325" y="3270107"/>
                  </a:lnTo>
                  <a:lnTo>
                    <a:pt x="3051744" y="3191768"/>
                  </a:lnTo>
                  <a:lnTo>
                    <a:pt x="3044336" y="3153128"/>
                  </a:lnTo>
                  <a:lnTo>
                    <a:pt x="3035871" y="3101256"/>
                  </a:lnTo>
                  <a:lnTo>
                    <a:pt x="3017353" y="3011272"/>
                  </a:lnTo>
                  <a:lnTo>
                    <a:pt x="3003068" y="2971044"/>
                  </a:lnTo>
                  <a:lnTo>
                    <a:pt x="2990370" y="2948284"/>
                  </a:lnTo>
                  <a:lnTo>
                    <a:pt x="2981905" y="2938227"/>
                  </a:lnTo>
                  <a:lnTo>
                    <a:pt x="2973440" y="2929758"/>
                  </a:lnTo>
                  <a:lnTo>
                    <a:pt x="2952805" y="2915466"/>
                  </a:lnTo>
                  <a:lnTo>
                    <a:pt x="2916299" y="2898528"/>
                  </a:lnTo>
                  <a:lnTo>
                    <a:pt x="2894077" y="2888471"/>
                  </a:lnTo>
                  <a:lnTo>
                    <a:pt x="2794610" y="2845067"/>
                  </a:lnTo>
                  <a:lnTo>
                    <a:pt x="2694084" y="2803251"/>
                  </a:lnTo>
                  <a:lnTo>
                    <a:pt x="2604140" y="2766199"/>
                  </a:lnTo>
                  <a:lnTo>
                    <a:pt x="2513668" y="2731794"/>
                  </a:lnTo>
                  <a:lnTo>
                    <a:pt x="2493033" y="2723325"/>
                  </a:lnTo>
                  <a:lnTo>
                    <a:pt x="2460230" y="2711151"/>
                  </a:lnTo>
                  <a:lnTo>
                    <a:pt x="2438009" y="2707975"/>
                  </a:lnTo>
                  <a:lnTo>
                    <a:pt x="2427427" y="2710621"/>
                  </a:lnTo>
                  <a:lnTo>
                    <a:pt x="2414729" y="2714856"/>
                  </a:lnTo>
                  <a:lnTo>
                    <a:pt x="2391450" y="2730206"/>
                  </a:lnTo>
                  <a:lnTo>
                    <a:pt x="2361292" y="2760906"/>
                  </a:lnTo>
                  <a:lnTo>
                    <a:pt x="2342245" y="2779962"/>
                  </a:lnTo>
                  <a:lnTo>
                    <a:pt x="2307854" y="2809603"/>
                  </a:lnTo>
                  <a:lnTo>
                    <a:pt x="2236428" y="2865711"/>
                  </a:lnTo>
                  <a:lnTo>
                    <a:pt x="2198864" y="2892706"/>
                  </a:lnTo>
                  <a:lnTo>
                    <a:pt x="2167119" y="2913878"/>
                  </a:lnTo>
                  <a:lnTo>
                    <a:pt x="2100984" y="2953577"/>
                  </a:lnTo>
                  <a:lnTo>
                    <a:pt x="2032732" y="2989041"/>
                  </a:lnTo>
                  <a:lnTo>
                    <a:pt x="1962893" y="3020270"/>
                  </a:lnTo>
                  <a:lnTo>
                    <a:pt x="1891467" y="3046207"/>
                  </a:lnTo>
                  <a:lnTo>
                    <a:pt x="1818454" y="3067909"/>
                  </a:lnTo>
                  <a:lnTo>
                    <a:pt x="1742795" y="3082730"/>
                  </a:lnTo>
                  <a:lnTo>
                    <a:pt x="1666608" y="3092787"/>
                  </a:lnTo>
                  <a:lnTo>
                    <a:pt x="1627984" y="3094904"/>
                  </a:lnTo>
                  <a:lnTo>
                    <a:pt x="1589891" y="3095962"/>
                  </a:lnTo>
                  <a:lnTo>
                    <a:pt x="1514232" y="3092257"/>
                  </a:lnTo>
                  <a:lnTo>
                    <a:pt x="1438044" y="3082200"/>
                  </a:lnTo>
                  <a:lnTo>
                    <a:pt x="1362915" y="3065262"/>
                  </a:lnTo>
                  <a:lnTo>
                    <a:pt x="1288314" y="3042502"/>
                  </a:lnTo>
                  <a:lnTo>
                    <a:pt x="1215830" y="3014977"/>
                  </a:lnTo>
                  <a:lnTo>
                    <a:pt x="1145991" y="2983218"/>
                  </a:lnTo>
                  <a:lnTo>
                    <a:pt x="1078798" y="2946696"/>
                  </a:lnTo>
                  <a:lnTo>
                    <a:pt x="1047582" y="2926582"/>
                  </a:lnTo>
                  <a:lnTo>
                    <a:pt x="1007901" y="2901704"/>
                  </a:lnTo>
                  <a:lnTo>
                    <a:pt x="931184" y="2846655"/>
                  </a:lnTo>
                  <a:lnTo>
                    <a:pt x="895206" y="2816484"/>
                  </a:lnTo>
                  <a:lnTo>
                    <a:pt x="874043" y="2797429"/>
                  </a:lnTo>
                  <a:lnTo>
                    <a:pt x="839124" y="2766729"/>
                  </a:lnTo>
                  <a:lnTo>
                    <a:pt x="813728" y="2751379"/>
                  </a:lnTo>
                  <a:lnTo>
                    <a:pt x="799972" y="2747673"/>
                  </a:lnTo>
                  <a:lnTo>
                    <a:pt x="788861" y="2746085"/>
                  </a:lnTo>
                  <a:lnTo>
                    <a:pt x="767169" y="2747673"/>
                  </a:lnTo>
                  <a:lnTo>
                    <a:pt x="733836" y="2758260"/>
                  </a:lnTo>
                  <a:lnTo>
                    <a:pt x="714260" y="2766199"/>
                  </a:lnTo>
                  <a:lnTo>
                    <a:pt x="637014" y="2794782"/>
                  </a:lnTo>
                  <a:lnTo>
                    <a:pt x="561885" y="2826012"/>
                  </a:lnTo>
                  <a:lnTo>
                    <a:pt x="503157" y="2848243"/>
                  </a:lnTo>
                  <a:lnTo>
                    <a:pt x="401044" y="2884766"/>
                  </a:lnTo>
                  <a:lnTo>
                    <a:pt x="357130" y="2908585"/>
                  </a:lnTo>
                  <a:lnTo>
                    <a:pt x="331734" y="2927640"/>
                  </a:lnTo>
                  <a:lnTo>
                    <a:pt x="321153" y="2938227"/>
                  </a:lnTo>
                  <a:lnTo>
                    <a:pt x="313745" y="2947225"/>
                  </a:lnTo>
                  <a:lnTo>
                    <a:pt x="301577" y="2967868"/>
                  </a:lnTo>
                  <a:lnTo>
                    <a:pt x="286762" y="3004391"/>
                  </a:lnTo>
                  <a:lnTo>
                    <a:pt x="267715" y="3086964"/>
                  </a:lnTo>
                  <a:lnTo>
                    <a:pt x="258721" y="3134073"/>
                  </a:lnTo>
                  <a:lnTo>
                    <a:pt x="247081" y="3181182"/>
                  </a:lnTo>
                  <a:lnTo>
                    <a:pt x="228034" y="3278047"/>
                  </a:lnTo>
                  <a:lnTo>
                    <a:pt x="214278" y="3377029"/>
                  </a:lnTo>
                  <a:lnTo>
                    <a:pt x="208458" y="3474952"/>
                  </a:lnTo>
                  <a:lnTo>
                    <a:pt x="210045" y="3524178"/>
                  </a:lnTo>
                  <a:lnTo>
                    <a:pt x="215336" y="3588755"/>
                  </a:lnTo>
                  <a:lnTo>
                    <a:pt x="229621" y="3684561"/>
                  </a:lnTo>
                  <a:lnTo>
                    <a:pt x="237558" y="3748608"/>
                  </a:lnTo>
                  <a:lnTo>
                    <a:pt x="238087" y="3781425"/>
                  </a:lnTo>
                  <a:lnTo>
                    <a:pt x="190999" y="3783013"/>
                  </a:lnTo>
                  <a:lnTo>
                    <a:pt x="115340" y="3779308"/>
                  </a:lnTo>
                  <a:lnTo>
                    <a:pt x="81479" y="3768722"/>
                  </a:lnTo>
                  <a:lnTo>
                    <a:pt x="60844" y="3756547"/>
                  </a:lnTo>
                  <a:lnTo>
                    <a:pt x="51321" y="3748608"/>
                  </a:lnTo>
                  <a:lnTo>
                    <a:pt x="41797" y="3738021"/>
                  </a:lnTo>
                  <a:lnTo>
                    <a:pt x="25925" y="3712085"/>
                  </a:lnTo>
                  <a:lnTo>
                    <a:pt x="14285" y="3682443"/>
                  </a:lnTo>
                  <a:lnTo>
                    <a:pt x="7407" y="3650155"/>
                  </a:lnTo>
                  <a:lnTo>
                    <a:pt x="1058" y="3599341"/>
                  </a:lnTo>
                  <a:lnTo>
                    <a:pt x="0" y="3533177"/>
                  </a:lnTo>
                  <a:lnTo>
                    <a:pt x="529" y="3505123"/>
                  </a:lnTo>
                  <a:lnTo>
                    <a:pt x="1058" y="3440017"/>
                  </a:lnTo>
                  <a:lnTo>
                    <a:pt x="10582" y="3309806"/>
                  </a:lnTo>
                  <a:lnTo>
                    <a:pt x="29629" y="3181182"/>
                  </a:lnTo>
                  <a:lnTo>
                    <a:pt x="56083" y="3053088"/>
                  </a:lnTo>
                  <a:lnTo>
                    <a:pt x="73542" y="2990629"/>
                  </a:lnTo>
                  <a:lnTo>
                    <a:pt x="85711" y="2945637"/>
                  </a:lnTo>
                  <a:lnTo>
                    <a:pt x="105816" y="2874709"/>
                  </a:lnTo>
                  <a:lnTo>
                    <a:pt x="123276" y="2830246"/>
                  </a:lnTo>
                  <a:lnTo>
                    <a:pt x="134387" y="2810132"/>
                  </a:lnTo>
                  <a:lnTo>
                    <a:pt x="143910" y="2795841"/>
                  </a:lnTo>
                  <a:lnTo>
                    <a:pt x="168248" y="2769905"/>
                  </a:lnTo>
                  <a:lnTo>
                    <a:pt x="197877" y="2747673"/>
                  </a:lnTo>
                  <a:lnTo>
                    <a:pt x="232267" y="2728089"/>
                  </a:lnTo>
                  <a:lnTo>
                    <a:pt x="324327" y="2686802"/>
                  </a:lnTo>
                  <a:lnTo>
                    <a:pt x="390462" y="2661395"/>
                  </a:lnTo>
                  <a:lnTo>
                    <a:pt x="501570" y="2616933"/>
                  </a:lnTo>
                  <a:lnTo>
                    <a:pt x="725371" y="2532772"/>
                  </a:lnTo>
                  <a:lnTo>
                    <a:pt x="838066" y="2492014"/>
                  </a:lnTo>
                  <a:lnTo>
                    <a:pt x="911079" y="2462902"/>
                  </a:lnTo>
                  <a:lnTo>
                    <a:pt x="1026948" y="2419498"/>
                  </a:lnTo>
                  <a:lnTo>
                    <a:pt x="1104194" y="2397267"/>
                  </a:lnTo>
                  <a:lnTo>
                    <a:pt x="1142817" y="2391444"/>
                  </a:lnTo>
                  <a:lnTo>
                    <a:pt x="1143346" y="2358627"/>
                  </a:lnTo>
                  <a:lnTo>
                    <a:pt x="1144933" y="2305695"/>
                  </a:lnTo>
                  <a:lnTo>
                    <a:pt x="1141229" y="2272349"/>
                  </a:lnTo>
                  <a:lnTo>
                    <a:pt x="1136468" y="2258057"/>
                  </a:lnTo>
                  <a:lnTo>
                    <a:pt x="1131177" y="2245883"/>
                  </a:lnTo>
                  <a:lnTo>
                    <a:pt x="1115304" y="2224181"/>
                  </a:lnTo>
                  <a:lnTo>
                    <a:pt x="1085676" y="2197715"/>
                  </a:lnTo>
                  <a:lnTo>
                    <a:pt x="1066629" y="2180248"/>
                  </a:lnTo>
                  <a:lnTo>
                    <a:pt x="1040175" y="2154311"/>
                  </a:lnTo>
                  <a:lnTo>
                    <a:pt x="992028" y="2097145"/>
                  </a:lnTo>
                  <a:lnTo>
                    <a:pt x="969807" y="2067504"/>
                  </a:lnTo>
                  <a:lnTo>
                    <a:pt x="942295" y="2026217"/>
                  </a:lnTo>
                  <a:lnTo>
                    <a:pt x="894677" y="1940468"/>
                  </a:lnTo>
                  <a:lnTo>
                    <a:pt x="874572" y="1896006"/>
                  </a:lnTo>
                  <a:lnTo>
                    <a:pt x="863990" y="1869540"/>
                  </a:lnTo>
                  <a:lnTo>
                    <a:pt x="844944" y="1815550"/>
                  </a:lnTo>
                  <a:lnTo>
                    <a:pt x="831187" y="1791202"/>
                  </a:lnTo>
                  <a:lnTo>
                    <a:pt x="818490" y="1772676"/>
                  </a:lnTo>
                  <a:lnTo>
                    <a:pt x="787803" y="1739329"/>
                  </a:lnTo>
                  <a:lnTo>
                    <a:pt x="739127" y="1691161"/>
                  </a:lnTo>
                  <a:lnTo>
                    <a:pt x="708970" y="1657814"/>
                  </a:lnTo>
                  <a:lnTo>
                    <a:pt x="681457" y="1621821"/>
                  </a:lnTo>
                  <a:lnTo>
                    <a:pt x="645480" y="1561479"/>
                  </a:lnTo>
                  <a:lnTo>
                    <a:pt x="624316" y="1519134"/>
                  </a:lnTo>
                  <a:lnTo>
                    <a:pt x="607386" y="1474671"/>
                  </a:lnTo>
                  <a:lnTo>
                    <a:pt x="593630" y="1429680"/>
                  </a:lnTo>
                  <a:lnTo>
                    <a:pt x="585164" y="1383629"/>
                  </a:lnTo>
                  <a:lnTo>
                    <a:pt x="582519" y="1337579"/>
                  </a:lnTo>
                  <a:lnTo>
                    <a:pt x="583048" y="1314818"/>
                  </a:lnTo>
                  <a:lnTo>
                    <a:pt x="584635" y="1290470"/>
                  </a:lnTo>
                  <a:lnTo>
                    <a:pt x="591513" y="1240185"/>
                  </a:lnTo>
                  <a:lnTo>
                    <a:pt x="605799" y="1189900"/>
                  </a:lnTo>
                  <a:lnTo>
                    <a:pt x="627491" y="1144379"/>
                  </a:lnTo>
                  <a:lnTo>
                    <a:pt x="641776" y="1124265"/>
                  </a:lnTo>
                  <a:lnTo>
                    <a:pt x="664527" y="1102563"/>
                  </a:lnTo>
                  <a:lnTo>
                    <a:pt x="704737" y="1069745"/>
                  </a:lnTo>
                  <a:lnTo>
                    <a:pt x="720080" y="1050690"/>
                  </a:lnTo>
                  <a:lnTo>
                    <a:pt x="726958" y="1036928"/>
                  </a:lnTo>
                  <a:lnTo>
                    <a:pt x="729075" y="1028459"/>
                  </a:lnTo>
                  <a:lnTo>
                    <a:pt x="730662" y="1017873"/>
                  </a:lnTo>
                  <a:lnTo>
                    <a:pt x="730133" y="994053"/>
                  </a:lnTo>
                  <a:lnTo>
                    <a:pt x="725371" y="957531"/>
                  </a:lnTo>
                  <a:lnTo>
                    <a:pt x="723784" y="933711"/>
                  </a:lnTo>
                  <a:lnTo>
                    <a:pt x="723784" y="891366"/>
                  </a:lnTo>
                  <a:lnTo>
                    <a:pt x="730662" y="805088"/>
                  </a:lnTo>
                  <a:lnTo>
                    <a:pt x="734366" y="762743"/>
                  </a:lnTo>
                  <a:lnTo>
                    <a:pt x="738598" y="725161"/>
                  </a:lnTo>
                  <a:lnTo>
                    <a:pt x="750767" y="649999"/>
                  </a:lnTo>
                  <a:lnTo>
                    <a:pt x="768756" y="575365"/>
                  </a:lnTo>
                  <a:lnTo>
                    <a:pt x="791506" y="501791"/>
                  </a:lnTo>
                  <a:lnTo>
                    <a:pt x="820606" y="431392"/>
                  </a:lnTo>
                  <a:lnTo>
                    <a:pt x="855525" y="363639"/>
                  </a:lnTo>
                  <a:lnTo>
                    <a:pt x="897323" y="299592"/>
                  </a:lnTo>
                  <a:lnTo>
                    <a:pt x="945469" y="239780"/>
                  </a:lnTo>
                  <a:lnTo>
                    <a:pt x="972981" y="213314"/>
                  </a:lnTo>
                  <a:lnTo>
                    <a:pt x="1006314" y="181555"/>
                  </a:lnTo>
                  <a:lnTo>
                    <a:pt x="1078269" y="128624"/>
                  </a:lnTo>
                  <a:lnTo>
                    <a:pt x="1153398" y="86278"/>
                  </a:lnTo>
                  <a:lnTo>
                    <a:pt x="1232760" y="53990"/>
                  </a:lnTo>
                  <a:lnTo>
                    <a:pt x="1314239" y="30700"/>
                  </a:lnTo>
                  <a:lnTo>
                    <a:pt x="1398892" y="14291"/>
                  </a:lnTo>
                  <a:lnTo>
                    <a:pt x="1485662" y="5293"/>
                  </a:lnTo>
                  <a:lnTo>
                    <a:pt x="1574018" y="1059"/>
                  </a:lnTo>
                  <a:lnTo>
                    <a:pt x="1618461" y="1059"/>
                  </a:lnTo>
                  <a:close/>
                </a:path>
              </a:pathLst>
            </a:custGeom>
            <a:solidFill>
              <a:srgbClr val="063C67"/>
            </a:solidFill>
            <a:ln>
              <a:noFill/>
            </a:ln>
          </p:spPr>
          <p:txBody>
            <a:bodyPr anchorCtr="0" anchor="t" bIns="34175" lIns="68425" spcFirstLastPara="1" rIns="68425" wrap="square" tIns="34175">
              <a:noAutofit/>
            </a:bodyPr>
            <a:lstStyle/>
            <a:p>
              <a:pPr indent="0" lvl="0" marL="0" marR="0" rtl="0" algn="l">
                <a:lnSpc>
                  <a:spcPct val="100000"/>
                </a:lnSpc>
                <a:spcBef>
                  <a:spcPts val="0"/>
                </a:spcBef>
                <a:spcAft>
                  <a:spcPts val="0"/>
                </a:spcAft>
                <a:buClr>
                  <a:srgbClr val="000000"/>
                </a:buClr>
                <a:buSzPts val="1347"/>
                <a:buFont typeface="Arial"/>
                <a:buNone/>
              </a:pPr>
              <a:r>
                <a:t/>
              </a:r>
              <a:endParaRPr b="0" i="0" sz="1347" u="none" cap="none" strike="noStrike">
                <a:solidFill>
                  <a:srgbClr val="063C67"/>
                </a:solidFill>
                <a:latin typeface="Calibri"/>
                <a:ea typeface="Calibri"/>
                <a:cs typeface="Calibri"/>
                <a:sym typeface="Calibri"/>
              </a:endParaRPr>
            </a:p>
          </p:txBody>
        </p:sp>
      </p:grpSp>
      <p:grpSp>
        <p:nvGrpSpPr>
          <p:cNvPr id="532" name="Google Shape;532;g3bb050f2e20_0_7"/>
          <p:cNvGrpSpPr/>
          <p:nvPr/>
        </p:nvGrpSpPr>
        <p:grpSpPr>
          <a:xfrm>
            <a:off x="797655" y="4399684"/>
            <a:ext cx="1758880" cy="232342"/>
            <a:chOff x="1094080" y="5864299"/>
            <a:chExt cx="1727101" cy="310493"/>
          </a:xfrm>
        </p:grpSpPr>
        <p:sp>
          <p:nvSpPr>
            <p:cNvPr id="533" name="Google Shape;533;g3bb050f2e20_0_7"/>
            <p:cNvSpPr txBox="1"/>
            <p:nvPr/>
          </p:nvSpPr>
          <p:spPr>
            <a:xfrm>
              <a:off x="1094081" y="5897892"/>
              <a:ext cx="1727100" cy="276900"/>
            </a:xfrm>
            <a:prstGeom prst="rect">
              <a:avLst/>
            </a:prstGeom>
            <a:noFill/>
            <a:ln>
              <a:noFill/>
            </a:ln>
          </p:spPr>
          <p:txBody>
            <a:bodyPr anchorCtr="0" anchor="t" bIns="34175" lIns="68425" spcFirstLastPara="1" rIns="68425" wrap="square" tIns="34175">
              <a:spAutoFit/>
            </a:bodyPr>
            <a:lstStyle/>
            <a:p>
              <a:pPr indent="0" lvl="0" marL="0" marR="0" rtl="0" algn="ctr">
                <a:lnSpc>
                  <a:spcPct val="100000"/>
                </a:lnSpc>
                <a:spcBef>
                  <a:spcPts val="0"/>
                </a:spcBef>
                <a:spcAft>
                  <a:spcPts val="0"/>
                </a:spcAft>
                <a:buClr>
                  <a:srgbClr val="000000"/>
                </a:buClr>
                <a:buSzPts val="897"/>
                <a:buFont typeface="Arial"/>
                <a:buNone/>
              </a:pPr>
              <a:r>
                <a:rPr b="0" i="0" lang="vi" sz="897" u="none" cap="none" strike="noStrike">
                  <a:solidFill>
                    <a:srgbClr val="FFFFFF"/>
                  </a:solidFill>
                  <a:latin typeface="Calibri"/>
                  <a:ea typeface="Calibri"/>
                  <a:cs typeface="Calibri"/>
                  <a:sym typeface="Calibri"/>
                </a:rPr>
                <a:t>Q1 - 2026</a:t>
              </a:r>
              <a:endParaRPr b="0" i="0" sz="1047" u="none" cap="none" strike="noStrike">
                <a:solidFill>
                  <a:srgbClr val="000000"/>
                </a:solidFill>
                <a:latin typeface="Arial"/>
                <a:ea typeface="Arial"/>
                <a:cs typeface="Arial"/>
                <a:sym typeface="Arial"/>
              </a:endParaRPr>
            </a:p>
          </p:txBody>
        </p:sp>
        <p:cxnSp>
          <p:nvCxnSpPr>
            <p:cNvPr id="534" name="Google Shape;534;g3bb050f2e20_0_7"/>
            <p:cNvCxnSpPr/>
            <p:nvPr/>
          </p:nvCxnSpPr>
          <p:spPr>
            <a:xfrm>
              <a:off x="1094080" y="5864299"/>
              <a:ext cx="1727100" cy="0"/>
            </a:xfrm>
            <a:prstGeom prst="straightConnector1">
              <a:avLst/>
            </a:prstGeom>
            <a:noFill/>
            <a:ln cap="flat" cmpd="sng" w="9525">
              <a:solidFill>
                <a:srgbClr val="FFFFFF"/>
              </a:solidFill>
              <a:prstDash val="solid"/>
              <a:miter lim="800000"/>
              <a:headEnd len="sm" w="sm" type="none"/>
              <a:tailEnd len="sm" w="sm" type="none"/>
            </a:ln>
          </p:spPr>
        </p:cxnSp>
      </p:grpSp>
      <p:sp>
        <p:nvSpPr>
          <p:cNvPr id="535" name="Google Shape;535;g3bb050f2e20_0_7"/>
          <p:cNvSpPr/>
          <p:nvPr/>
        </p:nvSpPr>
        <p:spPr>
          <a:xfrm>
            <a:off x="1461690" y="4809873"/>
            <a:ext cx="7579500" cy="207300"/>
          </a:xfrm>
          <a:prstGeom prst="rect">
            <a:avLst/>
          </a:prstGeom>
          <a:noFill/>
          <a:ln>
            <a:noFill/>
          </a:ln>
        </p:spPr>
        <p:txBody>
          <a:bodyPr anchorCtr="0" anchor="t" bIns="34175" lIns="68425" spcFirstLastPara="1" rIns="68425" wrap="square" tIns="34175">
            <a:noAutofit/>
          </a:bodyPr>
          <a:lstStyle/>
          <a:p>
            <a:pPr indent="0" lvl="0" marL="0" marR="0" rtl="0" algn="l">
              <a:lnSpc>
                <a:spcPct val="100000"/>
              </a:lnSpc>
              <a:spcBef>
                <a:spcPts val="0"/>
              </a:spcBef>
              <a:spcAft>
                <a:spcPts val="0"/>
              </a:spcAft>
              <a:buClr>
                <a:srgbClr val="000000"/>
              </a:buClr>
              <a:buSzPts val="897"/>
              <a:buFont typeface="Arial"/>
              <a:buNone/>
            </a:pPr>
            <a:r>
              <a:rPr b="0" i="0" lang="vi" sz="897" u="none" cap="none" strike="noStrike">
                <a:solidFill>
                  <a:srgbClr val="063C67"/>
                </a:solidFill>
                <a:latin typeface="Calibri"/>
                <a:ea typeface="Calibri"/>
                <a:cs typeface="Calibri"/>
                <a:sym typeface="Calibri"/>
              </a:rPr>
              <a:t>以下は標準的なランプアップ計画です。実際のボリュームに応じて調整可能です</a:t>
            </a:r>
            <a:endParaRPr b="0" i="0" sz="897" u="none" cap="none" strike="noStrike">
              <a:solidFill>
                <a:srgbClr val="063C67"/>
              </a:solidFill>
              <a:latin typeface="Calibri"/>
              <a:ea typeface="Calibri"/>
              <a:cs typeface="Calibri"/>
              <a:sym typeface="Calibri"/>
            </a:endParaRPr>
          </a:p>
        </p:txBody>
      </p:sp>
      <p:grpSp>
        <p:nvGrpSpPr>
          <p:cNvPr id="536" name="Google Shape;536;g3bb050f2e20_0_7"/>
          <p:cNvGrpSpPr/>
          <p:nvPr/>
        </p:nvGrpSpPr>
        <p:grpSpPr>
          <a:xfrm>
            <a:off x="2778878" y="4399684"/>
            <a:ext cx="1965848" cy="231671"/>
            <a:chOff x="3099615" y="5864299"/>
            <a:chExt cx="2062800" cy="309597"/>
          </a:xfrm>
        </p:grpSpPr>
        <p:cxnSp>
          <p:nvCxnSpPr>
            <p:cNvPr id="537" name="Google Shape;537;g3bb050f2e20_0_7"/>
            <p:cNvCxnSpPr/>
            <p:nvPr/>
          </p:nvCxnSpPr>
          <p:spPr>
            <a:xfrm>
              <a:off x="3099615" y="5864299"/>
              <a:ext cx="2062800" cy="0"/>
            </a:xfrm>
            <a:prstGeom prst="straightConnector1">
              <a:avLst/>
            </a:prstGeom>
            <a:noFill/>
            <a:ln cap="flat" cmpd="sng" w="9525">
              <a:solidFill>
                <a:srgbClr val="FFFFFF"/>
              </a:solidFill>
              <a:prstDash val="solid"/>
              <a:miter lim="800000"/>
              <a:headEnd len="sm" w="sm" type="none"/>
              <a:tailEnd len="sm" w="sm" type="none"/>
            </a:ln>
          </p:spPr>
        </p:cxnSp>
        <p:sp>
          <p:nvSpPr>
            <p:cNvPr id="538" name="Google Shape;538;g3bb050f2e20_0_7"/>
            <p:cNvSpPr txBox="1"/>
            <p:nvPr/>
          </p:nvSpPr>
          <p:spPr>
            <a:xfrm>
              <a:off x="3099615" y="5896996"/>
              <a:ext cx="2062800" cy="276900"/>
            </a:xfrm>
            <a:prstGeom prst="rect">
              <a:avLst/>
            </a:prstGeom>
            <a:noFill/>
            <a:ln>
              <a:noFill/>
            </a:ln>
          </p:spPr>
          <p:txBody>
            <a:bodyPr anchorCtr="0" anchor="t" bIns="34175" lIns="68425" spcFirstLastPara="1" rIns="68425" wrap="square" tIns="34175">
              <a:spAutoFit/>
            </a:bodyPr>
            <a:lstStyle/>
            <a:p>
              <a:pPr indent="0" lvl="0" marL="0" marR="0" rtl="0" algn="ctr">
                <a:lnSpc>
                  <a:spcPct val="100000"/>
                </a:lnSpc>
                <a:spcBef>
                  <a:spcPts val="0"/>
                </a:spcBef>
                <a:spcAft>
                  <a:spcPts val="0"/>
                </a:spcAft>
                <a:buClr>
                  <a:srgbClr val="000000"/>
                </a:buClr>
                <a:buSzPts val="897"/>
                <a:buFont typeface="Arial"/>
                <a:buNone/>
              </a:pPr>
              <a:r>
                <a:rPr b="0" i="0" lang="vi" sz="897" u="none" cap="none" strike="noStrike">
                  <a:solidFill>
                    <a:srgbClr val="FFFFFF"/>
                  </a:solidFill>
                  <a:latin typeface="Calibri"/>
                  <a:ea typeface="Calibri"/>
                  <a:cs typeface="Calibri"/>
                  <a:sym typeface="Calibri"/>
                </a:rPr>
                <a:t>Q2 - 2026</a:t>
              </a:r>
              <a:endParaRPr b="0" i="0" sz="1047" u="none" cap="none" strike="noStrike">
                <a:solidFill>
                  <a:srgbClr val="000000"/>
                </a:solidFill>
                <a:latin typeface="Arial"/>
                <a:ea typeface="Arial"/>
                <a:cs typeface="Arial"/>
                <a:sym typeface="Arial"/>
              </a:endParaRPr>
            </a:p>
          </p:txBody>
        </p:sp>
      </p:grpSp>
      <p:grpSp>
        <p:nvGrpSpPr>
          <p:cNvPr id="539" name="Google Shape;539;g3bb050f2e20_0_7"/>
          <p:cNvGrpSpPr/>
          <p:nvPr/>
        </p:nvGrpSpPr>
        <p:grpSpPr>
          <a:xfrm>
            <a:off x="4853359" y="4399684"/>
            <a:ext cx="2045472" cy="231671"/>
            <a:chOff x="5443728" y="5864299"/>
            <a:chExt cx="2062800" cy="309597"/>
          </a:xfrm>
        </p:grpSpPr>
        <p:cxnSp>
          <p:nvCxnSpPr>
            <p:cNvPr id="540" name="Google Shape;540;g3bb050f2e20_0_7"/>
            <p:cNvCxnSpPr/>
            <p:nvPr/>
          </p:nvCxnSpPr>
          <p:spPr>
            <a:xfrm>
              <a:off x="5443728" y="5864299"/>
              <a:ext cx="2062800" cy="0"/>
            </a:xfrm>
            <a:prstGeom prst="straightConnector1">
              <a:avLst/>
            </a:prstGeom>
            <a:noFill/>
            <a:ln cap="flat" cmpd="sng" w="9525">
              <a:solidFill>
                <a:srgbClr val="FFFFFF"/>
              </a:solidFill>
              <a:prstDash val="solid"/>
              <a:miter lim="800000"/>
              <a:headEnd len="sm" w="sm" type="none"/>
              <a:tailEnd len="sm" w="sm" type="none"/>
            </a:ln>
          </p:spPr>
        </p:cxnSp>
        <p:sp>
          <p:nvSpPr>
            <p:cNvPr id="541" name="Google Shape;541;g3bb050f2e20_0_7"/>
            <p:cNvSpPr txBox="1"/>
            <p:nvPr/>
          </p:nvSpPr>
          <p:spPr>
            <a:xfrm>
              <a:off x="5443728" y="5896996"/>
              <a:ext cx="2062800" cy="276900"/>
            </a:xfrm>
            <a:prstGeom prst="rect">
              <a:avLst/>
            </a:prstGeom>
            <a:noFill/>
            <a:ln>
              <a:noFill/>
            </a:ln>
          </p:spPr>
          <p:txBody>
            <a:bodyPr anchorCtr="0" anchor="t" bIns="34175" lIns="68425" spcFirstLastPara="1" rIns="68425" wrap="square" tIns="34175">
              <a:spAutoFit/>
            </a:bodyPr>
            <a:lstStyle/>
            <a:p>
              <a:pPr indent="0" lvl="0" marL="0" marR="0" rtl="0" algn="ctr">
                <a:lnSpc>
                  <a:spcPct val="100000"/>
                </a:lnSpc>
                <a:spcBef>
                  <a:spcPts val="0"/>
                </a:spcBef>
                <a:spcAft>
                  <a:spcPts val="0"/>
                </a:spcAft>
                <a:buClr>
                  <a:srgbClr val="000000"/>
                </a:buClr>
                <a:buSzPts val="897"/>
                <a:buFont typeface="Arial"/>
                <a:buNone/>
              </a:pPr>
              <a:r>
                <a:rPr b="0" i="0" lang="vi" sz="897" u="none" cap="none" strike="noStrike">
                  <a:solidFill>
                    <a:srgbClr val="FFFFFF"/>
                  </a:solidFill>
                  <a:latin typeface="Calibri"/>
                  <a:ea typeface="Calibri"/>
                  <a:cs typeface="Calibri"/>
                  <a:sym typeface="Calibri"/>
                </a:rPr>
                <a:t>Q 3 - 2026</a:t>
              </a:r>
              <a:endParaRPr b="0" i="0" sz="1047" u="none" cap="none" strike="noStrike">
                <a:solidFill>
                  <a:srgbClr val="000000"/>
                </a:solidFill>
                <a:latin typeface="Arial"/>
                <a:ea typeface="Arial"/>
                <a:cs typeface="Arial"/>
                <a:sym typeface="Arial"/>
              </a:endParaRPr>
            </a:p>
          </p:txBody>
        </p:sp>
      </p:grpSp>
      <p:pic>
        <p:nvPicPr>
          <p:cNvPr id="542" name="Google Shape;542;g3bb050f2e20_0_7" title="Đã ghi được điểm"/>
          <p:cNvPicPr preferRelativeResize="0"/>
          <p:nvPr/>
        </p:nvPicPr>
        <p:blipFill rotWithShape="1">
          <a:blip r:embed="rId3">
            <a:alphaModFix/>
          </a:blip>
          <a:srcRect b="0" l="0" r="0" t="0"/>
          <a:stretch/>
        </p:blipFill>
        <p:spPr>
          <a:xfrm>
            <a:off x="943800" y="741100"/>
            <a:ext cx="5322579" cy="3291100"/>
          </a:xfrm>
          <a:prstGeom prst="rect">
            <a:avLst/>
          </a:prstGeom>
          <a:noFill/>
          <a:ln>
            <a:noFill/>
          </a:ln>
        </p:spPr>
      </p:pic>
      <p:sp>
        <p:nvSpPr>
          <p:cNvPr id="543" name="Google Shape;543;g3bb050f2e20_0_7"/>
          <p:cNvSpPr/>
          <p:nvPr/>
        </p:nvSpPr>
        <p:spPr>
          <a:xfrm>
            <a:off x="6499300" y="741225"/>
            <a:ext cx="2644800" cy="3291000"/>
          </a:xfrm>
          <a:prstGeom prst="rect">
            <a:avLst/>
          </a:prstGeom>
          <a:solidFill>
            <a:srgbClr val="E4F4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Calibri"/>
              <a:ea typeface="Calibri"/>
              <a:cs typeface="Calibri"/>
              <a:sym typeface="Calibri"/>
            </a:endParaRPr>
          </a:p>
        </p:txBody>
      </p:sp>
      <p:sp>
        <p:nvSpPr>
          <p:cNvPr id="544" name="Google Shape;544;g3bb050f2e20_0_7"/>
          <p:cNvSpPr txBox="1"/>
          <p:nvPr/>
        </p:nvSpPr>
        <p:spPr>
          <a:xfrm>
            <a:off x="6499296" y="816849"/>
            <a:ext cx="26448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vi" sz="1200" u="none" cap="none" strike="noStrike">
                <a:solidFill>
                  <a:srgbClr val="1575A0"/>
                </a:solidFill>
                <a:latin typeface="Calibri"/>
                <a:ea typeface="Calibri"/>
                <a:cs typeface="Calibri"/>
                <a:sym typeface="Calibri"/>
              </a:rPr>
              <a:t>サマリー</a:t>
            </a:r>
            <a:endParaRPr b="0" i="0" sz="1200" u="none" cap="none" strike="noStrike">
              <a:solidFill>
                <a:srgbClr val="000000"/>
              </a:solidFill>
              <a:latin typeface="Arial"/>
              <a:ea typeface="Arial"/>
              <a:cs typeface="Arial"/>
              <a:sym typeface="Arial"/>
            </a:endParaRPr>
          </a:p>
        </p:txBody>
      </p:sp>
      <p:sp>
        <p:nvSpPr>
          <p:cNvPr id="545" name="Google Shape;545;g3bb050f2e20_0_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descr="A person standing on a rocky mountain top&#10;&#10;AI-generated content may be incorrect." id="550" name="Google Shape;550;g3bb050f2e20_0_84"/>
          <p:cNvPicPr preferRelativeResize="0"/>
          <p:nvPr>
            <p:ph idx="2" type="pic"/>
          </p:nvPr>
        </p:nvPicPr>
        <p:blipFill rotWithShape="1">
          <a:blip r:embed="rId3">
            <a:alphaModFix/>
          </a:blip>
          <a:srcRect b="0" l="0" r="0" t="0"/>
          <a:stretch/>
        </p:blipFill>
        <p:spPr>
          <a:xfrm>
            <a:off x="0" y="0"/>
            <a:ext cx="9144000" cy="4734925"/>
          </a:xfrm>
          <a:prstGeom prst="rect">
            <a:avLst/>
          </a:prstGeom>
          <a:noFill/>
          <a:ln>
            <a:noFill/>
          </a:ln>
        </p:spPr>
      </p:pic>
      <p:sp>
        <p:nvSpPr>
          <p:cNvPr id="551" name="Google Shape;551;g3bb050f2e20_0_84"/>
          <p:cNvSpPr/>
          <p:nvPr/>
        </p:nvSpPr>
        <p:spPr>
          <a:xfrm>
            <a:off x="0" y="8725"/>
            <a:ext cx="9144000" cy="4726200"/>
          </a:xfrm>
          <a:prstGeom prst="rect">
            <a:avLst/>
          </a:prstGeom>
          <a:solidFill>
            <a:srgbClr val="063C67">
              <a:alpha val="48627"/>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552" name="Google Shape;552;g3bb050f2e20_0_84"/>
          <p:cNvSpPr txBox="1"/>
          <p:nvPr/>
        </p:nvSpPr>
        <p:spPr>
          <a:xfrm>
            <a:off x="1396349" y="1519406"/>
            <a:ext cx="69495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200"/>
              <a:buFont typeface="Arial"/>
              <a:buNone/>
            </a:pPr>
            <a:r>
              <a:rPr b="1" i="0" lang="vi" sz="3900" u="none" cap="none" strike="noStrike">
                <a:solidFill>
                  <a:srgbClr val="FFFFFF"/>
                </a:solidFill>
                <a:latin typeface="Chakra Petch"/>
                <a:ea typeface="Chakra Petch"/>
                <a:cs typeface="Chakra Petch"/>
                <a:sym typeface="Chakra Petch"/>
              </a:rPr>
              <a:t>チームの進め方</a:t>
            </a:r>
            <a:endParaRPr b="0" i="0" sz="400" u="none" cap="none" strike="noStrike">
              <a:solidFill>
                <a:srgbClr val="000000"/>
              </a:solidFill>
              <a:latin typeface="Arial"/>
              <a:ea typeface="Arial"/>
              <a:cs typeface="Arial"/>
              <a:sym typeface="Arial"/>
            </a:endParaRPr>
          </a:p>
        </p:txBody>
      </p:sp>
      <p:pic>
        <p:nvPicPr>
          <p:cNvPr descr="Une image contenant capture d’écran, Rectangle, carré, texte&#10;&#10;Description générée automatiquement" id="553" name="Google Shape;553;g3bb050f2e20_0_84"/>
          <p:cNvPicPr preferRelativeResize="0"/>
          <p:nvPr/>
        </p:nvPicPr>
        <p:blipFill rotWithShape="1">
          <a:blip r:embed="rId4">
            <a:alphaModFix/>
          </a:blip>
          <a:srcRect b="0" l="0" r="0" t="0"/>
          <a:stretch/>
        </p:blipFill>
        <p:spPr>
          <a:xfrm>
            <a:off x="937550" y="460675"/>
            <a:ext cx="1991051" cy="2849700"/>
          </a:xfrm>
          <a:prstGeom prst="rect">
            <a:avLst/>
          </a:prstGeom>
          <a:noFill/>
          <a:ln>
            <a:noFill/>
          </a:ln>
        </p:spPr>
      </p:pic>
      <p:sp>
        <p:nvSpPr>
          <p:cNvPr id="554" name="Google Shape;554;g3bb050f2e20_0_84"/>
          <p:cNvSpPr/>
          <p:nvPr/>
        </p:nvSpPr>
        <p:spPr>
          <a:xfrm>
            <a:off x="428200" y="1359200"/>
            <a:ext cx="786600" cy="963300"/>
          </a:xfrm>
          <a:prstGeom prst="roundRect">
            <a:avLst>
              <a:gd fmla="val 16851"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1" i="0" lang="vi" sz="3900" u="none" cap="none" strike="noStrike">
                <a:solidFill>
                  <a:schemeClr val="dk1"/>
                </a:solidFill>
                <a:latin typeface="Chakra Petch"/>
                <a:ea typeface="Chakra Petch"/>
                <a:cs typeface="Chakra Petch"/>
                <a:sym typeface="Chakra Petch"/>
              </a:rPr>
              <a:t>2</a:t>
            </a:r>
            <a:endParaRPr b="1" i="0" sz="3900" u="none" cap="none" strike="noStrike">
              <a:solidFill>
                <a:schemeClr val="dk1"/>
              </a:solidFill>
              <a:latin typeface="Chakra Petch"/>
              <a:ea typeface="Chakra Petch"/>
              <a:cs typeface="Chakra Petch"/>
              <a:sym typeface="Chakra Petch"/>
            </a:endParaRPr>
          </a:p>
        </p:txBody>
      </p:sp>
      <p:sp>
        <p:nvSpPr>
          <p:cNvPr id="555" name="Google Shape;555;g3bb050f2e20_0_84"/>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pic>
        <p:nvPicPr>
          <p:cNvPr id="556" name="Google Shape;556;g3bb050f2e20_0_84" title="Logo_VMO_Alten-Negative.png"/>
          <p:cNvPicPr preferRelativeResize="0"/>
          <p:nvPr/>
        </p:nvPicPr>
        <p:blipFill rotWithShape="1">
          <a:blip r:embed="rId5">
            <a:alphaModFix/>
          </a:blip>
          <a:srcRect b="0" l="0" r="0" t="0"/>
          <a:stretch/>
        </p:blipFill>
        <p:spPr>
          <a:xfrm>
            <a:off x="7618364" y="365855"/>
            <a:ext cx="1158885" cy="4686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3baff84d3b0_0_614"/>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プロジェクト組織図</a:t>
            </a:r>
            <a:endParaRPr sz="1100">
              <a:latin typeface="Chakra Petch"/>
              <a:ea typeface="Chakra Petch"/>
              <a:cs typeface="Chakra Petch"/>
              <a:sym typeface="Chakra Petch"/>
            </a:endParaRPr>
          </a:p>
        </p:txBody>
      </p:sp>
      <p:sp>
        <p:nvSpPr>
          <p:cNvPr id="563" name="Google Shape;563;g3baff84d3b0_0_614"/>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3</a:t>
            </a:r>
            <a:r>
              <a:rPr b="1" lang="vi" sz="2000">
                <a:latin typeface="Chakra Petch"/>
                <a:ea typeface="Chakra Petch"/>
                <a:cs typeface="Chakra Petch"/>
                <a:sym typeface="Chakra Petch"/>
              </a:rPr>
              <a:t>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チームの進め方 | 組織図</a:t>
            </a:r>
            <a:endParaRPr b="1" sz="2000">
              <a:latin typeface="Chakra Petch"/>
              <a:ea typeface="Chakra Petch"/>
              <a:cs typeface="Chakra Petch"/>
              <a:sym typeface="Chakra Petch"/>
            </a:endParaRPr>
          </a:p>
        </p:txBody>
      </p:sp>
      <p:sp>
        <p:nvSpPr>
          <p:cNvPr id="564" name="Google Shape;564;g3baff84d3b0_0_614"/>
          <p:cNvSpPr/>
          <p:nvPr/>
        </p:nvSpPr>
        <p:spPr>
          <a:xfrm>
            <a:off x="763250" y="4252600"/>
            <a:ext cx="7451700" cy="522600"/>
          </a:xfrm>
          <a:prstGeom prst="rect">
            <a:avLst/>
          </a:prstGeom>
          <a:solidFill>
            <a:srgbClr val="FFFFFF"/>
          </a:solidFill>
          <a:ln>
            <a:noFill/>
          </a:ln>
          <a:effectLst>
            <a:outerShdw blurRad="40000" rotWithShape="0" dir="5400000" dist="23000">
              <a:srgbClr val="000000">
                <a:alpha val="30196"/>
              </a:srgbClr>
            </a:outerShdw>
          </a:effectLst>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vi" sz="800" u="none" cap="none" strike="noStrike">
                <a:solidFill>
                  <a:srgbClr val="1D93C9"/>
                </a:solidFill>
                <a:latin typeface="Lato"/>
                <a:ea typeface="Lato"/>
                <a:cs typeface="Lato"/>
                <a:sym typeface="Lato"/>
              </a:rPr>
              <a:t>開発</a:t>
            </a:r>
            <a:endParaRPr b="1" i="0" sz="800" u="none" cap="none" strike="noStrike">
              <a:solidFill>
                <a:srgbClr val="1D93C9"/>
              </a:solidFill>
              <a:latin typeface="Lato"/>
              <a:ea typeface="Lato"/>
              <a:cs typeface="Lato"/>
              <a:sym typeface="Lato"/>
            </a:endParaRPr>
          </a:p>
        </p:txBody>
      </p:sp>
      <p:sp>
        <p:nvSpPr>
          <p:cNvPr id="565" name="Google Shape;565;g3baff84d3b0_0_614"/>
          <p:cNvSpPr txBox="1"/>
          <p:nvPr/>
        </p:nvSpPr>
        <p:spPr>
          <a:xfrm>
            <a:off x="1533113" y="4469393"/>
            <a:ext cx="10938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366092"/>
              </a:buClr>
              <a:buSzPts val="700"/>
              <a:buFont typeface="Arial"/>
              <a:buNone/>
            </a:pPr>
            <a:r>
              <a:rPr b="0" i="0" lang="vi" sz="700" u="none" cap="none" strike="noStrike">
                <a:solidFill>
                  <a:srgbClr val="063C67"/>
                </a:solidFill>
                <a:latin typeface="Lato"/>
                <a:ea typeface="Lato"/>
                <a:cs typeface="Lato"/>
                <a:sym typeface="Lato"/>
              </a:rPr>
              <a:t>コミュニケーション</a:t>
            </a:r>
            <a:endParaRPr b="0" i="0" sz="700" u="none" cap="none" strike="noStrike">
              <a:solidFill>
                <a:srgbClr val="063C67"/>
              </a:solidFill>
              <a:latin typeface="Lato"/>
              <a:ea typeface="Lato"/>
              <a:cs typeface="Lato"/>
              <a:sym typeface="Lato"/>
            </a:endParaRPr>
          </a:p>
        </p:txBody>
      </p:sp>
      <p:sp>
        <p:nvSpPr>
          <p:cNvPr id="566" name="Google Shape;566;g3baff84d3b0_0_614"/>
          <p:cNvSpPr txBox="1"/>
          <p:nvPr/>
        </p:nvSpPr>
        <p:spPr>
          <a:xfrm>
            <a:off x="3034627" y="4415543"/>
            <a:ext cx="8469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858591"/>
              </a:buClr>
              <a:buSzPts val="800"/>
              <a:buFont typeface="Arial"/>
              <a:buNone/>
            </a:pPr>
            <a:r>
              <a:rPr b="0" i="0" lang="vi" sz="700" u="none" cap="none" strike="noStrike">
                <a:solidFill>
                  <a:srgbClr val="063C67"/>
                </a:solidFill>
                <a:latin typeface="Lato"/>
                <a:ea typeface="Lato"/>
                <a:cs typeface="Lato"/>
                <a:sym typeface="Lato"/>
              </a:rPr>
              <a:t>ビデオ通話</a:t>
            </a:r>
            <a:endParaRPr b="0" i="0" sz="700" u="none" cap="none" strike="noStrike">
              <a:solidFill>
                <a:srgbClr val="063C67"/>
              </a:solidFill>
              <a:latin typeface="Lato"/>
              <a:ea typeface="Lato"/>
              <a:cs typeface="Lato"/>
              <a:sym typeface="Lato"/>
            </a:endParaRPr>
          </a:p>
          <a:p>
            <a:pPr indent="0" lvl="0" marL="0" marR="0" rtl="0" algn="l">
              <a:lnSpc>
                <a:spcPct val="100000"/>
              </a:lnSpc>
              <a:spcBef>
                <a:spcPts val="0"/>
              </a:spcBef>
              <a:spcAft>
                <a:spcPts val="0"/>
              </a:spcAft>
              <a:buClr>
                <a:srgbClr val="858591"/>
              </a:buClr>
              <a:buSzPts val="800"/>
              <a:buFont typeface="Arial"/>
              <a:buNone/>
            </a:pPr>
            <a:r>
              <a:rPr b="0" i="0" lang="vi" sz="700" u="none" cap="none" strike="noStrike">
                <a:solidFill>
                  <a:srgbClr val="063C67"/>
                </a:solidFill>
                <a:latin typeface="Lato"/>
                <a:ea typeface="Lato"/>
                <a:cs typeface="Lato"/>
                <a:sym typeface="Lato"/>
              </a:rPr>
              <a:t>チーム会議</a:t>
            </a:r>
            <a:endParaRPr b="0" i="0" sz="700" u="none" cap="none" strike="noStrike">
              <a:solidFill>
                <a:srgbClr val="063C67"/>
              </a:solidFill>
              <a:latin typeface="Lato"/>
              <a:ea typeface="Lato"/>
              <a:cs typeface="Lato"/>
              <a:sym typeface="Lato"/>
            </a:endParaRPr>
          </a:p>
        </p:txBody>
      </p:sp>
      <p:sp>
        <p:nvSpPr>
          <p:cNvPr id="567" name="Google Shape;567;g3baff84d3b0_0_614"/>
          <p:cNvSpPr txBox="1"/>
          <p:nvPr/>
        </p:nvSpPr>
        <p:spPr>
          <a:xfrm>
            <a:off x="4519301" y="4415543"/>
            <a:ext cx="9315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366092"/>
              </a:buClr>
              <a:buSzPts val="700"/>
              <a:buFont typeface="Arial"/>
              <a:buNone/>
            </a:pPr>
            <a:r>
              <a:rPr b="0" i="0" lang="vi" sz="700" u="none" cap="none" strike="noStrike">
                <a:solidFill>
                  <a:srgbClr val="063C67"/>
                </a:solidFill>
                <a:latin typeface="Lato"/>
                <a:ea typeface="Lato"/>
                <a:cs typeface="Lato"/>
                <a:sym typeface="Lato"/>
              </a:rPr>
              <a:t>プロジェクト管理ツール</a:t>
            </a:r>
            <a:endParaRPr b="0" i="0" sz="700" u="none" cap="none" strike="noStrike">
              <a:solidFill>
                <a:srgbClr val="063C67"/>
              </a:solidFill>
              <a:latin typeface="Lato"/>
              <a:ea typeface="Lato"/>
              <a:cs typeface="Lato"/>
              <a:sym typeface="Lato"/>
            </a:endParaRPr>
          </a:p>
        </p:txBody>
      </p:sp>
      <p:sp>
        <p:nvSpPr>
          <p:cNvPr id="568" name="Google Shape;568;g3baff84d3b0_0_614"/>
          <p:cNvSpPr txBox="1"/>
          <p:nvPr/>
        </p:nvSpPr>
        <p:spPr>
          <a:xfrm>
            <a:off x="7714283" y="4469393"/>
            <a:ext cx="978300" cy="177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366092"/>
              </a:buClr>
              <a:buSzPts val="700"/>
              <a:buFont typeface="Arial"/>
              <a:buNone/>
            </a:pPr>
            <a:r>
              <a:rPr b="0" i="0" lang="vi" sz="700" u="none" cap="none" strike="noStrike">
                <a:solidFill>
                  <a:srgbClr val="063C67"/>
                </a:solidFill>
                <a:latin typeface="Lato"/>
                <a:ea typeface="Lato"/>
                <a:cs typeface="Lato"/>
                <a:sym typeface="Lato"/>
              </a:rPr>
              <a:t>ミーティング</a:t>
            </a:r>
            <a:endParaRPr b="0" i="0" sz="700" u="none" cap="none" strike="noStrike">
              <a:solidFill>
                <a:srgbClr val="063C67"/>
              </a:solidFill>
              <a:latin typeface="Lato"/>
              <a:ea typeface="Lato"/>
              <a:cs typeface="Lato"/>
              <a:sym typeface="Lato"/>
            </a:endParaRPr>
          </a:p>
        </p:txBody>
      </p:sp>
      <p:sp>
        <p:nvSpPr>
          <p:cNvPr id="569" name="Google Shape;569;g3baff84d3b0_0_614"/>
          <p:cNvSpPr txBox="1"/>
          <p:nvPr/>
        </p:nvSpPr>
        <p:spPr>
          <a:xfrm>
            <a:off x="6155388" y="4415543"/>
            <a:ext cx="9114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858591"/>
              </a:buClr>
              <a:buSzPts val="800"/>
              <a:buFont typeface="Arial"/>
              <a:buNone/>
            </a:pPr>
            <a:r>
              <a:rPr b="0" i="0" lang="vi" sz="700" u="none" cap="none" strike="noStrike">
                <a:solidFill>
                  <a:srgbClr val="063C67"/>
                </a:solidFill>
                <a:latin typeface="Lato"/>
                <a:ea typeface="Lato"/>
                <a:cs typeface="Lato"/>
                <a:sym typeface="Lato"/>
              </a:rPr>
              <a:t>メール・チャット</a:t>
            </a:r>
            <a:endParaRPr b="0" i="0" sz="700" u="none" cap="none" strike="noStrike">
              <a:solidFill>
                <a:srgbClr val="063C67"/>
              </a:solidFill>
              <a:latin typeface="Lato"/>
              <a:ea typeface="Lato"/>
              <a:cs typeface="Lato"/>
              <a:sym typeface="Lato"/>
            </a:endParaRPr>
          </a:p>
          <a:p>
            <a:pPr indent="0" lvl="0" marL="0" marR="0" rtl="0" algn="l">
              <a:lnSpc>
                <a:spcPct val="100000"/>
              </a:lnSpc>
              <a:spcBef>
                <a:spcPts val="0"/>
              </a:spcBef>
              <a:spcAft>
                <a:spcPts val="0"/>
              </a:spcAft>
              <a:buClr>
                <a:srgbClr val="858591"/>
              </a:buClr>
              <a:buSzPts val="800"/>
              <a:buFont typeface="Arial"/>
              <a:buNone/>
            </a:pPr>
            <a:r>
              <a:rPr b="0" i="0" lang="vi" sz="700" u="none" cap="none" strike="noStrike">
                <a:solidFill>
                  <a:srgbClr val="063C67"/>
                </a:solidFill>
                <a:latin typeface="Lato"/>
                <a:ea typeface="Lato"/>
                <a:cs typeface="Lato"/>
                <a:sym typeface="Lato"/>
              </a:rPr>
              <a:t>電話</a:t>
            </a:r>
            <a:endParaRPr b="0" i="0" sz="700" u="none" cap="none" strike="noStrike">
              <a:solidFill>
                <a:srgbClr val="063C67"/>
              </a:solidFill>
              <a:latin typeface="Lato"/>
              <a:ea typeface="Lato"/>
              <a:cs typeface="Lato"/>
              <a:sym typeface="Lato"/>
            </a:endParaRPr>
          </a:p>
        </p:txBody>
      </p:sp>
      <p:pic>
        <p:nvPicPr>
          <p:cNvPr id="570" name="Google Shape;570;g3baff84d3b0_0_614"/>
          <p:cNvPicPr preferRelativeResize="0"/>
          <p:nvPr/>
        </p:nvPicPr>
        <p:blipFill rotWithShape="1">
          <a:blip r:embed="rId3">
            <a:alphaModFix/>
          </a:blip>
          <a:srcRect b="0" l="0" r="0" t="0"/>
          <a:stretch/>
        </p:blipFill>
        <p:spPr>
          <a:xfrm>
            <a:off x="7401509" y="4371722"/>
            <a:ext cx="363474" cy="363474"/>
          </a:xfrm>
          <a:prstGeom prst="rect">
            <a:avLst/>
          </a:prstGeom>
          <a:noFill/>
          <a:ln>
            <a:noFill/>
          </a:ln>
        </p:spPr>
      </p:pic>
      <p:pic>
        <p:nvPicPr>
          <p:cNvPr id="571" name="Google Shape;571;g3baff84d3b0_0_614"/>
          <p:cNvPicPr preferRelativeResize="0"/>
          <p:nvPr/>
        </p:nvPicPr>
        <p:blipFill rotWithShape="1">
          <a:blip r:embed="rId4">
            <a:alphaModFix/>
          </a:blip>
          <a:srcRect b="0" l="0" r="0" t="0"/>
          <a:stretch/>
        </p:blipFill>
        <p:spPr>
          <a:xfrm>
            <a:off x="1169650" y="4371722"/>
            <a:ext cx="363474" cy="363474"/>
          </a:xfrm>
          <a:prstGeom prst="rect">
            <a:avLst/>
          </a:prstGeom>
          <a:noFill/>
          <a:ln>
            <a:noFill/>
          </a:ln>
        </p:spPr>
      </p:pic>
      <p:pic>
        <p:nvPicPr>
          <p:cNvPr id="572" name="Google Shape;572;g3baff84d3b0_0_614"/>
          <p:cNvPicPr preferRelativeResize="0"/>
          <p:nvPr/>
        </p:nvPicPr>
        <p:blipFill rotWithShape="1">
          <a:blip r:embed="rId5">
            <a:alphaModFix/>
          </a:blip>
          <a:srcRect b="0" l="0" r="0" t="0"/>
          <a:stretch/>
        </p:blipFill>
        <p:spPr>
          <a:xfrm>
            <a:off x="2648997" y="4371722"/>
            <a:ext cx="363474" cy="363474"/>
          </a:xfrm>
          <a:prstGeom prst="rect">
            <a:avLst/>
          </a:prstGeom>
          <a:noFill/>
          <a:ln>
            <a:noFill/>
          </a:ln>
        </p:spPr>
      </p:pic>
      <p:pic>
        <p:nvPicPr>
          <p:cNvPr id="573" name="Google Shape;573;g3baff84d3b0_0_614"/>
          <p:cNvPicPr preferRelativeResize="0"/>
          <p:nvPr/>
        </p:nvPicPr>
        <p:blipFill rotWithShape="1">
          <a:blip r:embed="rId6">
            <a:alphaModFix/>
          </a:blip>
          <a:srcRect b="0" l="0" r="0" t="0"/>
          <a:stretch/>
        </p:blipFill>
        <p:spPr>
          <a:xfrm>
            <a:off x="5787456" y="4371722"/>
            <a:ext cx="363474" cy="363474"/>
          </a:xfrm>
          <a:prstGeom prst="rect">
            <a:avLst/>
          </a:prstGeom>
          <a:noFill/>
          <a:ln>
            <a:noFill/>
          </a:ln>
        </p:spPr>
      </p:pic>
      <p:pic>
        <p:nvPicPr>
          <p:cNvPr id="574" name="Google Shape;574;g3baff84d3b0_0_614"/>
          <p:cNvPicPr preferRelativeResize="0"/>
          <p:nvPr/>
        </p:nvPicPr>
        <p:blipFill rotWithShape="1">
          <a:blip r:embed="rId7">
            <a:alphaModFix/>
          </a:blip>
          <a:srcRect b="0" l="0" r="0" t="0"/>
          <a:stretch/>
        </p:blipFill>
        <p:spPr>
          <a:xfrm>
            <a:off x="4115631" y="4371722"/>
            <a:ext cx="363474" cy="363474"/>
          </a:xfrm>
          <a:prstGeom prst="rect">
            <a:avLst/>
          </a:prstGeom>
          <a:noFill/>
          <a:ln>
            <a:noFill/>
          </a:ln>
        </p:spPr>
      </p:pic>
      <p:sp>
        <p:nvSpPr>
          <p:cNvPr id="575" name="Google Shape;575;g3baff84d3b0_0_614"/>
          <p:cNvSpPr txBox="1"/>
          <p:nvPr/>
        </p:nvSpPr>
        <p:spPr>
          <a:xfrm>
            <a:off x="640562" y="3910756"/>
            <a:ext cx="8134200" cy="3849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800"/>
              <a:buFont typeface="Arial"/>
              <a:buNone/>
            </a:pPr>
            <a:r>
              <a:rPr b="0" i="0" lang="vi" sz="800" u="none" cap="none" strike="noStrike">
                <a:solidFill>
                  <a:srgbClr val="063C67"/>
                </a:solidFill>
                <a:latin typeface="Lato"/>
                <a:ea typeface="Lato"/>
                <a:cs typeface="Lato"/>
                <a:sym typeface="Lato"/>
              </a:rPr>
              <a:t>*開発チームはオフショア（ベトナム）を基本とし、必要に応じてオンサイト対応します。 that the work will be carried out at the customer's site or VMO's office in Japan/Singapore/Thailand/Korea. チーム構成はご要望に応じて柔軟に調整可能です</a:t>
            </a:r>
            <a:endParaRPr b="0" i="0" sz="800" u="none" cap="none" strike="noStrike">
              <a:solidFill>
                <a:srgbClr val="063C67"/>
              </a:solidFill>
              <a:latin typeface="Lato"/>
              <a:ea typeface="Lato"/>
              <a:cs typeface="Lato"/>
              <a:sym typeface="Lato"/>
            </a:endParaRPr>
          </a:p>
        </p:txBody>
      </p:sp>
      <p:sp>
        <p:nvSpPr>
          <p:cNvPr id="576" name="Google Shape;576;g3baff84d3b0_0_614"/>
          <p:cNvSpPr/>
          <p:nvPr/>
        </p:nvSpPr>
        <p:spPr>
          <a:xfrm>
            <a:off x="2530200" y="1499000"/>
            <a:ext cx="2049000" cy="936000"/>
          </a:xfrm>
          <a:prstGeom prst="roundRect">
            <a:avLst>
              <a:gd fmla="val 0" name="adj"/>
            </a:avLst>
          </a:prstGeom>
          <a:gradFill>
            <a:gsLst>
              <a:gs pos="0">
                <a:srgbClr val="3EB1B6"/>
              </a:gs>
              <a:gs pos="100000">
                <a:srgbClr val="004AAD"/>
              </a:gs>
            </a:gsLst>
            <a:lin ang="2698631" scaled="0"/>
          </a:gra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oto Sans JP"/>
              <a:ea typeface="Noto Sans JP"/>
              <a:cs typeface="Noto Sans JP"/>
              <a:sym typeface="Noto Sans JP"/>
            </a:endParaRPr>
          </a:p>
        </p:txBody>
      </p:sp>
      <p:pic>
        <p:nvPicPr>
          <p:cNvPr id="577" name="Google Shape;577;g3baff84d3b0_0_614"/>
          <p:cNvPicPr preferRelativeResize="0"/>
          <p:nvPr/>
        </p:nvPicPr>
        <p:blipFill rotWithShape="1">
          <a:blip r:embed="rId8">
            <a:alphaModFix/>
          </a:blip>
          <a:srcRect b="0" l="0" r="0" t="0"/>
          <a:stretch/>
        </p:blipFill>
        <p:spPr>
          <a:xfrm>
            <a:off x="4715548" y="3425681"/>
            <a:ext cx="264543" cy="231407"/>
          </a:xfrm>
          <a:prstGeom prst="rect">
            <a:avLst/>
          </a:prstGeom>
          <a:noFill/>
          <a:ln>
            <a:noFill/>
          </a:ln>
        </p:spPr>
      </p:pic>
      <p:sp>
        <p:nvSpPr>
          <p:cNvPr id="578" name="Google Shape;578;g3baff84d3b0_0_614"/>
          <p:cNvSpPr/>
          <p:nvPr/>
        </p:nvSpPr>
        <p:spPr>
          <a:xfrm>
            <a:off x="2530350" y="2584050"/>
            <a:ext cx="5176500" cy="1152600"/>
          </a:xfrm>
          <a:prstGeom prst="roundRect">
            <a:avLst>
              <a:gd fmla="val 0" name="adj"/>
            </a:avLst>
          </a:prstGeom>
          <a:gradFill>
            <a:gsLst>
              <a:gs pos="0">
                <a:srgbClr val="3EB1B6"/>
              </a:gs>
              <a:gs pos="100000">
                <a:srgbClr val="004AAD"/>
              </a:gs>
            </a:gsLst>
            <a:lin ang="2698631" scaled="0"/>
          </a:gra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vi" sz="1100" u="none" cap="none" strike="noStrike">
                <a:solidFill>
                  <a:srgbClr val="FFFFFF"/>
                </a:solidFill>
                <a:latin typeface="Noto Sans JP"/>
                <a:ea typeface="Noto Sans JP"/>
                <a:cs typeface="Noto Sans JP"/>
                <a:sym typeface="Noto Sans JP"/>
              </a:rPr>
              <a:t>開発 Team</a:t>
            </a:r>
            <a:endParaRPr b="0" i="0" sz="1100" u="none" cap="none" strike="noStrike">
              <a:solidFill>
                <a:srgbClr val="FFFFFF"/>
              </a:solidFill>
              <a:latin typeface="Noto Sans JP"/>
              <a:ea typeface="Noto Sans JP"/>
              <a:cs typeface="Noto Sans JP"/>
              <a:sym typeface="Noto Sans JP"/>
            </a:endParaRPr>
          </a:p>
        </p:txBody>
      </p:sp>
      <p:sp>
        <p:nvSpPr>
          <p:cNvPr id="579" name="Google Shape;579;g3baff84d3b0_0_614"/>
          <p:cNvSpPr/>
          <p:nvPr/>
        </p:nvSpPr>
        <p:spPr>
          <a:xfrm>
            <a:off x="591925" y="1332450"/>
            <a:ext cx="1224000" cy="2404200"/>
          </a:xfrm>
          <a:prstGeom prst="roundRect">
            <a:avLst>
              <a:gd fmla="val 823" name="adj"/>
            </a:avLst>
          </a:prstGeom>
          <a:solidFill>
            <a:srgbClr val="96CACD"/>
          </a:soli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JP"/>
              <a:ea typeface="Noto Sans JP"/>
              <a:cs typeface="Noto Sans JP"/>
              <a:sym typeface="Noto Sans JP"/>
            </a:endParaRPr>
          </a:p>
        </p:txBody>
      </p:sp>
      <p:sp>
        <p:nvSpPr>
          <p:cNvPr id="580" name="Google Shape;580;g3baff84d3b0_0_614"/>
          <p:cNvSpPr txBox="1"/>
          <p:nvPr/>
        </p:nvSpPr>
        <p:spPr>
          <a:xfrm>
            <a:off x="629150" y="1992023"/>
            <a:ext cx="1149300" cy="223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1" i="0" lang="vi" sz="1000" u="none" cap="none" strike="noStrike">
                <a:solidFill>
                  <a:srgbClr val="063C67"/>
                </a:solidFill>
                <a:latin typeface="Lato"/>
                <a:ea typeface="Lato"/>
                <a:cs typeface="Lato"/>
                <a:sym typeface="Lato"/>
              </a:rPr>
              <a:t>プロダクトオーナー</a:t>
            </a:r>
            <a:endParaRPr b="1" i="0" sz="1000" u="none" cap="none" strike="noStrike">
              <a:solidFill>
                <a:srgbClr val="063C67"/>
              </a:solidFill>
              <a:latin typeface="Lato"/>
              <a:ea typeface="Lato"/>
              <a:cs typeface="Lato"/>
              <a:sym typeface="Lato"/>
            </a:endParaRPr>
          </a:p>
        </p:txBody>
      </p:sp>
      <p:pic>
        <p:nvPicPr>
          <p:cNvPr id="581" name="Google Shape;581;g3baff84d3b0_0_614"/>
          <p:cNvPicPr preferRelativeResize="0"/>
          <p:nvPr/>
        </p:nvPicPr>
        <p:blipFill rotWithShape="1">
          <a:blip r:embed="rId8">
            <a:alphaModFix/>
          </a:blip>
          <a:srcRect b="0" l="0" r="0" t="0"/>
          <a:stretch/>
        </p:blipFill>
        <p:spPr>
          <a:xfrm>
            <a:off x="1053095" y="1666623"/>
            <a:ext cx="316681" cy="304349"/>
          </a:xfrm>
          <a:prstGeom prst="rect">
            <a:avLst/>
          </a:prstGeom>
          <a:noFill/>
          <a:ln>
            <a:noFill/>
          </a:ln>
        </p:spPr>
      </p:pic>
      <p:sp>
        <p:nvSpPr>
          <p:cNvPr id="582" name="Google Shape;582;g3baff84d3b0_0_614"/>
          <p:cNvSpPr txBox="1"/>
          <p:nvPr/>
        </p:nvSpPr>
        <p:spPr>
          <a:xfrm>
            <a:off x="591925" y="2932950"/>
            <a:ext cx="1224000" cy="223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600"/>
              <a:buFont typeface="Arial"/>
              <a:buNone/>
            </a:pPr>
            <a:r>
              <a:rPr b="1" i="0" lang="vi" sz="1000" u="none" cap="none" strike="noStrike">
                <a:solidFill>
                  <a:srgbClr val="063C67"/>
                </a:solidFill>
                <a:latin typeface="Lato"/>
                <a:ea typeface="Lato"/>
                <a:cs typeface="Lato"/>
                <a:sym typeface="Lato"/>
              </a:rPr>
              <a:t>プロジェクトマネージャー</a:t>
            </a:r>
            <a:endParaRPr b="1" i="0" sz="1000" u="none" cap="none" strike="noStrike">
              <a:solidFill>
                <a:srgbClr val="063C67"/>
              </a:solidFill>
              <a:latin typeface="Lato"/>
              <a:ea typeface="Lato"/>
              <a:cs typeface="Lato"/>
              <a:sym typeface="Lato"/>
            </a:endParaRPr>
          </a:p>
        </p:txBody>
      </p:sp>
      <p:sp>
        <p:nvSpPr>
          <p:cNvPr id="583" name="Google Shape;583;g3baff84d3b0_0_614"/>
          <p:cNvSpPr/>
          <p:nvPr/>
        </p:nvSpPr>
        <p:spPr>
          <a:xfrm>
            <a:off x="5059175" y="1499000"/>
            <a:ext cx="2647800" cy="936000"/>
          </a:xfrm>
          <a:prstGeom prst="roundRect">
            <a:avLst>
              <a:gd fmla="val 0" name="adj"/>
            </a:avLst>
          </a:prstGeom>
          <a:gradFill>
            <a:gsLst>
              <a:gs pos="0">
                <a:srgbClr val="3EB1B6"/>
              </a:gs>
              <a:gs pos="100000">
                <a:srgbClr val="004AAD"/>
              </a:gs>
            </a:gsLst>
            <a:lin ang="5400700" scaled="0"/>
          </a:grad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Noto Sans JP"/>
              <a:ea typeface="Noto Sans JP"/>
              <a:cs typeface="Noto Sans JP"/>
              <a:sym typeface="Noto Sans JP"/>
            </a:endParaRPr>
          </a:p>
        </p:txBody>
      </p:sp>
      <p:grpSp>
        <p:nvGrpSpPr>
          <p:cNvPr id="584" name="Google Shape;584;g3baff84d3b0_0_614"/>
          <p:cNvGrpSpPr/>
          <p:nvPr/>
        </p:nvGrpSpPr>
        <p:grpSpPr>
          <a:xfrm>
            <a:off x="3074649" y="2947685"/>
            <a:ext cx="774679" cy="597201"/>
            <a:chOff x="4251299" y="2718686"/>
            <a:chExt cx="527100" cy="597201"/>
          </a:xfrm>
        </p:grpSpPr>
        <p:pic>
          <p:nvPicPr>
            <p:cNvPr id="585" name="Google Shape;585;g3baff84d3b0_0_614"/>
            <p:cNvPicPr preferRelativeResize="0"/>
            <p:nvPr/>
          </p:nvPicPr>
          <p:blipFill rotWithShape="1">
            <a:blip r:embed="rId8">
              <a:alphaModFix/>
            </a:blip>
            <a:srcRect b="0" l="-17057" r="-17042" t="0"/>
            <a:stretch/>
          </p:blipFill>
          <p:spPr>
            <a:xfrm>
              <a:off x="4384998" y="2718686"/>
              <a:ext cx="259581" cy="254170"/>
            </a:xfrm>
            <a:prstGeom prst="rect">
              <a:avLst/>
            </a:prstGeom>
            <a:noFill/>
            <a:ln>
              <a:noFill/>
            </a:ln>
          </p:spPr>
        </p:pic>
        <p:sp>
          <p:nvSpPr>
            <p:cNvPr id="586" name="Google Shape;586;g3baff84d3b0_0_614"/>
            <p:cNvSpPr txBox="1"/>
            <p:nvPr/>
          </p:nvSpPr>
          <p:spPr>
            <a:xfrm>
              <a:off x="4251299" y="2961887"/>
              <a:ext cx="527100" cy="3540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700"/>
                <a:buFont typeface="Arial"/>
                <a:buNone/>
              </a:pPr>
              <a:r>
                <a:rPr b="1" i="0" lang="vi" sz="700" u="none" cap="none" strike="noStrike">
                  <a:solidFill>
                    <a:srgbClr val="FFFFFF"/>
                  </a:solidFill>
                  <a:latin typeface="Noto Sans JP"/>
                  <a:ea typeface="Noto Sans JP"/>
                  <a:cs typeface="Noto Sans JP"/>
                  <a:sym typeface="Noto Sans JP"/>
                </a:rPr>
                <a:t>Project Manager</a:t>
              </a:r>
              <a:endParaRPr b="1" i="0" sz="700" u="none" cap="none" strike="noStrike">
                <a:solidFill>
                  <a:srgbClr val="FFFFFF"/>
                </a:solidFill>
                <a:latin typeface="Noto Sans JP"/>
                <a:ea typeface="Noto Sans JP"/>
                <a:cs typeface="Noto Sans JP"/>
                <a:sym typeface="Noto Sans JP"/>
              </a:endParaRPr>
            </a:p>
          </p:txBody>
        </p:sp>
      </p:grpSp>
      <p:pic>
        <p:nvPicPr>
          <p:cNvPr id="587" name="Google Shape;587;g3baff84d3b0_0_614"/>
          <p:cNvPicPr preferRelativeResize="0"/>
          <p:nvPr/>
        </p:nvPicPr>
        <p:blipFill rotWithShape="1">
          <a:blip r:embed="rId8">
            <a:alphaModFix/>
          </a:blip>
          <a:srcRect b="0" l="0" r="0" t="0"/>
          <a:stretch/>
        </p:blipFill>
        <p:spPr>
          <a:xfrm>
            <a:off x="1053095" y="2605980"/>
            <a:ext cx="316681" cy="304349"/>
          </a:xfrm>
          <a:prstGeom prst="rect">
            <a:avLst/>
          </a:prstGeom>
          <a:noFill/>
          <a:ln>
            <a:noFill/>
          </a:ln>
        </p:spPr>
      </p:pic>
      <p:sp>
        <p:nvSpPr>
          <p:cNvPr id="588" name="Google Shape;588;g3baff84d3b0_0_614"/>
          <p:cNvSpPr txBox="1"/>
          <p:nvPr/>
        </p:nvSpPr>
        <p:spPr>
          <a:xfrm>
            <a:off x="4915525" y="1462950"/>
            <a:ext cx="2791500" cy="3078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100"/>
              <a:buFont typeface="Arial"/>
              <a:buNone/>
            </a:pPr>
            <a:r>
              <a:rPr b="1" i="0" lang="vi" sz="1100" u="none" cap="none" strike="noStrike">
                <a:solidFill>
                  <a:srgbClr val="FFFFFF"/>
                </a:solidFill>
                <a:latin typeface="Lato"/>
                <a:ea typeface="Lato"/>
                <a:cs typeface="Lato"/>
                <a:sym typeface="Lato"/>
              </a:rPr>
              <a:t>VMO デリバリー</a:t>
            </a:r>
            <a:endParaRPr b="1" i="0" sz="1100" u="none" cap="none" strike="noStrike">
              <a:solidFill>
                <a:srgbClr val="FFFFFF"/>
              </a:solidFill>
              <a:latin typeface="Lato"/>
              <a:ea typeface="Lato"/>
              <a:cs typeface="Lato"/>
              <a:sym typeface="Lato"/>
            </a:endParaRPr>
          </a:p>
        </p:txBody>
      </p:sp>
      <p:cxnSp>
        <p:nvCxnSpPr>
          <p:cNvPr id="589" name="Google Shape;589;g3baff84d3b0_0_614"/>
          <p:cNvCxnSpPr/>
          <p:nvPr/>
        </p:nvCxnSpPr>
        <p:spPr>
          <a:xfrm rot="10800000">
            <a:off x="4603725" y="1930870"/>
            <a:ext cx="459600" cy="0"/>
          </a:xfrm>
          <a:prstGeom prst="straightConnector1">
            <a:avLst/>
          </a:prstGeom>
          <a:noFill/>
          <a:ln cap="flat" cmpd="sng" w="9525">
            <a:solidFill>
              <a:srgbClr val="3EB1B6"/>
            </a:solidFill>
            <a:prstDash val="dash"/>
            <a:round/>
            <a:headEnd len="sm" w="sm" type="triangle"/>
            <a:tailEnd len="med" w="med" type="triangle"/>
          </a:ln>
        </p:spPr>
      </p:cxnSp>
      <p:grpSp>
        <p:nvGrpSpPr>
          <p:cNvPr id="590" name="Google Shape;590;g3baff84d3b0_0_614"/>
          <p:cNvGrpSpPr/>
          <p:nvPr/>
        </p:nvGrpSpPr>
        <p:grpSpPr>
          <a:xfrm>
            <a:off x="4002196" y="2956817"/>
            <a:ext cx="640409" cy="566950"/>
            <a:chOff x="5448123" y="2653522"/>
            <a:chExt cx="572100" cy="566950"/>
          </a:xfrm>
        </p:grpSpPr>
        <p:sp>
          <p:nvSpPr>
            <p:cNvPr id="591" name="Google Shape;591;g3baff84d3b0_0_614"/>
            <p:cNvSpPr txBox="1"/>
            <p:nvPr/>
          </p:nvSpPr>
          <p:spPr>
            <a:xfrm>
              <a:off x="5448123" y="2935772"/>
              <a:ext cx="572100" cy="284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1" i="0" lang="vi" sz="700" u="none" cap="none" strike="noStrike">
                  <a:solidFill>
                    <a:srgbClr val="FFFFFF"/>
                  </a:solidFill>
                  <a:latin typeface="Noto Sans JP"/>
                  <a:ea typeface="Noto Sans JP"/>
                  <a:cs typeface="Noto Sans JP"/>
                  <a:sym typeface="Noto Sans JP"/>
                </a:rPr>
                <a:t>Technical Leader</a:t>
              </a:r>
              <a:endParaRPr b="1" i="0" sz="700" u="none" cap="none" strike="noStrike">
                <a:solidFill>
                  <a:srgbClr val="FFFFFF"/>
                </a:solidFill>
                <a:latin typeface="Noto Sans JP"/>
                <a:ea typeface="Noto Sans JP"/>
                <a:cs typeface="Noto Sans JP"/>
                <a:sym typeface="Noto Sans JP"/>
              </a:endParaRPr>
            </a:p>
          </p:txBody>
        </p:sp>
        <p:pic>
          <p:nvPicPr>
            <p:cNvPr id="592" name="Google Shape;592;g3baff84d3b0_0_614"/>
            <p:cNvPicPr preferRelativeResize="0"/>
            <p:nvPr/>
          </p:nvPicPr>
          <p:blipFill rotWithShape="1">
            <a:blip r:embed="rId8">
              <a:alphaModFix/>
            </a:blip>
            <a:srcRect b="0" l="0" r="0" t="0"/>
            <a:stretch/>
          </p:blipFill>
          <p:spPr>
            <a:xfrm>
              <a:off x="5616117" y="2653522"/>
              <a:ext cx="236335" cy="231409"/>
            </a:xfrm>
            <a:prstGeom prst="rect">
              <a:avLst/>
            </a:prstGeom>
            <a:noFill/>
            <a:ln>
              <a:noFill/>
            </a:ln>
          </p:spPr>
        </p:pic>
      </p:grpSp>
      <p:grpSp>
        <p:nvGrpSpPr>
          <p:cNvPr id="593" name="Google Shape;593;g3baff84d3b0_0_614"/>
          <p:cNvGrpSpPr/>
          <p:nvPr/>
        </p:nvGrpSpPr>
        <p:grpSpPr>
          <a:xfrm>
            <a:off x="5970075" y="1754281"/>
            <a:ext cx="931500" cy="514844"/>
            <a:chOff x="5634425" y="1426906"/>
            <a:chExt cx="931500" cy="514844"/>
          </a:xfrm>
        </p:grpSpPr>
        <p:sp>
          <p:nvSpPr>
            <p:cNvPr id="594" name="Google Shape;594;g3baff84d3b0_0_614"/>
            <p:cNvSpPr txBox="1"/>
            <p:nvPr/>
          </p:nvSpPr>
          <p:spPr>
            <a:xfrm>
              <a:off x="5634425" y="1749450"/>
              <a:ext cx="931500" cy="192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800"/>
                <a:buFont typeface="Arial"/>
                <a:buNone/>
              </a:pPr>
              <a:r>
                <a:rPr b="1" i="0" lang="vi" sz="800" u="none" cap="none" strike="noStrike">
                  <a:solidFill>
                    <a:srgbClr val="FFFFFF"/>
                  </a:solidFill>
                  <a:latin typeface="Lato"/>
                  <a:ea typeface="Lato"/>
                  <a:cs typeface="Lato"/>
                  <a:sym typeface="Lato"/>
                </a:rPr>
                <a:t>Senior Manager</a:t>
              </a:r>
              <a:endParaRPr b="0" i="0" sz="800" u="none" cap="none" strike="noStrike">
                <a:solidFill>
                  <a:srgbClr val="FFFFFF"/>
                </a:solidFill>
                <a:latin typeface="Lato"/>
                <a:ea typeface="Lato"/>
                <a:cs typeface="Lato"/>
                <a:sym typeface="Lato"/>
              </a:endParaRPr>
            </a:p>
          </p:txBody>
        </p:sp>
        <p:pic>
          <p:nvPicPr>
            <p:cNvPr id="595" name="Google Shape;595;g3baff84d3b0_0_614"/>
            <p:cNvPicPr preferRelativeResize="0"/>
            <p:nvPr/>
          </p:nvPicPr>
          <p:blipFill rotWithShape="1">
            <a:blip r:embed="rId8">
              <a:alphaModFix/>
            </a:blip>
            <a:srcRect b="0" l="0" r="0" t="0"/>
            <a:stretch/>
          </p:blipFill>
          <p:spPr>
            <a:xfrm>
              <a:off x="5937094" y="1426906"/>
              <a:ext cx="261759" cy="265938"/>
            </a:xfrm>
            <a:prstGeom prst="rect">
              <a:avLst/>
            </a:prstGeom>
            <a:noFill/>
            <a:ln>
              <a:noFill/>
            </a:ln>
          </p:spPr>
        </p:pic>
      </p:grpSp>
      <p:sp>
        <p:nvSpPr>
          <p:cNvPr id="596" name="Google Shape;596;g3baff84d3b0_0_614"/>
          <p:cNvSpPr/>
          <p:nvPr/>
        </p:nvSpPr>
        <p:spPr>
          <a:xfrm>
            <a:off x="2196900" y="1295538"/>
            <a:ext cx="5930400" cy="2560800"/>
          </a:xfrm>
          <a:prstGeom prst="rect">
            <a:avLst/>
          </a:prstGeom>
          <a:noFill/>
          <a:ln cap="flat" cmpd="sng" w="9525">
            <a:solidFill>
              <a:srgbClr val="858591"/>
            </a:solidFill>
            <a:prstDash val="lg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597" name="Google Shape;597;g3baff84d3b0_0_614"/>
          <p:cNvGrpSpPr/>
          <p:nvPr/>
        </p:nvGrpSpPr>
        <p:grpSpPr>
          <a:xfrm>
            <a:off x="5105575" y="1754281"/>
            <a:ext cx="911400" cy="622069"/>
            <a:chOff x="4465125" y="1426906"/>
            <a:chExt cx="911400" cy="622069"/>
          </a:xfrm>
        </p:grpSpPr>
        <p:sp>
          <p:nvSpPr>
            <p:cNvPr id="598" name="Google Shape;598;g3baff84d3b0_0_614"/>
            <p:cNvSpPr txBox="1"/>
            <p:nvPr/>
          </p:nvSpPr>
          <p:spPr>
            <a:xfrm>
              <a:off x="4465125" y="1733375"/>
              <a:ext cx="9114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63C67"/>
                </a:buClr>
                <a:buSzPts val="1100"/>
                <a:buFont typeface="Arial"/>
                <a:buNone/>
              </a:pPr>
              <a:r>
                <a:rPr b="1" i="0" lang="vi" sz="800" u="none" cap="none" strike="noStrike">
                  <a:solidFill>
                    <a:srgbClr val="FFFFFF"/>
                  </a:solidFill>
                  <a:latin typeface="Lato"/>
                  <a:ea typeface="Lato"/>
                  <a:cs typeface="Lato"/>
                  <a:sym typeface="Lato"/>
                </a:rPr>
                <a:t>Account Manager</a:t>
              </a:r>
              <a:endParaRPr b="1" i="0" sz="600" u="none" cap="none" strike="noStrike">
                <a:solidFill>
                  <a:srgbClr val="FFFFFF"/>
                </a:solidFill>
                <a:latin typeface="Lato"/>
                <a:ea typeface="Lato"/>
                <a:cs typeface="Lato"/>
                <a:sym typeface="Lato"/>
              </a:endParaRPr>
            </a:p>
          </p:txBody>
        </p:sp>
        <p:pic>
          <p:nvPicPr>
            <p:cNvPr id="599" name="Google Shape;599;g3baff84d3b0_0_614"/>
            <p:cNvPicPr preferRelativeResize="0"/>
            <p:nvPr/>
          </p:nvPicPr>
          <p:blipFill rotWithShape="1">
            <a:blip r:embed="rId8">
              <a:alphaModFix/>
            </a:blip>
            <a:srcRect b="0" l="0" r="0" t="0"/>
            <a:stretch/>
          </p:blipFill>
          <p:spPr>
            <a:xfrm>
              <a:off x="4789941" y="1426906"/>
              <a:ext cx="261755" cy="265924"/>
            </a:xfrm>
            <a:prstGeom prst="rect">
              <a:avLst/>
            </a:prstGeom>
            <a:noFill/>
            <a:ln>
              <a:noFill/>
            </a:ln>
          </p:spPr>
        </p:pic>
      </p:grpSp>
      <p:grpSp>
        <p:nvGrpSpPr>
          <p:cNvPr id="600" name="Google Shape;600;g3baff84d3b0_0_614"/>
          <p:cNvGrpSpPr/>
          <p:nvPr/>
        </p:nvGrpSpPr>
        <p:grpSpPr>
          <a:xfrm>
            <a:off x="5229211" y="2958692"/>
            <a:ext cx="590036" cy="566991"/>
            <a:chOff x="5785630" y="2653497"/>
            <a:chExt cx="527100" cy="566991"/>
          </a:xfrm>
        </p:grpSpPr>
        <p:sp>
          <p:nvSpPr>
            <p:cNvPr id="601" name="Google Shape;601;g3baff84d3b0_0_614"/>
            <p:cNvSpPr txBox="1"/>
            <p:nvPr/>
          </p:nvSpPr>
          <p:spPr>
            <a:xfrm>
              <a:off x="5785630" y="2935788"/>
              <a:ext cx="527100" cy="284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63C67"/>
                </a:buClr>
                <a:buSzPts val="800"/>
                <a:buFont typeface="Arial"/>
                <a:buNone/>
              </a:pPr>
              <a:r>
                <a:rPr b="1" i="0" lang="vi" sz="700" u="none" cap="none" strike="noStrike">
                  <a:solidFill>
                    <a:srgbClr val="FFFFFF"/>
                  </a:solidFill>
                  <a:latin typeface="Noto Sans JP"/>
                  <a:ea typeface="Noto Sans JP"/>
                  <a:cs typeface="Noto Sans JP"/>
                  <a:sym typeface="Noto Sans JP"/>
                </a:rPr>
                <a:t>Business Analysis</a:t>
              </a:r>
              <a:endParaRPr b="1" i="0" sz="700" u="none" cap="none" strike="noStrike">
                <a:solidFill>
                  <a:srgbClr val="FFFFFF"/>
                </a:solidFill>
                <a:latin typeface="Noto Sans JP"/>
                <a:ea typeface="Noto Sans JP"/>
                <a:cs typeface="Noto Sans JP"/>
                <a:sym typeface="Noto Sans JP"/>
              </a:endParaRPr>
            </a:p>
          </p:txBody>
        </p:sp>
        <p:pic>
          <p:nvPicPr>
            <p:cNvPr id="602" name="Google Shape;602;g3baff84d3b0_0_614"/>
            <p:cNvPicPr preferRelativeResize="0"/>
            <p:nvPr/>
          </p:nvPicPr>
          <p:blipFill rotWithShape="1">
            <a:blip r:embed="rId8">
              <a:alphaModFix/>
            </a:blip>
            <a:srcRect b="0" l="0" r="0" t="0"/>
            <a:stretch/>
          </p:blipFill>
          <p:spPr>
            <a:xfrm>
              <a:off x="5955179" y="2653497"/>
              <a:ext cx="236335" cy="231409"/>
            </a:xfrm>
            <a:prstGeom prst="rect">
              <a:avLst/>
            </a:prstGeom>
            <a:noFill/>
            <a:ln>
              <a:noFill/>
            </a:ln>
          </p:spPr>
        </p:pic>
      </p:grpSp>
      <p:grpSp>
        <p:nvGrpSpPr>
          <p:cNvPr id="603" name="Google Shape;603;g3baff84d3b0_0_614"/>
          <p:cNvGrpSpPr/>
          <p:nvPr/>
        </p:nvGrpSpPr>
        <p:grpSpPr>
          <a:xfrm>
            <a:off x="6346385" y="2958717"/>
            <a:ext cx="640409" cy="566953"/>
            <a:chOff x="6384843" y="2653522"/>
            <a:chExt cx="572100" cy="566953"/>
          </a:xfrm>
        </p:grpSpPr>
        <p:sp>
          <p:nvSpPr>
            <p:cNvPr id="604" name="Google Shape;604;g3baff84d3b0_0_614"/>
            <p:cNvSpPr txBox="1"/>
            <p:nvPr/>
          </p:nvSpPr>
          <p:spPr>
            <a:xfrm>
              <a:off x="6384843" y="2935775"/>
              <a:ext cx="572100" cy="2847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1" i="0" lang="vi" sz="700" u="none" cap="none" strike="noStrike">
                  <a:solidFill>
                    <a:srgbClr val="FFFFFF"/>
                  </a:solidFill>
                  <a:latin typeface="Noto Sans JP"/>
                  <a:ea typeface="Noto Sans JP"/>
                  <a:cs typeface="Noto Sans JP"/>
                  <a:sym typeface="Noto Sans JP"/>
                </a:rPr>
                <a:t>UI, UX Designer</a:t>
              </a:r>
              <a:endParaRPr b="1" i="0" sz="700" u="none" cap="none" strike="noStrike">
                <a:solidFill>
                  <a:srgbClr val="FFFFFF"/>
                </a:solidFill>
                <a:latin typeface="Noto Sans JP"/>
                <a:ea typeface="Noto Sans JP"/>
                <a:cs typeface="Noto Sans JP"/>
                <a:sym typeface="Noto Sans JP"/>
              </a:endParaRPr>
            </a:p>
          </p:txBody>
        </p:sp>
        <p:pic>
          <p:nvPicPr>
            <p:cNvPr id="605" name="Google Shape;605;g3baff84d3b0_0_614"/>
            <p:cNvPicPr preferRelativeResize="0"/>
            <p:nvPr/>
          </p:nvPicPr>
          <p:blipFill rotWithShape="1">
            <a:blip r:embed="rId8">
              <a:alphaModFix/>
            </a:blip>
            <a:srcRect b="0" l="0" r="0" t="0"/>
            <a:stretch/>
          </p:blipFill>
          <p:spPr>
            <a:xfrm>
              <a:off x="6552836" y="2653522"/>
              <a:ext cx="236335" cy="231409"/>
            </a:xfrm>
            <a:prstGeom prst="rect">
              <a:avLst/>
            </a:prstGeom>
            <a:noFill/>
            <a:ln>
              <a:noFill/>
            </a:ln>
          </p:spPr>
        </p:pic>
      </p:grpSp>
      <p:pic>
        <p:nvPicPr>
          <p:cNvPr id="606" name="Google Shape;606;g3baff84d3b0_0_614"/>
          <p:cNvPicPr preferRelativeResize="0"/>
          <p:nvPr/>
        </p:nvPicPr>
        <p:blipFill rotWithShape="1">
          <a:blip r:embed="rId8">
            <a:alphaModFix/>
          </a:blip>
          <a:srcRect b="0" l="0" r="0" t="0"/>
          <a:stretch/>
        </p:blipFill>
        <p:spPr>
          <a:xfrm>
            <a:off x="3022190" y="1742603"/>
            <a:ext cx="259588" cy="254185"/>
          </a:xfrm>
          <a:prstGeom prst="rect">
            <a:avLst/>
          </a:prstGeom>
          <a:noFill/>
          <a:ln>
            <a:noFill/>
          </a:ln>
        </p:spPr>
      </p:pic>
      <p:sp>
        <p:nvSpPr>
          <p:cNvPr id="607" name="Google Shape;607;g3baff84d3b0_0_614"/>
          <p:cNvSpPr txBox="1"/>
          <p:nvPr/>
        </p:nvSpPr>
        <p:spPr>
          <a:xfrm>
            <a:off x="2530350" y="1475125"/>
            <a:ext cx="2049000" cy="3078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100"/>
              <a:buFont typeface="Arial"/>
              <a:buNone/>
            </a:pPr>
            <a:r>
              <a:rPr b="1" i="0" lang="vi" sz="1100" u="none" cap="none" strike="noStrike">
                <a:solidFill>
                  <a:srgbClr val="FFFFFF"/>
                </a:solidFill>
                <a:latin typeface="Lato"/>
                <a:ea typeface="Lato"/>
                <a:cs typeface="Lato"/>
                <a:sym typeface="Lato"/>
              </a:rPr>
              <a:t>VMO オフショア</a:t>
            </a:r>
            <a:endParaRPr b="1" i="0" sz="1100" u="none" cap="none" strike="noStrike">
              <a:solidFill>
                <a:srgbClr val="FFFFFF"/>
              </a:solidFill>
              <a:latin typeface="Lato"/>
              <a:ea typeface="Lato"/>
              <a:cs typeface="Lato"/>
              <a:sym typeface="Lato"/>
            </a:endParaRPr>
          </a:p>
        </p:txBody>
      </p:sp>
      <p:sp>
        <p:nvSpPr>
          <p:cNvPr id="608" name="Google Shape;608;g3baff84d3b0_0_614"/>
          <p:cNvSpPr txBox="1"/>
          <p:nvPr/>
        </p:nvSpPr>
        <p:spPr>
          <a:xfrm>
            <a:off x="2614054" y="2007168"/>
            <a:ext cx="1115700" cy="2616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800"/>
              <a:buFont typeface="Arial"/>
              <a:buNone/>
            </a:pPr>
            <a:r>
              <a:rPr b="1" i="0" lang="vi" sz="800" u="none" cap="none" strike="noStrike">
                <a:solidFill>
                  <a:srgbClr val="FFFFFF"/>
                </a:solidFill>
                <a:latin typeface="Lato"/>
                <a:ea typeface="Lato"/>
                <a:cs typeface="Lato"/>
                <a:sym typeface="Lato"/>
              </a:rPr>
              <a:t>日本人PM（任意）</a:t>
            </a:r>
            <a:endParaRPr b="1" i="0" sz="800" u="none" cap="none" strike="noStrike">
              <a:solidFill>
                <a:srgbClr val="FFFFFF"/>
              </a:solidFill>
              <a:latin typeface="Lato"/>
              <a:ea typeface="Lato"/>
              <a:cs typeface="Lato"/>
              <a:sym typeface="Lato"/>
            </a:endParaRPr>
          </a:p>
        </p:txBody>
      </p:sp>
      <p:grpSp>
        <p:nvGrpSpPr>
          <p:cNvPr id="609" name="Google Shape;609;g3baff84d3b0_0_614"/>
          <p:cNvGrpSpPr/>
          <p:nvPr/>
        </p:nvGrpSpPr>
        <p:grpSpPr>
          <a:xfrm>
            <a:off x="3429476" y="1748093"/>
            <a:ext cx="1115700" cy="522566"/>
            <a:chOff x="2712827" y="1954118"/>
            <a:chExt cx="1115700" cy="522566"/>
          </a:xfrm>
        </p:grpSpPr>
        <p:pic>
          <p:nvPicPr>
            <p:cNvPr id="610" name="Google Shape;610;g3baff84d3b0_0_614"/>
            <p:cNvPicPr preferRelativeResize="0"/>
            <p:nvPr/>
          </p:nvPicPr>
          <p:blipFill rotWithShape="1">
            <a:blip r:embed="rId8">
              <a:alphaModFix/>
            </a:blip>
            <a:srcRect b="0" l="0" r="0" t="0"/>
            <a:stretch/>
          </p:blipFill>
          <p:spPr>
            <a:xfrm>
              <a:off x="3143744" y="1954118"/>
              <a:ext cx="259581" cy="254170"/>
            </a:xfrm>
            <a:prstGeom prst="rect">
              <a:avLst/>
            </a:prstGeom>
            <a:noFill/>
            <a:ln>
              <a:noFill/>
            </a:ln>
          </p:spPr>
        </p:pic>
        <p:sp>
          <p:nvSpPr>
            <p:cNvPr id="611" name="Google Shape;611;g3baff84d3b0_0_614"/>
            <p:cNvSpPr txBox="1"/>
            <p:nvPr/>
          </p:nvSpPr>
          <p:spPr>
            <a:xfrm>
              <a:off x="2712827" y="2215084"/>
              <a:ext cx="1115700" cy="2616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800"/>
                <a:buFont typeface="Arial"/>
                <a:buNone/>
              </a:pPr>
              <a:r>
                <a:rPr b="1" i="0" lang="vi" sz="800" u="none" cap="none" strike="noStrike">
                  <a:solidFill>
                    <a:srgbClr val="FFFFFF"/>
                  </a:solidFill>
                  <a:latin typeface="Lato"/>
                  <a:ea typeface="Lato"/>
                  <a:cs typeface="Lato"/>
                  <a:sym typeface="Lato"/>
                </a:rPr>
                <a:t>Delivery Manager</a:t>
              </a:r>
              <a:endParaRPr b="1" i="0" sz="800" u="none" cap="none" strike="noStrike">
                <a:solidFill>
                  <a:srgbClr val="FFFFFF"/>
                </a:solidFill>
                <a:latin typeface="Lato"/>
                <a:ea typeface="Lato"/>
                <a:cs typeface="Lato"/>
                <a:sym typeface="Lato"/>
              </a:endParaRPr>
            </a:p>
          </p:txBody>
        </p:sp>
      </p:grpSp>
      <p:grpSp>
        <p:nvGrpSpPr>
          <p:cNvPr id="612" name="Google Shape;612;g3baff84d3b0_0_614"/>
          <p:cNvGrpSpPr/>
          <p:nvPr/>
        </p:nvGrpSpPr>
        <p:grpSpPr>
          <a:xfrm>
            <a:off x="6735119" y="1757406"/>
            <a:ext cx="814200" cy="638156"/>
            <a:chOff x="6551870" y="1430031"/>
            <a:chExt cx="814200" cy="638156"/>
          </a:xfrm>
        </p:grpSpPr>
        <p:sp>
          <p:nvSpPr>
            <p:cNvPr id="613" name="Google Shape;613;g3baff84d3b0_0_614"/>
            <p:cNvSpPr txBox="1"/>
            <p:nvPr/>
          </p:nvSpPr>
          <p:spPr>
            <a:xfrm>
              <a:off x="6551870" y="1752587"/>
              <a:ext cx="8142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63C67"/>
                </a:buClr>
                <a:buSzPts val="1100"/>
                <a:buFont typeface="Arial"/>
                <a:buNone/>
              </a:pPr>
              <a:r>
                <a:rPr b="1" i="0" lang="vi" sz="800" u="none" cap="none" strike="noStrike">
                  <a:solidFill>
                    <a:srgbClr val="FFFFFF"/>
                  </a:solidFill>
                  <a:latin typeface="Lato"/>
                  <a:ea typeface="Lato"/>
                  <a:cs typeface="Lato"/>
                  <a:sym typeface="Lato"/>
                </a:rPr>
                <a:t>Quality Assurance</a:t>
              </a:r>
              <a:endParaRPr b="1" i="0" sz="800" u="none" cap="none" strike="noStrike">
                <a:solidFill>
                  <a:srgbClr val="FFFFFF"/>
                </a:solidFill>
                <a:latin typeface="Lato"/>
                <a:ea typeface="Lato"/>
                <a:cs typeface="Lato"/>
                <a:sym typeface="Lato"/>
              </a:endParaRPr>
            </a:p>
          </p:txBody>
        </p:sp>
        <p:pic>
          <p:nvPicPr>
            <p:cNvPr id="614" name="Google Shape;614;g3baff84d3b0_0_614"/>
            <p:cNvPicPr preferRelativeResize="0"/>
            <p:nvPr/>
          </p:nvPicPr>
          <p:blipFill rotWithShape="1">
            <a:blip r:embed="rId8">
              <a:alphaModFix/>
            </a:blip>
            <a:srcRect b="0" l="0" r="0" t="0"/>
            <a:stretch/>
          </p:blipFill>
          <p:spPr>
            <a:xfrm>
              <a:off x="6828062" y="1430031"/>
              <a:ext cx="261759" cy="265938"/>
            </a:xfrm>
            <a:prstGeom prst="rect">
              <a:avLst/>
            </a:prstGeom>
            <a:noFill/>
            <a:ln>
              <a:noFill/>
            </a:ln>
          </p:spPr>
        </p:pic>
      </p:grpSp>
      <p:grpSp>
        <p:nvGrpSpPr>
          <p:cNvPr id="615" name="Google Shape;615;g3baff84d3b0_0_614"/>
          <p:cNvGrpSpPr/>
          <p:nvPr/>
        </p:nvGrpSpPr>
        <p:grpSpPr>
          <a:xfrm>
            <a:off x="6927574" y="2958379"/>
            <a:ext cx="640409" cy="459253"/>
            <a:chOff x="6788824" y="2653522"/>
            <a:chExt cx="572100" cy="459253"/>
          </a:xfrm>
        </p:grpSpPr>
        <p:sp>
          <p:nvSpPr>
            <p:cNvPr id="616" name="Google Shape;616;g3baff84d3b0_0_614"/>
            <p:cNvSpPr txBox="1"/>
            <p:nvPr/>
          </p:nvSpPr>
          <p:spPr>
            <a:xfrm>
              <a:off x="6788824" y="2935775"/>
              <a:ext cx="572100" cy="177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1" i="0" lang="vi" sz="700" u="none" cap="none" strike="noStrike">
                  <a:solidFill>
                    <a:srgbClr val="FFFFFF"/>
                  </a:solidFill>
                  <a:latin typeface="Noto Sans JP"/>
                  <a:ea typeface="Noto Sans JP"/>
                  <a:cs typeface="Noto Sans JP"/>
                  <a:sym typeface="Noto Sans JP"/>
                </a:rPr>
                <a:t>DevOps</a:t>
              </a:r>
              <a:endParaRPr b="1" i="0" sz="700" u="none" cap="none" strike="noStrike">
                <a:solidFill>
                  <a:srgbClr val="FFFFFF"/>
                </a:solidFill>
                <a:latin typeface="Noto Sans JP"/>
                <a:ea typeface="Noto Sans JP"/>
                <a:cs typeface="Noto Sans JP"/>
                <a:sym typeface="Noto Sans JP"/>
              </a:endParaRPr>
            </a:p>
          </p:txBody>
        </p:sp>
        <p:pic>
          <p:nvPicPr>
            <p:cNvPr id="617" name="Google Shape;617;g3baff84d3b0_0_614"/>
            <p:cNvPicPr preferRelativeResize="0"/>
            <p:nvPr/>
          </p:nvPicPr>
          <p:blipFill rotWithShape="1">
            <a:blip r:embed="rId8">
              <a:alphaModFix/>
            </a:blip>
            <a:srcRect b="0" l="0" r="0" t="0"/>
            <a:stretch/>
          </p:blipFill>
          <p:spPr>
            <a:xfrm>
              <a:off x="6956814" y="2653522"/>
              <a:ext cx="236335" cy="231409"/>
            </a:xfrm>
            <a:prstGeom prst="rect">
              <a:avLst/>
            </a:prstGeom>
            <a:noFill/>
            <a:ln>
              <a:noFill/>
            </a:ln>
          </p:spPr>
        </p:pic>
      </p:grpSp>
      <p:grpSp>
        <p:nvGrpSpPr>
          <p:cNvPr id="618" name="Google Shape;618;g3baff84d3b0_0_614"/>
          <p:cNvGrpSpPr/>
          <p:nvPr/>
        </p:nvGrpSpPr>
        <p:grpSpPr>
          <a:xfrm>
            <a:off x="4509926" y="2956817"/>
            <a:ext cx="774737" cy="459241"/>
            <a:chOff x="5223127" y="2653522"/>
            <a:chExt cx="692100" cy="459241"/>
          </a:xfrm>
        </p:grpSpPr>
        <p:sp>
          <p:nvSpPr>
            <p:cNvPr id="619" name="Google Shape;619;g3baff84d3b0_0_614"/>
            <p:cNvSpPr txBox="1"/>
            <p:nvPr/>
          </p:nvSpPr>
          <p:spPr>
            <a:xfrm>
              <a:off x="5223127" y="2935763"/>
              <a:ext cx="692100" cy="177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1" i="0" lang="vi" sz="700" u="none" cap="none" strike="noStrike">
                  <a:solidFill>
                    <a:srgbClr val="FFFFFF"/>
                  </a:solidFill>
                  <a:latin typeface="Noto Sans JP"/>
                  <a:ea typeface="Noto Sans JP"/>
                  <a:cs typeface="Noto Sans JP"/>
                  <a:sym typeface="Noto Sans JP"/>
                </a:rPr>
                <a:t>Developers</a:t>
              </a:r>
              <a:endParaRPr b="1" i="0" sz="700" u="none" cap="none" strike="noStrike">
                <a:solidFill>
                  <a:srgbClr val="FFFFFF"/>
                </a:solidFill>
                <a:latin typeface="Noto Sans JP"/>
                <a:ea typeface="Noto Sans JP"/>
                <a:cs typeface="Noto Sans JP"/>
                <a:sym typeface="Noto Sans JP"/>
              </a:endParaRPr>
            </a:p>
          </p:txBody>
        </p:sp>
        <p:pic>
          <p:nvPicPr>
            <p:cNvPr id="620" name="Google Shape;620;g3baff84d3b0_0_614"/>
            <p:cNvPicPr preferRelativeResize="0"/>
            <p:nvPr/>
          </p:nvPicPr>
          <p:blipFill rotWithShape="1">
            <a:blip r:embed="rId8">
              <a:alphaModFix/>
            </a:blip>
            <a:srcRect b="0" l="0" r="0" t="0"/>
            <a:stretch/>
          </p:blipFill>
          <p:spPr>
            <a:xfrm>
              <a:off x="5469744" y="2653522"/>
              <a:ext cx="236335" cy="231409"/>
            </a:xfrm>
            <a:prstGeom prst="rect">
              <a:avLst/>
            </a:prstGeom>
            <a:noFill/>
            <a:ln>
              <a:noFill/>
            </a:ln>
          </p:spPr>
        </p:pic>
      </p:grpSp>
      <p:pic>
        <p:nvPicPr>
          <p:cNvPr id="621" name="Google Shape;621;g3baff84d3b0_0_614"/>
          <p:cNvPicPr preferRelativeResize="0"/>
          <p:nvPr/>
        </p:nvPicPr>
        <p:blipFill rotWithShape="1">
          <a:blip r:embed="rId9">
            <a:alphaModFix/>
          </a:blip>
          <a:srcRect b="0" l="0" r="0" t="0"/>
          <a:stretch/>
        </p:blipFill>
        <p:spPr>
          <a:xfrm>
            <a:off x="4109462" y="1511862"/>
            <a:ext cx="277963" cy="261600"/>
          </a:xfrm>
          <a:prstGeom prst="rect">
            <a:avLst/>
          </a:prstGeom>
          <a:noFill/>
          <a:ln>
            <a:noFill/>
          </a:ln>
        </p:spPr>
      </p:pic>
      <p:pic>
        <p:nvPicPr>
          <p:cNvPr id="622" name="Google Shape;622;g3baff84d3b0_0_614"/>
          <p:cNvPicPr preferRelativeResize="0"/>
          <p:nvPr/>
        </p:nvPicPr>
        <p:blipFill rotWithShape="1">
          <a:blip r:embed="rId10">
            <a:alphaModFix/>
          </a:blip>
          <a:srcRect b="0" l="0" r="0" t="0"/>
          <a:stretch/>
        </p:blipFill>
        <p:spPr>
          <a:xfrm>
            <a:off x="6833350" y="1503663"/>
            <a:ext cx="277975" cy="277975"/>
          </a:xfrm>
          <a:prstGeom prst="rect">
            <a:avLst/>
          </a:prstGeom>
          <a:noFill/>
          <a:ln>
            <a:noFill/>
          </a:ln>
        </p:spPr>
      </p:pic>
      <p:grpSp>
        <p:nvGrpSpPr>
          <p:cNvPr id="623" name="Google Shape;623;g3baff84d3b0_0_614"/>
          <p:cNvGrpSpPr/>
          <p:nvPr/>
        </p:nvGrpSpPr>
        <p:grpSpPr>
          <a:xfrm>
            <a:off x="5774473" y="2958717"/>
            <a:ext cx="640409" cy="459253"/>
            <a:chOff x="6384843" y="2653522"/>
            <a:chExt cx="572100" cy="459253"/>
          </a:xfrm>
        </p:grpSpPr>
        <p:sp>
          <p:nvSpPr>
            <p:cNvPr id="624" name="Google Shape;624;g3baff84d3b0_0_614"/>
            <p:cNvSpPr txBox="1"/>
            <p:nvPr/>
          </p:nvSpPr>
          <p:spPr>
            <a:xfrm>
              <a:off x="6384843" y="2935775"/>
              <a:ext cx="572100" cy="177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1" i="0" lang="vi" sz="700" u="none" cap="none" strike="noStrike">
                  <a:solidFill>
                    <a:srgbClr val="FFFFFF"/>
                  </a:solidFill>
                  <a:latin typeface="Noto Sans JP"/>
                  <a:ea typeface="Noto Sans JP"/>
                  <a:cs typeface="Noto Sans JP"/>
                  <a:sym typeface="Noto Sans JP"/>
                </a:rPr>
                <a:t>Tester</a:t>
              </a:r>
              <a:endParaRPr b="1" i="0" sz="700" u="none" cap="none" strike="noStrike">
                <a:solidFill>
                  <a:srgbClr val="FFFFFF"/>
                </a:solidFill>
                <a:latin typeface="Noto Sans JP"/>
                <a:ea typeface="Noto Sans JP"/>
                <a:cs typeface="Noto Sans JP"/>
                <a:sym typeface="Noto Sans JP"/>
              </a:endParaRPr>
            </a:p>
          </p:txBody>
        </p:sp>
        <p:pic>
          <p:nvPicPr>
            <p:cNvPr id="625" name="Google Shape;625;g3baff84d3b0_0_614"/>
            <p:cNvPicPr preferRelativeResize="0"/>
            <p:nvPr/>
          </p:nvPicPr>
          <p:blipFill rotWithShape="1">
            <a:blip r:embed="rId8">
              <a:alphaModFix/>
            </a:blip>
            <a:srcRect b="0" l="0" r="0" t="0"/>
            <a:stretch/>
          </p:blipFill>
          <p:spPr>
            <a:xfrm>
              <a:off x="6552836" y="2653522"/>
              <a:ext cx="236335" cy="231409"/>
            </a:xfrm>
            <a:prstGeom prst="rect">
              <a:avLst/>
            </a:prstGeom>
            <a:noFill/>
            <a:ln>
              <a:noFill/>
            </a:ln>
          </p:spPr>
        </p:pic>
      </p:grpSp>
      <p:grpSp>
        <p:nvGrpSpPr>
          <p:cNvPr id="626" name="Google Shape;626;g3baff84d3b0_0_614"/>
          <p:cNvGrpSpPr/>
          <p:nvPr/>
        </p:nvGrpSpPr>
        <p:grpSpPr>
          <a:xfrm>
            <a:off x="2593137" y="2980092"/>
            <a:ext cx="640409" cy="465128"/>
            <a:chOff x="4919298" y="2622497"/>
            <a:chExt cx="572100" cy="465128"/>
          </a:xfrm>
        </p:grpSpPr>
        <p:sp>
          <p:nvSpPr>
            <p:cNvPr id="627" name="Google Shape;627;g3baff84d3b0_0_614"/>
            <p:cNvSpPr txBox="1"/>
            <p:nvPr/>
          </p:nvSpPr>
          <p:spPr>
            <a:xfrm>
              <a:off x="4919298" y="2910625"/>
              <a:ext cx="572100" cy="177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1" i="0" lang="vi" sz="700" u="none" cap="none" strike="noStrike">
                  <a:solidFill>
                    <a:srgbClr val="FFFFFF"/>
                  </a:solidFill>
                  <a:latin typeface="Noto Sans JP"/>
                  <a:ea typeface="Noto Sans JP"/>
                  <a:cs typeface="Noto Sans JP"/>
                  <a:sym typeface="Noto Sans JP"/>
                </a:rPr>
                <a:t>BrSE </a:t>
              </a:r>
              <a:endParaRPr b="1" i="0" sz="700" u="none" cap="none" strike="noStrike">
                <a:solidFill>
                  <a:srgbClr val="FFFFFF"/>
                </a:solidFill>
                <a:latin typeface="Noto Sans JP"/>
                <a:ea typeface="Noto Sans JP"/>
                <a:cs typeface="Noto Sans JP"/>
                <a:sym typeface="Noto Sans JP"/>
              </a:endParaRPr>
            </a:p>
          </p:txBody>
        </p:sp>
        <p:pic>
          <p:nvPicPr>
            <p:cNvPr id="628" name="Google Shape;628;g3baff84d3b0_0_614"/>
            <p:cNvPicPr preferRelativeResize="0"/>
            <p:nvPr/>
          </p:nvPicPr>
          <p:blipFill rotWithShape="1">
            <a:blip r:embed="rId8">
              <a:alphaModFix/>
            </a:blip>
            <a:srcRect b="0" l="0" r="0" t="0"/>
            <a:stretch/>
          </p:blipFill>
          <p:spPr>
            <a:xfrm>
              <a:off x="5110849" y="2622497"/>
              <a:ext cx="236335" cy="231409"/>
            </a:xfrm>
            <a:prstGeom prst="rect">
              <a:avLst/>
            </a:prstGeom>
            <a:noFill/>
            <a:ln>
              <a:noFill/>
            </a:ln>
          </p:spPr>
        </p:pic>
      </p:grpSp>
      <p:sp>
        <p:nvSpPr>
          <p:cNvPr id="629" name="Google Shape;629;g3baff84d3b0_0_614"/>
          <p:cNvSpPr txBox="1"/>
          <p:nvPr/>
        </p:nvSpPr>
        <p:spPr>
          <a:xfrm>
            <a:off x="737692" y="986126"/>
            <a:ext cx="1009500" cy="2550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Clr>
                <a:srgbClr val="002350"/>
              </a:buClr>
              <a:buSzPts val="1100"/>
              <a:buFont typeface="Avenir"/>
              <a:buNone/>
            </a:pPr>
            <a:r>
              <a:rPr b="1" i="0" lang="vi" sz="1100" u="none" cap="none" strike="noStrike">
                <a:solidFill>
                  <a:srgbClr val="002350"/>
                </a:solidFill>
                <a:latin typeface="Lato"/>
                <a:ea typeface="Lato"/>
                <a:cs typeface="Lato"/>
                <a:sym typeface="Lato"/>
              </a:rPr>
              <a:t>お客様（富士フイルムPBC）</a:t>
            </a:r>
            <a:endParaRPr b="0" i="0" sz="500" u="none" cap="none" strike="noStrike">
              <a:solidFill>
                <a:srgbClr val="000000"/>
              </a:solidFill>
              <a:latin typeface="Lato"/>
              <a:ea typeface="Lato"/>
              <a:cs typeface="Lato"/>
              <a:sym typeface="Lato"/>
            </a:endParaRPr>
          </a:p>
        </p:txBody>
      </p:sp>
      <p:sp>
        <p:nvSpPr>
          <p:cNvPr id="630" name="Google Shape;630;g3baff84d3b0_0_614"/>
          <p:cNvSpPr txBox="1"/>
          <p:nvPr/>
        </p:nvSpPr>
        <p:spPr>
          <a:xfrm>
            <a:off x="4657342" y="986126"/>
            <a:ext cx="1009500" cy="2550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Clr>
                <a:srgbClr val="002350"/>
              </a:buClr>
              <a:buSzPts val="1100"/>
              <a:buFont typeface="Avenir"/>
              <a:buNone/>
            </a:pPr>
            <a:r>
              <a:rPr b="1" i="0" lang="vi" sz="1100" u="none" cap="none" strike="noStrike">
                <a:solidFill>
                  <a:srgbClr val="002350"/>
                </a:solidFill>
                <a:latin typeface="Lato"/>
                <a:ea typeface="Lato"/>
                <a:cs typeface="Lato"/>
                <a:sym typeface="Lato"/>
              </a:rPr>
              <a:t>VMO Holdings</a:t>
            </a:r>
            <a:endParaRPr b="0" i="0" sz="500" u="none" cap="none" strike="noStrike">
              <a:solidFill>
                <a:srgbClr val="000000"/>
              </a:solidFill>
              <a:latin typeface="Lato"/>
              <a:ea typeface="Lato"/>
              <a:cs typeface="Lato"/>
              <a:sym typeface="Lato"/>
            </a:endParaRPr>
          </a:p>
        </p:txBody>
      </p:sp>
      <p:sp>
        <p:nvSpPr>
          <p:cNvPr id="631" name="Google Shape;631;g3baff84d3b0_0_614"/>
          <p:cNvSpPr/>
          <p:nvPr/>
        </p:nvSpPr>
        <p:spPr>
          <a:xfrm>
            <a:off x="2714975" y="2873688"/>
            <a:ext cx="1035600" cy="774000"/>
          </a:xfrm>
          <a:prstGeom prst="roundRect">
            <a:avLst>
              <a:gd fmla="val 10797" name="adj"/>
            </a:avLst>
          </a:prstGeom>
          <a:noFill/>
          <a:ln cap="flat" cmpd="sng" w="9525">
            <a:solidFill>
              <a:srgbClr val="7ECBE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g3baff84d3b0_0_614"/>
          <p:cNvSpPr/>
          <p:nvPr/>
        </p:nvSpPr>
        <p:spPr>
          <a:xfrm>
            <a:off x="4058175" y="2874625"/>
            <a:ext cx="3467100" cy="774000"/>
          </a:xfrm>
          <a:prstGeom prst="roundRect">
            <a:avLst>
              <a:gd fmla="val 10797" name="adj"/>
            </a:avLst>
          </a:prstGeom>
          <a:noFill/>
          <a:ln cap="flat" cmpd="sng" w="9525">
            <a:solidFill>
              <a:srgbClr val="7ECBE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33" name="Google Shape;633;g3baff84d3b0_0_614"/>
          <p:cNvCxnSpPr>
            <a:stCxn id="632" idx="1"/>
            <a:endCxn id="631" idx="3"/>
          </p:cNvCxnSpPr>
          <p:nvPr/>
        </p:nvCxnSpPr>
        <p:spPr>
          <a:xfrm rot="10800000">
            <a:off x="3750675" y="3260725"/>
            <a:ext cx="307500" cy="900"/>
          </a:xfrm>
          <a:prstGeom prst="straightConnector1">
            <a:avLst/>
          </a:prstGeom>
          <a:noFill/>
          <a:ln cap="flat" cmpd="sng" w="9525">
            <a:solidFill>
              <a:srgbClr val="FFFFFF"/>
            </a:solidFill>
            <a:prstDash val="dash"/>
            <a:round/>
            <a:headEnd len="sm" w="sm" type="triangle"/>
            <a:tailEnd len="med" w="med" type="triangle"/>
          </a:ln>
        </p:spPr>
      </p:cxnSp>
      <p:cxnSp>
        <p:nvCxnSpPr>
          <p:cNvPr id="634" name="Google Shape;634;g3baff84d3b0_0_614"/>
          <p:cNvCxnSpPr>
            <a:stCxn id="576" idx="1"/>
          </p:cNvCxnSpPr>
          <p:nvPr/>
        </p:nvCxnSpPr>
        <p:spPr>
          <a:xfrm flipH="1">
            <a:off x="1820100" y="1967000"/>
            <a:ext cx="710100" cy="3900"/>
          </a:xfrm>
          <a:prstGeom prst="straightConnector1">
            <a:avLst/>
          </a:prstGeom>
          <a:noFill/>
          <a:ln cap="flat" cmpd="sng" w="9525">
            <a:solidFill>
              <a:srgbClr val="063C67"/>
            </a:solidFill>
            <a:prstDash val="dash"/>
            <a:round/>
            <a:headEnd len="sm" w="sm" type="triangle"/>
            <a:tailEnd len="med" w="med" type="triangle"/>
          </a:ln>
        </p:spPr>
      </p:cxnSp>
      <p:cxnSp>
        <p:nvCxnSpPr>
          <p:cNvPr id="635" name="Google Shape;635;g3baff84d3b0_0_614"/>
          <p:cNvCxnSpPr>
            <a:stCxn id="631" idx="1"/>
          </p:cNvCxnSpPr>
          <p:nvPr/>
        </p:nvCxnSpPr>
        <p:spPr>
          <a:xfrm flipH="1">
            <a:off x="1831175" y="3260688"/>
            <a:ext cx="883800" cy="9000"/>
          </a:xfrm>
          <a:prstGeom prst="straightConnector1">
            <a:avLst/>
          </a:prstGeom>
          <a:noFill/>
          <a:ln cap="flat" cmpd="sng" w="9525">
            <a:solidFill>
              <a:srgbClr val="063C67"/>
            </a:solidFill>
            <a:prstDash val="dash"/>
            <a:round/>
            <a:headEnd len="sm" w="sm" type="triangle"/>
            <a:tailEnd len="med" w="med" type="triangle"/>
          </a:ln>
        </p:spPr>
      </p:cxnSp>
      <p:sp>
        <p:nvSpPr>
          <p:cNvPr id="636" name="Google Shape;636;g3baff84d3b0_0_614"/>
          <p:cNvSpPr/>
          <p:nvPr/>
        </p:nvSpPr>
        <p:spPr>
          <a:xfrm>
            <a:off x="572300" y="4860000"/>
            <a:ext cx="459600" cy="177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7" name="Google Shape;637;g3baff84d3b0_0_614"/>
          <p:cNvPicPr preferRelativeResize="0"/>
          <p:nvPr/>
        </p:nvPicPr>
        <p:blipFill rotWithShape="1">
          <a:blip r:embed="rId11">
            <a:alphaModFix/>
          </a:blip>
          <a:srcRect b="0" l="0" r="0" t="0"/>
          <a:stretch/>
        </p:blipFill>
        <p:spPr>
          <a:xfrm>
            <a:off x="583300" y="4847974"/>
            <a:ext cx="437608" cy="177900"/>
          </a:xfrm>
          <a:prstGeom prst="rect">
            <a:avLst/>
          </a:prstGeom>
          <a:noFill/>
          <a:ln>
            <a:noFill/>
          </a:ln>
        </p:spPr>
      </p:pic>
      <p:sp>
        <p:nvSpPr>
          <p:cNvPr id="638" name="Google Shape;638;g3baff84d3b0_0_614"/>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3b9d959519f_0_1378"/>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VMOの主要な役割</a:t>
            </a:r>
            <a:endParaRPr sz="1100">
              <a:latin typeface="Chakra Petch"/>
              <a:ea typeface="Chakra Petch"/>
              <a:cs typeface="Chakra Petch"/>
              <a:sym typeface="Chakra Petch"/>
            </a:endParaRPr>
          </a:p>
        </p:txBody>
      </p:sp>
      <p:sp>
        <p:nvSpPr>
          <p:cNvPr id="645" name="Google Shape;645;g3b9d959519f_0_1378"/>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3 </a:t>
            </a:r>
            <a:r>
              <a:rPr lang="vi" sz="2000">
                <a:solidFill>
                  <a:schemeClr val="accent4"/>
                </a:solidFill>
                <a:latin typeface="Chakra Petch"/>
                <a:ea typeface="Chakra Petch"/>
                <a:cs typeface="Chakra Petch"/>
                <a:sym typeface="Chakra Petch"/>
              </a:rPr>
              <a:t>|</a:t>
            </a:r>
            <a:r>
              <a:rPr lang="vi" sz="2000">
                <a:latin typeface="Chakra Petch"/>
                <a:ea typeface="Chakra Petch"/>
                <a:cs typeface="Chakra Petch"/>
                <a:sym typeface="Chakra Petch"/>
              </a:rPr>
              <a:t> チームの進め方 | 主要な役割</a:t>
            </a:r>
            <a:endParaRPr sz="2000">
              <a:latin typeface="Chakra Petch"/>
              <a:ea typeface="Chakra Petch"/>
              <a:cs typeface="Chakra Petch"/>
              <a:sym typeface="Chakra Petch"/>
            </a:endParaRPr>
          </a:p>
        </p:txBody>
      </p:sp>
      <p:sp>
        <p:nvSpPr>
          <p:cNvPr id="646" name="Google Shape;646;g3b9d959519f_0_1378"/>
          <p:cNvSpPr/>
          <p:nvPr/>
        </p:nvSpPr>
        <p:spPr>
          <a:xfrm>
            <a:off x="157256" y="1891859"/>
            <a:ext cx="8986200" cy="3203700"/>
          </a:xfrm>
          <a:prstGeom prst="rect">
            <a:avLst/>
          </a:prstGeom>
          <a:solidFill>
            <a:srgbClr val="E4F4FB"/>
          </a:solidFill>
          <a:ln>
            <a:noFill/>
          </a:ln>
        </p:spPr>
        <p:txBody>
          <a:bodyPr anchorCtr="0" anchor="t" bIns="22475" lIns="44925" spcFirstLastPara="1" rIns="44925" wrap="square" tIns="22475">
            <a:noAutofit/>
          </a:bodyPr>
          <a:lstStyle/>
          <a:p>
            <a:pPr indent="0" lvl="0" marL="224650" marR="0" rtl="0" algn="just">
              <a:lnSpc>
                <a:spcPct val="100000"/>
              </a:lnSpc>
              <a:spcBef>
                <a:spcPts val="0"/>
              </a:spcBef>
              <a:spcAft>
                <a:spcPts val="0"/>
              </a:spcAft>
              <a:buClr>
                <a:srgbClr val="000000"/>
              </a:buClr>
              <a:buSzPts val="687"/>
              <a:buFont typeface="Arial"/>
              <a:buNone/>
            </a:pPr>
            <a:r>
              <a:t/>
            </a:r>
            <a:endParaRPr b="0" i="0" sz="687" u="none" cap="none" strike="noStrike">
              <a:solidFill>
                <a:srgbClr val="063C67"/>
              </a:solidFill>
              <a:latin typeface="Lato"/>
              <a:ea typeface="Lato"/>
              <a:cs typeface="Lato"/>
              <a:sym typeface="Lato"/>
            </a:endParaRPr>
          </a:p>
        </p:txBody>
      </p:sp>
      <p:sp>
        <p:nvSpPr>
          <p:cNvPr id="647" name="Google Shape;647;g3b9d959519f_0_1378"/>
          <p:cNvSpPr/>
          <p:nvPr/>
        </p:nvSpPr>
        <p:spPr>
          <a:xfrm>
            <a:off x="2053771" y="1255719"/>
            <a:ext cx="1698300" cy="605100"/>
          </a:xfrm>
          <a:prstGeom prst="rect">
            <a:avLst/>
          </a:prstGeom>
          <a:solidFill>
            <a:srgbClr val="063C67"/>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884"/>
              <a:buFont typeface="Arial"/>
              <a:buNone/>
            </a:pPr>
            <a:r>
              <a:rPr b="0" i="0" lang="vi" sz="884" u="none" cap="none" strike="noStrike">
                <a:solidFill>
                  <a:srgbClr val="FFFFFF"/>
                </a:solidFill>
                <a:latin typeface="Lato"/>
                <a:ea typeface="Lato"/>
                <a:cs typeface="Lato"/>
                <a:sym typeface="Lato"/>
              </a:rPr>
              <a:t>PMはプロジェクトチームの管理を担当します。</a:t>
            </a:r>
            <a:r>
              <a:rPr b="1" i="0" lang="vi" sz="884" u="none" cap="none" strike="noStrike">
                <a:solidFill>
                  <a:srgbClr val="FFFFFF"/>
                </a:solidFill>
                <a:latin typeface="Lato"/>
                <a:ea typeface="Lato"/>
                <a:cs typeface="Lato"/>
                <a:sym typeface="Lato"/>
              </a:rPr>
              <a:t/>
            </a:r>
            <a:r>
              <a:rPr b="0" i="0" lang="vi" sz="884" u="none" cap="none" strike="noStrike">
                <a:solidFill>
                  <a:srgbClr val="FFFFFF"/>
                </a:solidFill>
                <a:latin typeface="Lato"/>
                <a:ea typeface="Lato"/>
                <a:cs typeface="Lato"/>
                <a:sym typeface="Lato"/>
              </a:rPr>
              <a:t/>
            </a:r>
            <a:endParaRPr b="0" i="0" sz="884" u="none" cap="none" strike="noStrike">
              <a:solidFill>
                <a:srgbClr val="FFFFFF"/>
              </a:solidFill>
              <a:latin typeface="Lato"/>
              <a:ea typeface="Lato"/>
              <a:cs typeface="Lato"/>
              <a:sym typeface="Lato"/>
            </a:endParaRPr>
          </a:p>
        </p:txBody>
      </p:sp>
      <p:sp>
        <p:nvSpPr>
          <p:cNvPr id="648" name="Google Shape;648;g3b9d959519f_0_1378"/>
          <p:cNvSpPr/>
          <p:nvPr/>
        </p:nvSpPr>
        <p:spPr>
          <a:xfrm>
            <a:off x="1968741" y="1900170"/>
            <a:ext cx="1756200" cy="1104000"/>
          </a:xfrm>
          <a:prstGeom prst="rect">
            <a:avLst/>
          </a:prstGeom>
          <a:noFill/>
          <a:ln>
            <a:noFill/>
          </a:ln>
        </p:spPr>
        <p:txBody>
          <a:bodyPr anchorCtr="0" anchor="t" bIns="22475" lIns="44925" spcFirstLastPara="1" rIns="44925" wrap="square" tIns="22475">
            <a:noAutofit/>
          </a:bodyPr>
          <a:lstStyle/>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プロジェクト活動の単一窓口</a:t>
            </a:r>
            <a:endParaRPr b="0" i="0" sz="687" u="none" cap="none" strike="noStrike">
              <a:solidFill>
                <a:srgbClr val="000000"/>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スコープ・スケジュール・コスト・品質責任</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リスク・課題管理</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契約・ロードマップ・デリバリー整合性</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ステークホルダー管理</a:t>
            </a:r>
            <a:endParaRPr b="0" i="0" sz="687" u="none" cap="none" strike="noStrike">
              <a:solidFill>
                <a:srgbClr val="063C67"/>
              </a:solidFill>
              <a:latin typeface="Lato"/>
              <a:ea typeface="Lato"/>
              <a:cs typeface="Lato"/>
              <a:sym typeface="Lato"/>
            </a:endParaRPr>
          </a:p>
        </p:txBody>
      </p:sp>
      <p:sp>
        <p:nvSpPr>
          <p:cNvPr id="649" name="Google Shape;649;g3b9d959519f_0_1378"/>
          <p:cNvSpPr/>
          <p:nvPr/>
        </p:nvSpPr>
        <p:spPr>
          <a:xfrm>
            <a:off x="1992144" y="4207771"/>
            <a:ext cx="1760100" cy="892500"/>
          </a:xfrm>
          <a:prstGeom prst="rect">
            <a:avLst/>
          </a:prstGeom>
          <a:noFill/>
          <a:ln>
            <a:noFill/>
          </a:ln>
        </p:spPr>
        <p:txBody>
          <a:bodyPr anchorCtr="0" anchor="t" bIns="22475" lIns="44925" spcFirstLastPara="1" rIns="44925" wrap="square" tIns="22475">
            <a:noAutofit/>
          </a:bodyPr>
          <a:lstStyle/>
          <a:p>
            <a:pPr indent="-156007" lvl="0" marL="224650" marR="0" rtl="0" algn="l">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ステークホルダー管理・交渉</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リスク・依存関係管理</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計画・見積もり</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コミュニケーション・報告</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対人スキル・チームワーク</a:t>
            </a:r>
            <a:endParaRPr b="0" i="0" sz="687" u="none" cap="none" strike="noStrike">
              <a:solidFill>
                <a:srgbClr val="000000"/>
              </a:solidFill>
              <a:latin typeface="Lato"/>
              <a:ea typeface="Lato"/>
              <a:cs typeface="Lato"/>
              <a:sym typeface="Lato"/>
            </a:endParaRPr>
          </a:p>
        </p:txBody>
      </p:sp>
      <p:sp>
        <p:nvSpPr>
          <p:cNvPr id="650" name="Google Shape;650;g3b9d959519f_0_1378"/>
          <p:cNvSpPr/>
          <p:nvPr/>
        </p:nvSpPr>
        <p:spPr>
          <a:xfrm>
            <a:off x="1968741" y="3075444"/>
            <a:ext cx="1756200" cy="680700"/>
          </a:xfrm>
          <a:prstGeom prst="rect">
            <a:avLst/>
          </a:prstGeom>
          <a:noFill/>
          <a:ln>
            <a:noFill/>
          </a:ln>
        </p:spPr>
        <p:txBody>
          <a:bodyPr anchorCtr="0" anchor="t" bIns="22475" lIns="44925" spcFirstLastPara="1" rIns="44925" wrap="square" tIns="22475">
            <a:noAutofit/>
          </a:bodyPr>
          <a:lstStyle/>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ベースライン対比進捗管理</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チーム間依存調整</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変更要求影響評価</a:t>
            </a:r>
            <a:endParaRPr b="0" i="0" sz="687" u="none" cap="none" strike="noStrike">
              <a:solidFill>
                <a:srgbClr val="063C67"/>
              </a:solidFill>
              <a:latin typeface="Lato"/>
              <a:ea typeface="Lato"/>
              <a:cs typeface="Lato"/>
              <a:sym typeface="Lato"/>
            </a:endParaRPr>
          </a:p>
        </p:txBody>
      </p:sp>
      <p:grpSp>
        <p:nvGrpSpPr>
          <p:cNvPr id="651" name="Google Shape;651;g3b9d959519f_0_1378"/>
          <p:cNvGrpSpPr/>
          <p:nvPr/>
        </p:nvGrpSpPr>
        <p:grpSpPr>
          <a:xfrm>
            <a:off x="2682759" y="782521"/>
            <a:ext cx="572249" cy="449300"/>
            <a:chOff x="4334323" y="8375207"/>
            <a:chExt cx="597836" cy="491898"/>
          </a:xfrm>
        </p:grpSpPr>
        <p:sp>
          <p:nvSpPr>
            <p:cNvPr id="652" name="Google Shape;652;g3b9d959519f_0_1378"/>
            <p:cNvSpPr/>
            <p:nvPr/>
          </p:nvSpPr>
          <p:spPr>
            <a:xfrm>
              <a:off x="4665459" y="8526631"/>
              <a:ext cx="266700" cy="266700"/>
            </a:xfrm>
            <a:prstGeom prst="ellipse">
              <a:avLst/>
            </a:prstGeom>
            <a:solidFill>
              <a:srgbClr val="043962"/>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884"/>
                <a:buFont typeface="Arial"/>
                <a:buNone/>
              </a:pPr>
              <a:r>
                <a:t/>
              </a:r>
              <a:endParaRPr b="0" i="0" sz="884" u="none" cap="none" strike="noStrike">
                <a:solidFill>
                  <a:srgbClr val="FFFFFF"/>
                </a:solidFill>
                <a:latin typeface="Calibri"/>
                <a:ea typeface="Calibri"/>
                <a:cs typeface="Calibri"/>
                <a:sym typeface="Calibri"/>
              </a:endParaRPr>
            </a:p>
          </p:txBody>
        </p:sp>
        <p:sp>
          <p:nvSpPr>
            <p:cNvPr id="653" name="Google Shape;653;g3b9d959519f_0_1378"/>
            <p:cNvSpPr/>
            <p:nvPr/>
          </p:nvSpPr>
          <p:spPr>
            <a:xfrm>
              <a:off x="4334323" y="8375207"/>
              <a:ext cx="423505" cy="491898"/>
            </a:xfrm>
            <a:custGeom>
              <a:rect b="b" l="l" r="r" t="t"/>
              <a:pathLst>
                <a:path extrusionOk="0" h="491898" w="423505">
                  <a:moveTo>
                    <a:pt x="423505" y="389868"/>
                  </a:moveTo>
                  <a:cubicBezTo>
                    <a:pt x="423505" y="337027"/>
                    <a:pt x="363402" y="295619"/>
                    <a:pt x="311844" y="293602"/>
                  </a:cubicBezTo>
                  <a:lnTo>
                    <a:pt x="285537" y="269967"/>
                  </a:lnTo>
                  <a:cubicBezTo>
                    <a:pt x="317605" y="246622"/>
                    <a:pt x="336999" y="209057"/>
                    <a:pt x="336999" y="169090"/>
                  </a:cubicBezTo>
                  <a:lnTo>
                    <a:pt x="336999" y="105681"/>
                  </a:lnTo>
                  <a:cubicBezTo>
                    <a:pt x="336999" y="47364"/>
                    <a:pt x="289474" y="0"/>
                    <a:pt x="231003" y="0"/>
                  </a:cubicBezTo>
                  <a:lnTo>
                    <a:pt x="192598" y="0"/>
                  </a:lnTo>
                  <a:cubicBezTo>
                    <a:pt x="134224" y="0"/>
                    <a:pt x="87370" y="47268"/>
                    <a:pt x="87370" y="105681"/>
                  </a:cubicBezTo>
                  <a:lnTo>
                    <a:pt x="87370" y="169090"/>
                  </a:lnTo>
                  <a:cubicBezTo>
                    <a:pt x="87370" y="208961"/>
                    <a:pt x="106572" y="246429"/>
                    <a:pt x="138160" y="269775"/>
                  </a:cubicBezTo>
                  <a:lnTo>
                    <a:pt x="111661" y="293602"/>
                  </a:lnTo>
                  <a:cubicBezTo>
                    <a:pt x="60199" y="295523"/>
                    <a:pt x="0" y="336931"/>
                    <a:pt x="0" y="389868"/>
                  </a:cubicBezTo>
                  <a:lnTo>
                    <a:pt x="0" y="482291"/>
                  </a:lnTo>
                  <a:cubicBezTo>
                    <a:pt x="0" y="487575"/>
                    <a:pt x="4321" y="491898"/>
                    <a:pt x="9601" y="491898"/>
                  </a:cubicBezTo>
                  <a:lnTo>
                    <a:pt x="413904" y="491898"/>
                  </a:lnTo>
                  <a:cubicBezTo>
                    <a:pt x="419185" y="491898"/>
                    <a:pt x="423505" y="487575"/>
                    <a:pt x="423505" y="482291"/>
                  </a:cubicBezTo>
                  <a:lnTo>
                    <a:pt x="423505" y="389868"/>
                  </a:lnTo>
                  <a:close/>
                  <a:moveTo>
                    <a:pt x="190486" y="428489"/>
                  </a:moveTo>
                  <a:lnTo>
                    <a:pt x="232923" y="428489"/>
                  </a:lnTo>
                  <a:lnTo>
                    <a:pt x="243004" y="472683"/>
                  </a:lnTo>
                  <a:lnTo>
                    <a:pt x="180117" y="472683"/>
                  </a:lnTo>
                  <a:lnTo>
                    <a:pt x="190486" y="428489"/>
                  </a:lnTo>
                  <a:close/>
                  <a:moveTo>
                    <a:pt x="233787" y="409275"/>
                  </a:moveTo>
                  <a:lnTo>
                    <a:pt x="189910" y="409275"/>
                  </a:lnTo>
                  <a:lnTo>
                    <a:pt x="182517" y="386313"/>
                  </a:lnTo>
                  <a:lnTo>
                    <a:pt x="211801" y="371710"/>
                  </a:lnTo>
                  <a:lnTo>
                    <a:pt x="241660" y="386697"/>
                  </a:lnTo>
                  <a:lnTo>
                    <a:pt x="233787" y="409275"/>
                  </a:lnTo>
                  <a:close/>
                  <a:moveTo>
                    <a:pt x="211705" y="342791"/>
                  </a:moveTo>
                  <a:lnTo>
                    <a:pt x="178293" y="289374"/>
                  </a:lnTo>
                  <a:cubicBezTo>
                    <a:pt x="189142" y="292353"/>
                    <a:pt x="200375" y="293986"/>
                    <a:pt x="211801" y="293986"/>
                  </a:cubicBezTo>
                  <a:cubicBezTo>
                    <a:pt x="223034" y="293986"/>
                    <a:pt x="234267" y="292449"/>
                    <a:pt x="245020" y="289470"/>
                  </a:cubicBezTo>
                  <a:lnTo>
                    <a:pt x="211705" y="342791"/>
                  </a:lnTo>
                  <a:close/>
                  <a:moveTo>
                    <a:pt x="225530" y="357106"/>
                  </a:moveTo>
                  <a:lnTo>
                    <a:pt x="271616" y="283322"/>
                  </a:lnTo>
                  <a:lnTo>
                    <a:pt x="296482" y="305707"/>
                  </a:lnTo>
                  <a:lnTo>
                    <a:pt x="264895" y="376802"/>
                  </a:lnTo>
                  <a:lnTo>
                    <a:pt x="225530" y="357106"/>
                  </a:lnTo>
                  <a:close/>
                  <a:moveTo>
                    <a:pt x="192598" y="19215"/>
                  </a:moveTo>
                  <a:lnTo>
                    <a:pt x="231003" y="19215"/>
                  </a:lnTo>
                  <a:cubicBezTo>
                    <a:pt x="278816" y="19215"/>
                    <a:pt x="317797" y="58029"/>
                    <a:pt x="317797" y="105681"/>
                  </a:cubicBezTo>
                  <a:lnTo>
                    <a:pt x="317797" y="113655"/>
                  </a:lnTo>
                  <a:lnTo>
                    <a:pt x="299747" y="87715"/>
                  </a:lnTo>
                  <a:cubicBezTo>
                    <a:pt x="298115" y="85410"/>
                    <a:pt x="295522" y="83872"/>
                    <a:pt x="292642" y="83584"/>
                  </a:cubicBezTo>
                  <a:cubicBezTo>
                    <a:pt x="289762" y="83392"/>
                    <a:pt x="286977" y="84353"/>
                    <a:pt x="284961" y="86466"/>
                  </a:cubicBezTo>
                  <a:cubicBezTo>
                    <a:pt x="265471" y="106354"/>
                    <a:pt x="242908" y="115289"/>
                    <a:pt x="211801" y="115289"/>
                  </a:cubicBezTo>
                  <a:cubicBezTo>
                    <a:pt x="180693" y="115289"/>
                    <a:pt x="158034" y="106354"/>
                    <a:pt x="138544" y="86370"/>
                  </a:cubicBezTo>
                  <a:cubicBezTo>
                    <a:pt x="136528" y="84353"/>
                    <a:pt x="133744" y="83296"/>
                    <a:pt x="130863" y="83488"/>
                  </a:cubicBezTo>
                  <a:cubicBezTo>
                    <a:pt x="127983" y="83776"/>
                    <a:pt x="125391" y="85217"/>
                    <a:pt x="123758" y="87619"/>
                  </a:cubicBezTo>
                  <a:lnTo>
                    <a:pt x="106668" y="112695"/>
                  </a:lnTo>
                  <a:lnTo>
                    <a:pt x="106668" y="105681"/>
                  </a:lnTo>
                  <a:cubicBezTo>
                    <a:pt x="106572" y="58029"/>
                    <a:pt x="145169" y="19215"/>
                    <a:pt x="192598" y="19215"/>
                  </a:cubicBezTo>
                  <a:close/>
                  <a:moveTo>
                    <a:pt x="106572" y="169090"/>
                  </a:moveTo>
                  <a:lnTo>
                    <a:pt x="106572" y="146897"/>
                  </a:lnTo>
                  <a:lnTo>
                    <a:pt x="133263" y="107795"/>
                  </a:lnTo>
                  <a:cubicBezTo>
                    <a:pt x="154578" y="125953"/>
                    <a:pt x="179829" y="134503"/>
                    <a:pt x="211801" y="134503"/>
                  </a:cubicBezTo>
                  <a:cubicBezTo>
                    <a:pt x="243772" y="134503"/>
                    <a:pt x="269023" y="125953"/>
                    <a:pt x="290338" y="107699"/>
                  </a:cubicBezTo>
                  <a:lnTo>
                    <a:pt x="317797" y="147281"/>
                  </a:lnTo>
                  <a:lnTo>
                    <a:pt x="317797" y="169090"/>
                  </a:lnTo>
                  <a:cubicBezTo>
                    <a:pt x="317797" y="226638"/>
                    <a:pt x="270847" y="274771"/>
                    <a:pt x="211801" y="274771"/>
                  </a:cubicBezTo>
                  <a:cubicBezTo>
                    <a:pt x="153042" y="274771"/>
                    <a:pt x="106572" y="226734"/>
                    <a:pt x="106572" y="169090"/>
                  </a:cubicBezTo>
                  <a:close/>
                  <a:moveTo>
                    <a:pt x="151890" y="283226"/>
                  </a:moveTo>
                  <a:lnTo>
                    <a:pt x="197975" y="357010"/>
                  </a:lnTo>
                  <a:lnTo>
                    <a:pt x="158610" y="376706"/>
                  </a:lnTo>
                  <a:lnTo>
                    <a:pt x="127023" y="305611"/>
                  </a:lnTo>
                  <a:lnTo>
                    <a:pt x="151890" y="283226"/>
                  </a:lnTo>
                  <a:close/>
                  <a:moveTo>
                    <a:pt x="19202" y="389868"/>
                  </a:moveTo>
                  <a:cubicBezTo>
                    <a:pt x="19202" y="350285"/>
                    <a:pt x="67304" y="316083"/>
                    <a:pt x="109261" y="313009"/>
                  </a:cubicBezTo>
                  <a:lnTo>
                    <a:pt x="145169" y="393807"/>
                  </a:lnTo>
                  <a:cubicBezTo>
                    <a:pt x="146225" y="396208"/>
                    <a:pt x="148241" y="398034"/>
                    <a:pt x="150738" y="398899"/>
                  </a:cubicBezTo>
                  <a:cubicBezTo>
                    <a:pt x="153234" y="399763"/>
                    <a:pt x="155922" y="399667"/>
                    <a:pt x="158226" y="398418"/>
                  </a:cubicBezTo>
                  <a:lnTo>
                    <a:pt x="165043" y="394960"/>
                  </a:lnTo>
                  <a:lnTo>
                    <a:pt x="172820" y="419266"/>
                  </a:lnTo>
                  <a:lnTo>
                    <a:pt x="160339" y="472683"/>
                  </a:lnTo>
                  <a:lnTo>
                    <a:pt x="19202" y="472683"/>
                  </a:lnTo>
                  <a:lnTo>
                    <a:pt x="19202" y="389868"/>
                  </a:lnTo>
                  <a:close/>
                  <a:moveTo>
                    <a:pt x="404303" y="472683"/>
                  </a:moveTo>
                  <a:lnTo>
                    <a:pt x="262687" y="472683"/>
                  </a:lnTo>
                  <a:lnTo>
                    <a:pt x="250589" y="419458"/>
                  </a:lnTo>
                  <a:lnTo>
                    <a:pt x="258942" y="395344"/>
                  </a:lnTo>
                  <a:lnTo>
                    <a:pt x="265183" y="398514"/>
                  </a:lnTo>
                  <a:cubicBezTo>
                    <a:pt x="267583" y="399667"/>
                    <a:pt x="270271" y="399859"/>
                    <a:pt x="272672" y="398995"/>
                  </a:cubicBezTo>
                  <a:cubicBezTo>
                    <a:pt x="275168" y="398130"/>
                    <a:pt x="277184" y="396208"/>
                    <a:pt x="278240" y="393903"/>
                  </a:cubicBezTo>
                  <a:lnTo>
                    <a:pt x="314149" y="313105"/>
                  </a:lnTo>
                  <a:cubicBezTo>
                    <a:pt x="356201" y="316179"/>
                    <a:pt x="404207" y="350381"/>
                    <a:pt x="404207" y="389964"/>
                  </a:cubicBezTo>
                  <a:lnTo>
                    <a:pt x="404207" y="472683"/>
                  </a:lnTo>
                  <a:close/>
                </a:path>
              </a:pathLst>
            </a:custGeom>
            <a:solidFill>
              <a:srgbClr val="043962"/>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54" name="Google Shape;654;g3b9d959519f_0_1378"/>
            <p:cNvSpPr/>
            <p:nvPr/>
          </p:nvSpPr>
          <p:spPr>
            <a:xfrm>
              <a:off x="4622933" y="8803696"/>
              <a:ext cx="57606" cy="19214"/>
            </a:xfrm>
            <a:custGeom>
              <a:rect b="b" l="l" r="r" t="t"/>
              <a:pathLst>
                <a:path extrusionOk="0" h="19214" w="57606">
                  <a:moveTo>
                    <a:pt x="48006" y="0"/>
                  </a:moveTo>
                  <a:lnTo>
                    <a:pt x="9601" y="0"/>
                  </a:lnTo>
                  <a:cubicBezTo>
                    <a:pt x="4321" y="0"/>
                    <a:pt x="0" y="4323"/>
                    <a:pt x="0" y="9607"/>
                  </a:cubicBezTo>
                  <a:cubicBezTo>
                    <a:pt x="0" y="14891"/>
                    <a:pt x="4321" y="19215"/>
                    <a:pt x="9601" y="19215"/>
                  </a:cubicBezTo>
                  <a:lnTo>
                    <a:pt x="48006" y="19215"/>
                  </a:lnTo>
                  <a:cubicBezTo>
                    <a:pt x="53286" y="19215"/>
                    <a:pt x="57607" y="14891"/>
                    <a:pt x="57607" y="9607"/>
                  </a:cubicBezTo>
                  <a:cubicBezTo>
                    <a:pt x="57607" y="4323"/>
                    <a:pt x="53286" y="0"/>
                    <a:pt x="48006" y="0"/>
                  </a:cubicBezTo>
                  <a:close/>
                </a:path>
              </a:pathLst>
            </a:custGeom>
            <a:solidFill>
              <a:srgbClr val="043962"/>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55" name="Google Shape;655;g3b9d959519f_0_1378"/>
            <p:cNvSpPr/>
            <p:nvPr/>
          </p:nvSpPr>
          <p:spPr>
            <a:xfrm>
              <a:off x="4699166" y="8803696"/>
              <a:ext cx="19202" cy="19214"/>
            </a:xfrm>
            <a:custGeom>
              <a:rect b="b" l="l" r="r" t="t"/>
              <a:pathLst>
                <a:path extrusionOk="0" h="19214" w="19202">
                  <a:moveTo>
                    <a:pt x="9601" y="0"/>
                  </a:moveTo>
                  <a:cubicBezTo>
                    <a:pt x="14882" y="0"/>
                    <a:pt x="19202" y="4323"/>
                    <a:pt x="19202" y="9607"/>
                  </a:cubicBezTo>
                  <a:cubicBezTo>
                    <a:pt x="19202" y="14891"/>
                    <a:pt x="14882" y="19215"/>
                    <a:pt x="9601" y="19215"/>
                  </a:cubicBezTo>
                  <a:cubicBezTo>
                    <a:pt x="4321" y="19215"/>
                    <a:pt x="0" y="14891"/>
                    <a:pt x="0" y="9607"/>
                  </a:cubicBezTo>
                  <a:cubicBezTo>
                    <a:pt x="0" y="4323"/>
                    <a:pt x="4321" y="0"/>
                    <a:pt x="9601" y="0"/>
                  </a:cubicBezTo>
                  <a:close/>
                </a:path>
              </a:pathLst>
            </a:custGeom>
            <a:solidFill>
              <a:srgbClr val="043962"/>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56" name="Google Shape;656;g3b9d959519f_0_1378"/>
            <p:cNvSpPr/>
            <p:nvPr/>
          </p:nvSpPr>
          <p:spPr>
            <a:xfrm>
              <a:off x="4713650" y="8599447"/>
              <a:ext cx="171099" cy="125652"/>
            </a:xfrm>
            <a:custGeom>
              <a:rect b="b" l="l" r="r" t="t"/>
              <a:pathLst>
                <a:path extrusionOk="0" h="125652" w="171099">
                  <a:moveTo>
                    <a:pt x="168594" y="2506"/>
                  </a:moveTo>
                  <a:cubicBezTo>
                    <a:pt x="165253" y="-835"/>
                    <a:pt x="159836" y="-835"/>
                    <a:pt x="156495" y="2506"/>
                  </a:cubicBezTo>
                  <a:lnTo>
                    <a:pt x="54001" y="105000"/>
                  </a:lnTo>
                  <a:lnTo>
                    <a:pt x="14604" y="65604"/>
                  </a:lnTo>
                  <a:cubicBezTo>
                    <a:pt x="11264" y="62262"/>
                    <a:pt x="5847" y="62263"/>
                    <a:pt x="2506" y="65604"/>
                  </a:cubicBezTo>
                  <a:cubicBezTo>
                    <a:pt x="-835" y="68944"/>
                    <a:pt x="-835" y="74361"/>
                    <a:pt x="2506" y="77702"/>
                  </a:cubicBezTo>
                  <a:lnTo>
                    <a:pt x="47952" y="123147"/>
                  </a:lnTo>
                  <a:cubicBezTo>
                    <a:pt x="51292" y="126488"/>
                    <a:pt x="56712" y="126486"/>
                    <a:pt x="60051" y="123147"/>
                  </a:cubicBezTo>
                  <a:lnTo>
                    <a:pt x="168594" y="14604"/>
                  </a:lnTo>
                  <a:cubicBezTo>
                    <a:pt x="171935" y="11264"/>
                    <a:pt x="171934" y="5847"/>
                    <a:pt x="168594" y="2506"/>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grpSp>
      <p:sp>
        <p:nvSpPr>
          <p:cNvPr id="657" name="Google Shape;657;g3b9d959519f_0_1378"/>
          <p:cNvSpPr txBox="1"/>
          <p:nvPr/>
        </p:nvSpPr>
        <p:spPr>
          <a:xfrm>
            <a:off x="586900" y="2096475"/>
            <a:ext cx="1322400" cy="492300"/>
          </a:xfrm>
          <a:prstGeom prst="rect">
            <a:avLst/>
          </a:prstGeom>
          <a:solidFill>
            <a:srgbClr val="FFFFFF"/>
          </a:solidFill>
          <a:ln>
            <a:noFill/>
          </a:ln>
        </p:spPr>
        <p:txBody>
          <a:bodyPr anchorCtr="0" anchor="ctr" bIns="0" lIns="300725" spcFirstLastPara="1" rIns="0" wrap="square" tIns="0">
            <a:noAutofit/>
          </a:bodyPr>
          <a:lstStyle/>
          <a:p>
            <a:pPr indent="0" lvl="0" marL="0" marR="0" rtl="0" algn="l">
              <a:lnSpc>
                <a:spcPct val="80000"/>
              </a:lnSpc>
              <a:spcBef>
                <a:spcPts val="0"/>
              </a:spcBef>
              <a:spcAft>
                <a:spcPts val="0"/>
              </a:spcAft>
              <a:buClr>
                <a:srgbClr val="000000"/>
              </a:buClr>
              <a:buSzPts val="1000"/>
              <a:buFont typeface="Arial"/>
              <a:buNone/>
            </a:pPr>
            <a:r>
              <a:rPr b="1" i="0" lang="vi" sz="1000" u="none" cap="none" strike="noStrike">
                <a:solidFill>
                  <a:srgbClr val="063C67"/>
                </a:solidFill>
                <a:latin typeface="Lato"/>
                <a:ea typeface="Lato"/>
                <a:cs typeface="Lato"/>
                <a:sym typeface="Lato"/>
              </a:rPr>
              <a:t>ガバナンス層</a:t>
            </a:r>
            <a:endParaRPr b="0" i="0" sz="1000" u="none" cap="none" strike="noStrike">
              <a:solidFill>
                <a:srgbClr val="000000"/>
              </a:solidFill>
              <a:latin typeface="Lato"/>
              <a:ea typeface="Lato"/>
              <a:cs typeface="Lato"/>
              <a:sym typeface="Lato"/>
            </a:endParaRPr>
          </a:p>
        </p:txBody>
      </p:sp>
      <p:sp>
        <p:nvSpPr>
          <p:cNvPr id="658" name="Google Shape;658;g3b9d959519f_0_1378"/>
          <p:cNvSpPr/>
          <p:nvPr/>
        </p:nvSpPr>
        <p:spPr>
          <a:xfrm>
            <a:off x="247368" y="2045056"/>
            <a:ext cx="575100" cy="575100"/>
          </a:xfrm>
          <a:prstGeom prst="ellipse">
            <a:avLst/>
          </a:prstGeom>
          <a:solidFill>
            <a:srgbClr val="063C67"/>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1326"/>
              <a:buFont typeface="Arial"/>
              <a:buNone/>
            </a:pPr>
            <a:r>
              <a:t/>
            </a:r>
            <a:endParaRPr b="0" i="0" sz="1326" u="none" cap="none" strike="noStrike">
              <a:solidFill>
                <a:srgbClr val="FFFFFF"/>
              </a:solidFill>
              <a:latin typeface="Calibri"/>
              <a:ea typeface="Calibri"/>
              <a:cs typeface="Calibri"/>
              <a:sym typeface="Calibri"/>
            </a:endParaRPr>
          </a:p>
        </p:txBody>
      </p:sp>
      <p:grpSp>
        <p:nvGrpSpPr>
          <p:cNvPr id="659" name="Google Shape;659;g3b9d959519f_0_1378"/>
          <p:cNvGrpSpPr/>
          <p:nvPr/>
        </p:nvGrpSpPr>
        <p:grpSpPr>
          <a:xfrm>
            <a:off x="355642" y="2136487"/>
            <a:ext cx="359538" cy="367764"/>
            <a:chOff x="12225688" y="4791516"/>
            <a:chExt cx="731810" cy="748553"/>
          </a:xfrm>
        </p:grpSpPr>
        <p:sp>
          <p:nvSpPr>
            <p:cNvPr id="660" name="Google Shape;660;g3b9d959519f_0_1378"/>
            <p:cNvSpPr/>
            <p:nvPr/>
          </p:nvSpPr>
          <p:spPr>
            <a:xfrm>
              <a:off x="12312835" y="5210066"/>
              <a:ext cx="138600" cy="193589"/>
            </a:xfrm>
            <a:custGeom>
              <a:rect b="b" l="l" r="r" t="t"/>
              <a:pathLst>
                <a:path extrusionOk="0" h="193589" w="138600">
                  <a:moveTo>
                    <a:pt x="124501" y="16496"/>
                  </a:moveTo>
                  <a:cubicBezTo>
                    <a:pt x="114679" y="6013"/>
                    <a:pt x="100805" y="0"/>
                    <a:pt x="86442" y="0"/>
                  </a:cubicBezTo>
                  <a:lnTo>
                    <a:pt x="52156" y="0"/>
                  </a:lnTo>
                  <a:cubicBezTo>
                    <a:pt x="37790" y="0"/>
                    <a:pt x="23917" y="6012"/>
                    <a:pt x="14096" y="16496"/>
                  </a:cubicBezTo>
                  <a:cubicBezTo>
                    <a:pt x="4273" y="26980"/>
                    <a:pt x="-825" y="41215"/>
                    <a:pt x="109" y="55553"/>
                  </a:cubicBezTo>
                  <a:lnTo>
                    <a:pt x="1633" y="78919"/>
                  </a:lnTo>
                  <a:lnTo>
                    <a:pt x="1633" y="78920"/>
                  </a:lnTo>
                  <a:lnTo>
                    <a:pt x="5191" y="133481"/>
                  </a:lnTo>
                  <a:cubicBezTo>
                    <a:pt x="6625" y="155485"/>
                    <a:pt x="19018" y="174965"/>
                    <a:pt x="38338" y="185592"/>
                  </a:cubicBezTo>
                  <a:cubicBezTo>
                    <a:pt x="48031" y="190923"/>
                    <a:pt x="58666" y="193590"/>
                    <a:pt x="69299" y="193590"/>
                  </a:cubicBezTo>
                  <a:cubicBezTo>
                    <a:pt x="79933" y="193590"/>
                    <a:pt x="90568" y="190923"/>
                    <a:pt x="100261" y="185592"/>
                  </a:cubicBezTo>
                  <a:cubicBezTo>
                    <a:pt x="119581" y="174965"/>
                    <a:pt x="131975" y="155485"/>
                    <a:pt x="133408" y="133481"/>
                  </a:cubicBezTo>
                  <a:lnTo>
                    <a:pt x="137474" y="71130"/>
                  </a:lnTo>
                  <a:lnTo>
                    <a:pt x="138491" y="55551"/>
                  </a:lnTo>
                  <a:cubicBezTo>
                    <a:pt x="139424" y="41215"/>
                    <a:pt x="134326" y="26980"/>
                    <a:pt x="124501" y="16496"/>
                  </a:cubicBezTo>
                  <a:close/>
                  <a:moveTo>
                    <a:pt x="29867" y="53612"/>
                  </a:moveTo>
                  <a:cubicBezTo>
                    <a:pt x="29462" y="47383"/>
                    <a:pt x="31588" y="41441"/>
                    <a:pt x="35857" y="36888"/>
                  </a:cubicBezTo>
                  <a:cubicBezTo>
                    <a:pt x="40123" y="32333"/>
                    <a:pt x="45911" y="29825"/>
                    <a:pt x="52156" y="29825"/>
                  </a:cubicBezTo>
                  <a:lnTo>
                    <a:pt x="75697" y="29825"/>
                  </a:lnTo>
                  <a:lnTo>
                    <a:pt x="71512" y="40986"/>
                  </a:lnTo>
                  <a:cubicBezTo>
                    <a:pt x="69376" y="44025"/>
                    <a:pt x="58931" y="56674"/>
                    <a:pt x="30382" y="61462"/>
                  </a:cubicBezTo>
                  <a:lnTo>
                    <a:pt x="29867" y="53612"/>
                  </a:lnTo>
                  <a:close/>
                  <a:moveTo>
                    <a:pt x="103647" y="131540"/>
                  </a:moveTo>
                  <a:cubicBezTo>
                    <a:pt x="102879" y="143328"/>
                    <a:pt x="96239" y="153767"/>
                    <a:pt x="85886" y="159460"/>
                  </a:cubicBezTo>
                  <a:cubicBezTo>
                    <a:pt x="75500" y="165172"/>
                    <a:pt x="63098" y="165172"/>
                    <a:pt x="52711" y="159460"/>
                  </a:cubicBezTo>
                  <a:cubicBezTo>
                    <a:pt x="42360" y="153767"/>
                    <a:pt x="35718" y="143328"/>
                    <a:pt x="34951" y="131540"/>
                  </a:cubicBezTo>
                  <a:lnTo>
                    <a:pt x="32328" y="91318"/>
                  </a:lnTo>
                  <a:cubicBezTo>
                    <a:pt x="56647" y="87745"/>
                    <a:pt x="72678" y="79417"/>
                    <a:pt x="82817" y="71546"/>
                  </a:cubicBezTo>
                  <a:cubicBezTo>
                    <a:pt x="84620" y="72797"/>
                    <a:pt x="86605" y="73983"/>
                    <a:pt x="88766" y="75098"/>
                  </a:cubicBezTo>
                  <a:cubicBezTo>
                    <a:pt x="92984" y="77278"/>
                    <a:pt x="98971" y="79432"/>
                    <a:pt x="106901" y="81616"/>
                  </a:cubicBezTo>
                  <a:lnTo>
                    <a:pt x="103647" y="131540"/>
                  </a:lnTo>
                  <a:close/>
                  <a:moveTo>
                    <a:pt x="102458" y="48604"/>
                  </a:moveTo>
                  <a:cubicBezTo>
                    <a:pt x="101825" y="48278"/>
                    <a:pt x="101305" y="47979"/>
                    <a:pt x="100841" y="47701"/>
                  </a:cubicBezTo>
                  <a:lnTo>
                    <a:pt x="104229" y="38668"/>
                  </a:lnTo>
                  <a:cubicBezTo>
                    <a:pt x="106977" y="42267"/>
                    <a:pt x="108543" y="46539"/>
                    <a:pt x="108752" y="51057"/>
                  </a:cubicBezTo>
                  <a:cubicBezTo>
                    <a:pt x="105178" y="49887"/>
                    <a:pt x="103322" y="49052"/>
                    <a:pt x="102458" y="48604"/>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1326"/>
                <a:buFont typeface="Arial"/>
                <a:buNone/>
              </a:pPr>
              <a:r>
                <a:t/>
              </a:r>
              <a:endParaRPr b="0" i="0" sz="1326" u="none" cap="none" strike="noStrike">
                <a:solidFill>
                  <a:srgbClr val="063C67"/>
                </a:solidFill>
                <a:latin typeface="Calibri"/>
                <a:ea typeface="Calibri"/>
                <a:cs typeface="Calibri"/>
                <a:sym typeface="Calibri"/>
              </a:endParaRPr>
            </a:p>
          </p:txBody>
        </p:sp>
        <p:sp>
          <p:nvSpPr>
            <p:cNvPr id="661" name="Google Shape;661;g3b9d959519f_0_1378"/>
            <p:cNvSpPr/>
            <p:nvPr/>
          </p:nvSpPr>
          <p:spPr>
            <a:xfrm>
              <a:off x="12225688" y="5412101"/>
              <a:ext cx="312885" cy="127968"/>
            </a:xfrm>
            <a:custGeom>
              <a:rect b="b" l="l" r="r" t="t"/>
              <a:pathLst>
                <a:path extrusionOk="0" h="127968" w="312885">
                  <a:moveTo>
                    <a:pt x="312647" y="110400"/>
                  </a:moveTo>
                  <a:lnTo>
                    <a:pt x="306972" y="79058"/>
                  </a:lnTo>
                  <a:cubicBezTo>
                    <a:pt x="299913" y="40090"/>
                    <a:pt x="269040" y="8990"/>
                    <a:pt x="230151" y="1667"/>
                  </a:cubicBezTo>
                  <a:cubicBezTo>
                    <a:pt x="224281" y="560"/>
                    <a:pt x="218275" y="0"/>
                    <a:pt x="212306" y="0"/>
                  </a:cubicBezTo>
                  <a:lnTo>
                    <a:pt x="195206" y="0"/>
                  </a:lnTo>
                  <a:cubicBezTo>
                    <a:pt x="191251" y="0"/>
                    <a:pt x="187460" y="1572"/>
                    <a:pt x="184662" y="4367"/>
                  </a:cubicBezTo>
                  <a:lnTo>
                    <a:pt x="156446" y="32583"/>
                  </a:lnTo>
                  <a:lnTo>
                    <a:pt x="128231" y="4367"/>
                  </a:lnTo>
                  <a:cubicBezTo>
                    <a:pt x="125434" y="1572"/>
                    <a:pt x="121641" y="0"/>
                    <a:pt x="117686" y="0"/>
                  </a:cubicBezTo>
                  <a:lnTo>
                    <a:pt x="100585" y="0"/>
                  </a:lnTo>
                  <a:cubicBezTo>
                    <a:pt x="94614" y="0"/>
                    <a:pt x="88610" y="560"/>
                    <a:pt x="82740" y="1667"/>
                  </a:cubicBezTo>
                  <a:cubicBezTo>
                    <a:pt x="43850" y="8990"/>
                    <a:pt x="12979" y="40090"/>
                    <a:pt x="5920" y="79056"/>
                  </a:cubicBezTo>
                  <a:lnTo>
                    <a:pt x="239" y="110400"/>
                  </a:lnTo>
                  <a:cubicBezTo>
                    <a:pt x="-549" y="114750"/>
                    <a:pt x="634" y="119224"/>
                    <a:pt x="3466" y="122616"/>
                  </a:cubicBezTo>
                  <a:cubicBezTo>
                    <a:pt x="6299" y="126008"/>
                    <a:pt x="10492" y="127968"/>
                    <a:pt x="14912" y="127968"/>
                  </a:cubicBezTo>
                  <a:lnTo>
                    <a:pt x="297973" y="127968"/>
                  </a:lnTo>
                  <a:cubicBezTo>
                    <a:pt x="302393" y="127968"/>
                    <a:pt x="306584" y="126008"/>
                    <a:pt x="309419" y="122616"/>
                  </a:cubicBezTo>
                  <a:cubicBezTo>
                    <a:pt x="312251" y="119224"/>
                    <a:pt x="313434" y="114749"/>
                    <a:pt x="312647" y="110400"/>
                  </a:cubicBezTo>
                  <a:close/>
                  <a:moveTo>
                    <a:pt x="32770" y="98149"/>
                  </a:moveTo>
                  <a:lnTo>
                    <a:pt x="35266" y="84373"/>
                  </a:lnTo>
                  <a:cubicBezTo>
                    <a:pt x="40138" y="57487"/>
                    <a:pt x="61433" y="36027"/>
                    <a:pt x="88259" y="30976"/>
                  </a:cubicBezTo>
                  <a:cubicBezTo>
                    <a:pt x="92314" y="30213"/>
                    <a:pt x="96462" y="29825"/>
                    <a:pt x="100587" y="29825"/>
                  </a:cubicBezTo>
                  <a:lnTo>
                    <a:pt x="111509" y="29825"/>
                  </a:lnTo>
                  <a:lnTo>
                    <a:pt x="145901" y="64217"/>
                  </a:lnTo>
                  <a:cubicBezTo>
                    <a:pt x="151725" y="70038"/>
                    <a:pt x="161164" y="70038"/>
                    <a:pt x="166990" y="64217"/>
                  </a:cubicBezTo>
                  <a:lnTo>
                    <a:pt x="201381" y="29825"/>
                  </a:lnTo>
                  <a:lnTo>
                    <a:pt x="212304" y="29825"/>
                  </a:lnTo>
                  <a:cubicBezTo>
                    <a:pt x="216429" y="29825"/>
                    <a:pt x="220575" y="30213"/>
                    <a:pt x="224632" y="30976"/>
                  </a:cubicBezTo>
                  <a:cubicBezTo>
                    <a:pt x="251457" y="36027"/>
                    <a:pt x="272755" y="57487"/>
                    <a:pt x="277626" y="84375"/>
                  </a:cubicBezTo>
                  <a:lnTo>
                    <a:pt x="280120" y="98149"/>
                  </a:lnTo>
                  <a:lnTo>
                    <a:pt x="32770" y="98149"/>
                  </a:ln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1326"/>
                <a:buFont typeface="Arial"/>
                <a:buNone/>
              </a:pPr>
              <a:r>
                <a:t/>
              </a:r>
              <a:endParaRPr b="0" i="0" sz="1326" u="none" cap="none" strike="noStrike">
                <a:solidFill>
                  <a:srgbClr val="063C67"/>
                </a:solidFill>
                <a:latin typeface="Calibri"/>
                <a:ea typeface="Calibri"/>
                <a:cs typeface="Calibri"/>
                <a:sym typeface="Calibri"/>
              </a:endParaRPr>
            </a:p>
          </p:txBody>
        </p:sp>
        <p:sp>
          <p:nvSpPr>
            <p:cNvPr id="662" name="Google Shape;662;g3b9d959519f_0_1378"/>
            <p:cNvSpPr/>
            <p:nvPr/>
          </p:nvSpPr>
          <p:spPr>
            <a:xfrm>
              <a:off x="12731757" y="5210064"/>
              <a:ext cx="138599" cy="193589"/>
            </a:xfrm>
            <a:custGeom>
              <a:rect b="b" l="l" r="r" t="t"/>
              <a:pathLst>
                <a:path extrusionOk="0" h="193589" w="138599">
                  <a:moveTo>
                    <a:pt x="124501" y="16496"/>
                  </a:moveTo>
                  <a:cubicBezTo>
                    <a:pt x="114679" y="6013"/>
                    <a:pt x="100805" y="0"/>
                    <a:pt x="86442" y="0"/>
                  </a:cubicBezTo>
                  <a:lnTo>
                    <a:pt x="52157" y="0"/>
                  </a:lnTo>
                  <a:cubicBezTo>
                    <a:pt x="37791" y="1"/>
                    <a:pt x="23918" y="6015"/>
                    <a:pt x="14096" y="16497"/>
                  </a:cubicBezTo>
                  <a:cubicBezTo>
                    <a:pt x="4273" y="26982"/>
                    <a:pt x="-825" y="41216"/>
                    <a:pt x="109" y="55554"/>
                  </a:cubicBezTo>
                  <a:lnTo>
                    <a:pt x="1633" y="78919"/>
                  </a:lnTo>
                  <a:lnTo>
                    <a:pt x="1633" y="78920"/>
                  </a:lnTo>
                  <a:lnTo>
                    <a:pt x="5191" y="133481"/>
                  </a:lnTo>
                  <a:cubicBezTo>
                    <a:pt x="6625" y="155485"/>
                    <a:pt x="19018" y="174965"/>
                    <a:pt x="38338" y="185592"/>
                  </a:cubicBezTo>
                  <a:cubicBezTo>
                    <a:pt x="48031" y="190923"/>
                    <a:pt x="58666" y="193590"/>
                    <a:pt x="69300" y="193590"/>
                  </a:cubicBezTo>
                  <a:cubicBezTo>
                    <a:pt x="79933" y="193590"/>
                    <a:pt x="90568" y="190923"/>
                    <a:pt x="100261" y="185592"/>
                  </a:cubicBezTo>
                  <a:cubicBezTo>
                    <a:pt x="119581" y="174965"/>
                    <a:pt x="131975" y="155485"/>
                    <a:pt x="133408" y="133481"/>
                  </a:cubicBezTo>
                  <a:lnTo>
                    <a:pt x="137474" y="71130"/>
                  </a:lnTo>
                  <a:lnTo>
                    <a:pt x="138491" y="55551"/>
                  </a:lnTo>
                  <a:cubicBezTo>
                    <a:pt x="139423" y="41215"/>
                    <a:pt x="134325" y="26980"/>
                    <a:pt x="124501" y="16496"/>
                  </a:cubicBezTo>
                  <a:close/>
                  <a:moveTo>
                    <a:pt x="29867" y="53614"/>
                  </a:moveTo>
                  <a:cubicBezTo>
                    <a:pt x="29462" y="47384"/>
                    <a:pt x="31588" y="41443"/>
                    <a:pt x="35857" y="36890"/>
                  </a:cubicBezTo>
                  <a:cubicBezTo>
                    <a:pt x="40123" y="32334"/>
                    <a:pt x="45911" y="29827"/>
                    <a:pt x="52156" y="29827"/>
                  </a:cubicBezTo>
                  <a:lnTo>
                    <a:pt x="75696" y="29827"/>
                  </a:lnTo>
                  <a:lnTo>
                    <a:pt x="71510" y="40988"/>
                  </a:lnTo>
                  <a:cubicBezTo>
                    <a:pt x="69374" y="44026"/>
                    <a:pt x="58929" y="56675"/>
                    <a:pt x="30380" y="61464"/>
                  </a:cubicBezTo>
                  <a:lnTo>
                    <a:pt x="29867" y="53614"/>
                  </a:lnTo>
                  <a:close/>
                  <a:moveTo>
                    <a:pt x="103647" y="131541"/>
                  </a:moveTo>
                  <a:cubicBezTo>
                    <a:pt x="102878" y="143330"/>
                    <a:pt x="96237" y="153769"/>
                    <a:pt x="85886" y="159462"/>
                  </a:cubicBezTo>
                  <a:cubicBezTo>
                    <a:pt x="75500" y="165174"/>
                    <a:pt x="63098" y="165174"/>
                    <a:pt x="52711" y="159462"/>
                  </a:cubicBezTo>
                  <a:cubicBezTo>
                    <a:pt x="42360" y="153769"/>
                    <a:pt x="35718" y="143330"/>
                    <a:pt x="34951" y="131541"/>
                  </a:cubicBezTo>
                  <a:lnTo>
                    <a:pt x="32328" y="91320"/>
                  </a:lnTo>
                  <a:cubicBezTo>
                    <a:pt x="56647" y="87746"/>
                    <a:pt x="72680" y="79419"/>
                    <a:pt x="82819" y="71547"/>
                  </a:cubicBezTo>
                  <a:cubicBezTo>
                    <a:pt x="84622" y="72799"/>
                    <a:pt x="86607" y="73984"/>
                    <a:pt x="88768" y="75100"/>
                  </a:cubicBezTo>
                  <a:cubicBezTo>
                    <a:pt x="92986" y="77280"/>
                    <a:pt x="98973" y="79433"/>
                    <a:pt x="106903" y="81618"/>
                  </a:cubicBezTo>
                  <a:lnTo>
                    <a:pt x="103647" y="131541"/>
                  </a:lnTo>
                  <a:close/>
                  <a:moveTo>
                    <a:pt x="102458" y="48605"/>
                  </a:moveTo>
                  <a:cubicBezTo>
                    <a:pt x="101825" y="48279"/>
                    <a:pt x="101305" y="47981"/>
                    <a:pt x="100843" y="47703"/>
                  </a:cubicBezTo>
                  <a:lnTo>
                    <a:pt x="104230" y="38669"/>
                  </a:lnTo>
                  <a:cubicBezTo>
                    <a:pt x="106976" y="42269"/>
                    <a:pt x="108543" y="46541"/>
                    <a:pt x="108752" y="51058"/>
                  </a:cubicBezTo>
                  <a:cubicBezTo>
                    <a:pt x="105179" y="49889"/>
                    <a:pt x="103324" y="49054"/>
                    <a:pt x="102458" y="48605"/>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1326"/>
                <a:buFont typeface="Arial"/>
                <a:buNone/>
              </a:pPr>
              <a:r>
                <a:t/>
              </a:r>
              <a:endParaRPr b="0" i="0" sz="1326" u="none" cap="none" strike="noStrike">
                <a:solidFill>
                  <a:srgbClr val="063C67"/>
                </a:solidFill>
                <a:latin typeface="Calibri"/>
                <a:ea typeface="Calibri"/>
                <a:cs typeface="Calibri"/>
                <a:sym typeface="Calibri"/>
              </a:endParaRPr>
            </a:p>
          </p:txBody>
        </p:sp>
        <p:sp>
          <p:nvSpPr>
            <p:cNvPr id="663" name="Google Shape;663;g3b9d959519f_0_1378"/>
            <p:cNvSpPr/>
            <p:nvPr/>
          </p:nvSpPr>
          <p:spPr>
            <a:xfrm>
              <a:off x="12644611" y="5412100"/>
              <a:ext cx="312887" cy="127969"/>
            </a:xfrm>
            <a:custGeom>
              <a:rect b="b" l="l" r="r" t="t"/>
              <a:pathLst>
                <a:path extrusionOk="0" h="127969" w="312887">
                  <a:moveTo>
                    <a:pt x="312649" y="110402"/>
                  </a:moveTo>
                  <a:lnTo>
                    <a:pt x="306969" y="79058"/>
                  </a:lnTo>
                  <a:cubicBezTo>
                    <a:pt x="299912" y="40090"/>
                    <a:pt x="269038" y="8990"/>
                    <a:pt x="230150" y="1667"/>
                  </a:cubicBezTo>
                  <a:cubicBezTo>
                    <a:pt x="224280" y="560"/>
                    <a:pt x="218274" y="0"/>
                    <a:pt x="212304" y="0"/>
                  </a:cubicBezTo>
                  <a:lnTo>
                    <a:pt x="195204" y="0"/>
                  </a:lnTo>
                  <a:cubicBezTo>
                    <a:pt x="191250" y="0"/>
                    <a:pt x="187459" y="1572"/>
                    <a:pt x="184660" y="4367"/>
                  </a:cubicBezTo>
                  <a:lnTo>
                    <a:pt x="156445" y="32583"/>
                  </a:lnTo>
                  <a:lnTo>
                    <a:pt x="128229" y="4367"/>
                  </a:lnTo>
                  <a:cubicBezTo>
                    <a:pt x="125432" y="1572"/>
                    <a:pt x="121640" y="0"/>
                    <a:pt x="117685" y="0"/>
                  </a:cubicBezTo>
                  <a:lnTo>
                    <a:pt x="100584" y="0"/>
                  </a:lnTo>
                  <a:cubicBezTo>
                    <a:pt x="94613" y="0"/>
                    <a:pt x="88608" y="561"/>
                    <a:pt x="82738" y="1667"/>
                  </a:cubicBezTo>
                  <a:cubicBezTo>
                    <a:pt x="43850" y="8990"/>
                    <a:pt x="12978" y="40090"/>
                    <a:pt x="5919" y="79056"/>
                  </a:cubicBezTo>
                  <a:lnTo>
                    <a:pt x="239" y="110400"/>
                  </a:lnTo>
                  <a:cubicBezTo>
                    <a:pt x="-549" y="114750"/>
                    <a:pt x="634" y="119224"/>
                    <a:pt x="3466" y="122616"/>
                  </a:cubicBezTo>
                  <a:cubicBezTo>
                    <a:pt x="6299" y="126008"/>
                    <a:pt x="10492" y="127970"/>
                    <a:pt x="14912" y="127970"/>
                  </a:cubicBezTo>
                  <a:lnTo>
                    <a:pt x="297973" y="127970"/>
                  </a:lnTo>
                  <a:cubicBezTo>
                    <a:pt x="302393" y="127970"/>
                    <a:pt x="306584" y="126009"/>
                    <a:pt x="309419" y="122616"/>
                  </a:cubicBezTo>
                  <a:cubicBezTo>
                    <a:pt x="312254" y="119227"/>
                    <a:pt x="313436" y="114751"/>
                    <a:pt x="312649" y="110402"/>
                  </a:cubicBezTo>
                  <a:close/>
                  <a:moveTo>
                    <a:pt x="32769" y="98149"/>
                  </a:moveTo>
                  <a:lnTo>
                    <a:pt x="35265" y="84375"/>
                  </a:lnTo>
                  <a:cubicBezTo>
                    <a:pt x="40136" y="57488"/>
                    <a:pt x="61432" y="36029"/>
                    <a:pt x="88257" y="30977"/>
                  </a:cubicBezTo>
                  <a:cubicBezTo>
                    <a:pt x="92313" y="30214"/>
                    <a:pt x="96461" y="29827"/>
                    <a:pt x="100585" y="29827"/>
                  </a:cubicBezTo>
                  <a:lnTo>
                    <a:pt x="111508" y="29827"/>
                  </a:lnTo>
                  <a:lnTo>
                    <a:pt x="145899" y="64218"/>
                  </a:lnTo>
                  <a:cubicBezTo>
                    <a:pt x="151724" y="70040"/>
                    <a:pt x="161163" y="70040"/>
                    <a:pt x="166989" y="64218"/>
                  </a:cubicBezTo>
                  <a:lnTo>
                    <a:pt x="201380" y="29827"/>
                  </a:lnTo>
                  <a:lnTo>
                    <a:pt x="212303" y="29827"/>
                  </a:lnTo>
                  <a:cubicBezTo>
                    <a:pt x="216427" y="29827"/>
                    <a:pt x="220574" y="30214"/>
                    <a:pt x="224631" y="30977"/>
                  </a:cubicBezTo>
                  <a:cubicBezTo>
                    <a:pt x="251456" y="36029"/>
                    <a:pt x="272752" y="57488"/>
                    <a:pt x="277623" y="84375"/>
                  </a:cubicBezTo>
                  <a:lnTo>
                    <a:pt x="280119" y="98149"/>
                  </a:lnTo>
                  <a:lnTo>
                    <a:pt x="32769" y="98149"/>
                  </a:ln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1326"/>
                <a:buFont typeface="Arial"/>
                <a:buNone/>
              </a:pPr>
              <a:r>
                <a:t/>
              </a:r>
              <a:endParaRPr b="0" i="0" sz="1326" u="none" cap="none" strike="noStrike">
                <a:solidFill>
                  <a:srgbClr val="063C67"/>
                </a:solidFill>
                <a:latin typeface="Calibri"/>
                <a:ea typeface="Calibri"/>
                <a:cs typeface="Calibri"/>
                <a:sym typeface="Calibri"/>
              </a:endParaRPr>
            </a:p>
          </p:txBody>
        </p:sp>
        <p:sp>
          <p:nvSpPr>
            <p:cNvPr id="664" name="Google Shape;664;g3b9d959519f_0_1378"/>
            <p:cNvSpPr/>
            <p:nvPr/>
          </p:nvSpPr>
          <p:spPr>
            <a:xfrm>
              <a:off x="12522296" y="4791516"/>
              <a:ext cx="138600" cy="193588"/>
            </a:xfrm>
            <a:custGeom>
              <a:rect b="b" l="l" r="r" t="t"/>
              <a:pathLst>
                <a:path extrusionOk="0" h="193588" w="138600">
                  <a:moveTo>
                    <a:pt x="124501" y="16496"/>
                  </a:moveTo>
                  <a:cubicBezTo>
                    <a:pt x="114679" y="6012"/>
                    <a:pt x="100806" y="0"/>
                    <a:pt x="86440" y="0"/>
                  </a:cubicBezTo>
                  <a:lnTo>
                    <a:pt x="52156" y="0"/>
                  </a:lnTo>
                  <a:cubicBezTo>
                    <a:pt x="37790" y="0"/>
                    <a:pt x="23917" y="6012"/>
                    <a:pt x="14096" y="16496"/>
                  </a:cubicBezTo>
                  <a:cubicBezTo>
                    <a:pt x="4273" y="26980"/>
                    <a:pt x="-825" y="41214"/>
                    <a:pt x="109" y="55553"/>
                  </a:cubicBezTo>
                  <a:lnTo>
                    <a:pt x="1633" y="78917"/>
                  </a:lnTo>
                  <a:lnTo>
                    <a:pt x="5191" y="133481"/>
                  </a:lnTo>
                  <a:cubicBezTo>
                    <a:pt x="6625" y="155485"/>
                    <a:pt x="19018" y="174965"/>
                    <a:pt x="38338" y="185592"/>
                  </a:cubicBezTo>
                  <a:cubicBezTo>
                    <a:pt x="48031" y="190923"/>
                    <a:pt x="58666" y="193588"/>
                    <a:pt x="69300" y="193588"/>
                  </a:cubicBezTo>
                  <a:cubicBezTo>
                    <a:pt x="79933" y="193588"/>
                    <a:pt x="90566" y="190923"/>
                    <a:pt x="100261" y="185592"/>
                  </a:cubicBezTo>
                  <a:cubicBezTo>
                    <a:pt x="119581" y="174965"/>
                    <a:pt x="131975" y="155485"/>
                    <a:pt x="133408" y="133481"/>
                  </a:cubicBezTo>
                  <a:lnTo>
                    <a:pt x="137474" y="71130"/>
                  </a:lnTo>
                  <a:lnTo>
                    <a:pt x="138491" y="55551"/>
                  </a:lnTo>
                  <a:cubicBezTo>
                    <a:pt x="139424" y="41216"/>
                    <a:pt x="134326" y="26980"/>
                    <a:pt x="124501" y="16496"/>
                  </a:cubicBezTo>
                  <a:close/>
                  <a:moveTo>
                    <a:pt x="29867" y="53611"/>
                  </a:moveTo>
                  <a:cubicBezTo>
                    <a:pt x="29462" y="47381"/>
                    <a:pt x="31588" y="41441"/>
                    <a:pt x="35856" y="36887"/>
                  </a:cubicBezTo>
                  <a:cubicBezTo>
                    <a:pt x="40123" y="32331"/>
                    <a:pt x="45911" y="29824"/>
                    <a:pt x="52156" y="29824"/>
                  </a:cubicBezTo>
                  <a:lnTo>
                    <a:pt x="75696" y="29824"/>
                  </a:lnTo>
                  <a:lnTo>
                    <a:pt x="71510" y="40985"/>
                  </a:lnTo>
                  <a:cubicBezTo>
                    <a:pt x="69374" y="44023"/>
                    <a:pt x="58929" y="56672"/>
                    <a:pt x="30380" y="61461"/>
                  </a:cubicBezTo>
                  <a:lnTo>
                    <a:pt x="29867" y="53611"/>
                  </a:lnTo>
                  <a:close/>
                  <a:moveTo>
                    <a:pt x="103647" y="131540"/>
                  </a:moveTo>
                  <a:cubicBezTo>
                    <a:pt x="102879" y="143328"/>
                    <a:pt x="96237" y="153767"/>
                    <a:pt x="85886" y="159460"/>
                  </a:cubicBezTo>
                  <a:cubicBezTo>
                    <a:pt x="75498" y="165172"/>
                    <a:pt x="63099" y="165172"/>
                    <a:pt x="52711" y="159460"/>
                  </a:cubicBezTo>
                  <a:cubicBezTo>
                    <a:pt x="42360" y="153767"/>
                    <a:pt x="35718" y="143328"/>
                    <a:pt x="34951" y="131540"/>
                  </a:cubicBezTo>
                  <a:lnTo>
                    <a:pt x="32328" y="91318"/>
                  </a:lnTo>
                  <a:cubicBezTo>
                    <a:pt x="56647" y="87745"/>
                    <a:pt x="72678" y="79417"/>
                    <a:pt x="82819" y="71546"/>
                  </a:cubicBezTo>
                  <a:cubicBezTo>
                    <a:pt x="84623" y="72797"/>
                    <a:pt x="86607" y="73983"/>
                    <a:pt x="88769" y="75098"/>
                  </a:cubicBezTo>
                  <a:cubicBezTo>
                    <a:pt x="92989" y="77278"/>
                    <a:pt x="98976" y="79432"/>
                    <a:pt x="106903" y="81616"/>
                  </a:cubicBezTo>
                  <a:lnTo>
                    <a:pt x="103647" y="131540"/>
                  </a:lnTo>
                  <a:close/>
                  <a:moveTo>
                    <a:pt x="102458" y="48602"/>
                  </a:moveTo>
                  <a:cubicBezTo>
                    <a:pt x="101825" y="48276"/>
                    <a:pt x="101305" y="47978"/>
                    <a:pt x="100841" y="47700"/>
                  </a:cubicBezTo>
                  <a:lnTo>
                    <a:pt x="104229" y="38665"/>
                  </a:lnTo>
                  <a:cubicBezTo>
                    <a:pt x="106976" y="42266"/>
                    <a:pt x="108543" y="46538"/>
                    <a:pt x="108752" y="51055"/>
                  </a:cubicBezTo>
                  <a:cubicBezTo>
                    <a:pt x="105178" y="49886"/>
                    <a:pt x="103324" y="49049"/>
                    <a:pt x="102458" y="48602"/>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1326"/>
                <a:buFont typeface="Arial"/>
                <a:buNone/>
              </a:pPr>
              <a:r>
                <a:t/>
              </a:r>
              <a:endParaRPr b="0" i="0" sz="1326" u="none" cap="none" strike="noStrike">
                <a:solidFill>
                  <a:srgbClr val="063C67"/>
                </a:solidFill>
                <a:latin typeface="Calibri"/>
                <a:ea typeface="Calibri"/>
                <a:cs typeface="Calibri"/>
                <a:sym typeface="Calibri"/>
              </a:endParaRPr>
            </a:p>
          </p:txBody>
        </p:sp>
        <p:sp>
          <p:nvSpPr>
            <p:cNvPr id="665" name="Google Shape;665;g3b9d959519f_0_1378"/>
            <p:cNvSpPr/>
            <p:nvPr/>
          </p:nvSpPr>
          <p:spPr>
            <a:xfrm>
              <a:off x="12435151" y="4993551"/>
              <a:ext cx="312885" cy="127972"/>
            </a:xfrm>
            <a:custGeom>
              <a:rect b="b" l="l" r="r" t="t"/>
              <a:pathLst>
                <a:path extrusionOk="0" h="127972" w="312885">
                  <a:moveTo>
                    <a:pt x="312647" y="110403"/>
                  </a:moveTo>
                  <a:lnTo>
                    <a:pt x="306969" y="79059"/>
                  </a:lnTo>
                  <a:cubicBezTo>
                    <a:pt x="299910" y="40092"/>
                    <a:pt x="269037" y="8991"/>
                    <a:pt x="230148" y="1670"/>
                  </a:cubicBezTo>
                  <a:cubicBezTo>
                    <a:pt x="224278" y="563"/>
                    <a:pt x="218272" y="3"/>
                    <a:pt x="212303" y="3"/>
                  </a:cubicBezTo>
                  <a:lnTo>
                    <a:pt x="195202" y="3"/>
                  </a:lnTo>
                  <a:cubicBezTo>
                    <a:pt x="191247" y="3"/>
                    <a:pt x="187456" y="1575"/>
                    <a:pt x="184657" y="4370"/>
                  </a:cubicBezTo>
                  <a:lnTo>
                    <a:pt x="156443" y="32583"/>
                  </a:lnTo>
                  <a:lnTo>
                    <a:pt x="128228" y="4367"/>
                  </a:lnTo>
                  <a:cubicBezTo>
                    <a:pt x="125431" y="1572"/>
                    <a:pt x="121638" y="0"/>
                    <a:pt x="117683" y="0"/>
                  </a:cubicBezTo>
                  <a:lnTo>
                    <a:pt x="100584" y="0"/>
                  </a:lnTo>
                  <a:cubicBezTo>
                    <a:pt x="94613" y="0"/>
                    <a:pt x="88608" y="560"/>
                    <a:pt x="82738" y="1667"/>
                  </a:cubicBezTo>
                  <a:cubicBezTo>
                    <a:pt x="43848" y="8990"/>
                    <a:pt x="12978" y="40090"/>
                    <a:pt x="5919" y="79056"/>
                  </a:cubicBezTo>
                  <a:lnTo>
                    <a:pt x="239" y="110400"/>
                  </a:lnTo>
                  <a:cubicBezTo>
                    <a:pt x="-549" y="114750"/>
                    <a:pt x="634" y="119224"/>
                    <a:pt x="3466" y="122616"/>
                  </a:cubicBezTo>
                  <a:cubicBezTo>
                    <a:pt x="6302" y="126011"/>
                    <a:pt x="10494" y="127973"/>
                    <a:pt x="14913" y="127973"/>
                  </a:cubicBezTo>
                  <a:lnTo>
                    <a:pt x="297975" y="127973"/>
                  </a:lnTo>
                  <a:cubicBezTo>
                    <a:pt x="302394" y="127973"/>
                    <a:pt x="306586" y="126012"/>
                    <a:pt x="309421" y="122620"/>
                  </a:cubicBezTo>
                  <a:cubicBezTo>
                    <a:pt x="312251" y="119227"/>
                    <a:pt x="313434" y="114751"/>
                    <a:pt x="312647" y="110403"/>
                  </a:cubicBezTo>
                  <a:close/>
                  <a:moveTo>
                    <a:pt x="32769" y="98150"/>
                  </a:moveTo>
                  <a:lnTo>
                    <a:pt x="35263" y="84373"/>
                  </a:lnTo>
                  <a:cubicBezTo>
                    <a:pt x="40135" y="57487"/>
                    <a:pt x="61431" y="36027"/>
                    <a:pt x="88256" y="30976"/>
                  </a:cubicBezTo>
                  <a:cubicBezTo>
                    <a:pt x="92311" y="30213"/>
                    <a:pt x="96459" y="29825"/>
                    <a:pt x="100584" y="29825"/>
                  </a:cubicBezTo>
                  <a:lnTo>
                    <a:pt x="111508" y="29825"/>
                  </a:lnTo>
                  <a:lnTo>
                    <a:pt x="145898" y="64217"/>
                  </a:lnTo>
                  <a:cubicBezTo>
                    <a:pt x="151722" y="70040"/>
                    <a:pt x="161161" y="70040"/>
                    <a:pt x="166987" y="64217"/>
                  </a:cubicBezTo>
                  <a:lnTo>
                    <a:pt x="201377" y="29825"/>
                  </a:lnTo>
                  <a:lnTo>
                    <a:pt x="212301" y="29825"/>
                  </a:lnTo>
                  <a:cubicBezTo>
                    <a:pt x="216426" y="29825"/>
                    <a:pt x="220574" y="30213"/>
                    <a:pt x="224629" y="30976"/>
                  </a:cubicBezTo>
                  <a:cubicBezTo>
                    <a:pt x="251454" y="36029"/>
                    <a:pt x="272752" y="57487"/>
                    <a:pt x="277623" y="84375"/>
                  </a:cubicBezTo>
                  <a:lnTo>
                    <a:pt x="280117" y="98150"/>
                  </a:lnTo>
                  <a:lnTo>
                    <a:pt x="32769" y="98150"/>
                  </a:ln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1326"/>
                <a:buFont typeface="Arial"/>
                <a:buNone/>
              </a:pPr>
              <a:r>
                <a:t/>
              </a:r>
              <a:endParaRPr b="0" i="0" sz="1326" u="none" cap="none" strike="noStrike">
                <a:solidFill>
                  <a:srgbClr val="063C67"/>
                </a:solidFill>
                <a:latin typeface="Calibri"/>
                <a:ea typeface="Calibri"/>
                <a:cs typeface="Calibri"/>
                <a:sym typeface="Calibri"/>
              </a:endParaRPr>
            </a:p>
          </p:txBody>
        </p:sp>
        <p:sp>
          <p:nvSpPr>
            <p:cNvPr id="666" name="Google Shape;666;g3b9d959519f_0_1378"/>
            <p:cNvSpPr/>
            <p:nvPr/>
          </p:nvSpPr>
          <p:spPr>
            <a:xfrm>
              <a:off x="12572189" y="5148623"/>
              <a:ext cx="29822" cy="34316"/>
            </a:xfrm>
            <a:custGeom>
              <a:rect b="b" l="l" r="r" t="t"/>
              <a:pathLst>
                <a:path extrusionOk="0" h="34316" w="29822">
                  <a:moveTo>
                    <a:pt x="14911" y="0"/>
                  </a:moveTo>
                  <a:cubicBezTo>
                    <a:pt x="6677" y="0"/>
                    <a:pt x="0" y="6676"/>
                    <a:pt x="0" y="14911"/>
                  </a:cubicBezTo>
                  <a:lnTo>
                    <a:pt x="0" y="19405"/>
                  </a:lnTo>
                  <a:cubicBezTo>
                    <a:pt x="0" y="27641"/>
                    <a:pt x="6677" y="34317"/>
                    <a:pt x="14911" y="34317"/>
                  </a:cubicBezTo>
                  <a:cubicBezTo>
                    <a:pt x="23145" y="34317"/>
                    <a:pt x="29822" y="27641"/>
                    <a:pt x="29822" y="19405"/>
                  </a:cubicBezTo>
                  <a:lnTo>
                    <a:pt x="29822" y="14911"/>
                  </a:lnTo>
                  <a:cubicBezTo>
                    <a:pt x="29822" y="6676"/>
                    <a:pt x="23145" y="0"/>
                    <a:pt x="14911" y="0"/>
                  </a:cubicBez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1326"/>
                <a:buFont typeface="Arial"/>
                <a:buNone/>
              </a:pPr>
              <a:r>
                <a:t/>
              </a:r>
              <a:endParaRPr b="0" i="0" sz="1326" u="none" cap="none" strike="noStrike">
                <a:solidFill>
                  <a:srgbClr val="063C67"/>
                </a:solidFill>
                <a:latin typeface="Calibri"/>
                <a:ea typeface="Calibri"/>
                <a:cs typeface="Calibri"/>
                <a:sym typeface="Calibri"/>
              </a:endParaRPr>
            </a:p>
          </p:txBody>
        </p:sp>
        <p:sp>
          <p:nvSpPr>
            <p:cNvPr id="667" name="Google Shape;667;g3b9d959519f_0_1378"/>
            <p:cNvSpPr/>
            <p:nvPr/>
          </p:nvSpPr>
          <p:spPr>
            <a:xfrm>
              <a:off x="12474892" y="5196556"/>
              <a:ext cx="224416" cy="150410"/>
            </a:xfrm>
            <a:custGeom>
              <a:rect b="b" l="l" r="r" t="t"/>
              <a:pathLst>
                <a:path extrusionOk="0" h="150410" w="224416">
                  <a:moveTo>
                    <a:pt x="216958" y="122585"/>
                  </a:moveTo>
                  <a:lnTo>
                    <a:pt x="127119" y="70715"/>
                  </a:lnTo>
                  <a:lnTo>
                    <a:pt x="127119" y="14911"/>
                  </a:lnTo>
                  <a:cubicBezTo>
                    <a:pt x="127119" y="6676"/>
                    <a:pt x="120442" y="0"/>
                    <a:pt x="112208" y="0"/>
                  </a:cubicBezTo>
                  <a:cubicBezTo>
                    <a:pt x="103974" y="0"/>
                    <a:pt x="97297" y="6676"/>
                    <a:pt x="97297" y="14911"/>
                  </a:cubicBezTo>
                  <a:lnTo>
                    <a:pt x="97297" y="70714"/>
                  </a:lnTo>
                  <a:lnTo>
                    <a:pt x="97297" y="70714"/>
                  </a:lnTo>
                  <a:lnTo>
                    <a:pt x="7458" y="122584"/>
                  </a:lnTo>
                  <a:cubicBezTo>
                    <a:pt x="327" y="126701"/>
                    <a:pt x="-2118" y="135821"/>
                    <a:pt x="2001" y="142952"/>
                  </a:cubicBezTo>
                  <a:cubicBezTo>
                    <a:pt x="4764" y="147736"/>
                    <a:pt x="9774" y="150410"/>
                    <a:pt x="14929" y="150410"/>
                  </a:cubicBezTo>
                  <a:cubicBezTo>
                    <a:pt x="17459" y="150410"/>
                    <a:pt x="20023" y="149766"/>
                    <a:pt x="22370" y="148410"/>
                  </a:cubicBezTo>
                  <a:lnTo>
                    <a:pt x="112208" y="96540"/>
                  </a:lnTo>
                  <a:lnTo>
                    <a:pt x="202047" y="148410"/>
                  </a:lnTo>
                  <a:cubicBezTo>
                    <a:pt x="204395" y="149766"/>
                    <a:pt x="206959" y="150410"/>
                    <a:pt x="209487" y="150410"/>
                  </a:cubicBezTo>
                  <a:cubicBezTo>
                    <a:pt x="214641" y="150410"/>
                    <a:pt x="219652" y="147736"/>
                    <a:pt x="222416" y="142952"/>
                  </a:cubicBezTo>
                  <a:cubicBezTo>
                    <a:pt x="226534" y="135821"/>
                    <a:pt x="224091" y="126702"/>
                    <a:pt x="216958" y="122585"/>
                  </a:cubicBez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1326"/>
                <a:buFont typeface="Arial"/>
                <a:buNone/>
              </a:pPr>
              <a:r>
                <a:t/>
              </a:r>
              <a:endParaRPr b="0" i="0" sz="1326" u="none" cap="none" strike="noStrike">
                <a:solidFill>
                  <a:srgbClr val="063C67"/>
                </a:solidFill>
                <a:latin typeface="Calibri"/>
                <a:ea typeface="Calibri"/>
                <a:cs typeface="Calibri"/>
                <a:sym typeface="Calibri"/>
              </a:endParaRPr>
            </a:p>
          </p:txBody>
        </p:sp>
      </p:grpSp>
      <p:sp>
        <p:nvSpPr>
          <p:cNvPr id="668" name="Google Shape;668;g3b9d959519f_0_1378"/>
          <p:cNvSpPr txBox="1"/>
          <p:nvPr/>
        </p:nvSpPr>
        <p:spPr>
          <a:xfrm>
            <a:off x="582125" y="3151025"/>
            <a:ext cx="1350300" cy="498000"/>
          </a:xfrm>
          <a:prstGeom prst="rect">
            <a:avLst/>
          </a:prstGeom>
          <a:solidFill>
            <a:srgbClr val="FFFFFF"/>
          </a:solidFill>
          <a:ln>
            <a:noFill/>
          </a:ln>
        </p:spPr>
        <p:txBody>
          <a:bodyPr anchorCtr="0" anchor="ctr" bIns="0" lIns="300725" spcFirstLastPara="1" rIns="0" wrap="square" tIns="0">
            <a:noAutofit/>
          </a:bodyPr>
          <a:lstStyle/>
          <a:p>
            <a:pPr indent="0" lvl="0" marL="0" marR="0" rtl="0" algn="l">
              <a:lnSpc>
                <a:spcPct val="80000"/>
              </a:lnSpc>
              <a:spcBef>
                <a:spcPts val="0"/>
              </a:spcBef>
              <a:spcAft>
                <a:spcPts val="0"/>
              </a:spcAft>
              <a:buClr>
                <a:srgbClr val="000000"/>
              </a:buClr>
              <a:buSzPts val="1081"/>
              <a:buFont typeface="Arial"/>
              <a:buNone/>
            </a:pPr>
            <a:r>
              <a:rPr b="1" i="0" lang="vi" sz="1081" u="none" cap="none" strike="noStrike">
                <a:solidFill>
                  <a:srgbClr val="063C67"/>
                </a:solidFill>
                <a:latin typeface="Lato"/>
                <a:ea typeface="Lato"/>
                <a:cs typeface="Lato"/>
                <a:sym typeface="Lato"/>
              </a:rPr>
              <a:t>運用層</a:t>
            </a:r>
            <a:endParaRPr b="0" i="0" sz="687" u="none" cap="none" strike="noStrike">
              <a:solidFill>
                <a:srgbClr val="000000"/>
              </a:solidFill>
              <a:latin typeface="Lato"/>
              <a:ea typeface="Lato"/>
              <a:cs typeface="Lato"/>
              <a:sym typeface="Lato"/>
            </a:endParaRPr>
          </a:p>
        </p:txBody>
      </p:sp>
      <p:sp>
        <p:nvSpPr>
          <p:cNvPr id="669" name="Google Shape;669;g3b9d959519f_0_1378"/>
          <p:cNvSpPr/>
          <p:nvPr/>
        </p:nvSpPr>
        <p:spPr>
          <a:xfrm>
            <a:off x="232155" y="3122381"/>
            <a:ext cx="575100" cy="575100"/>
          </a:xfrm>
          <a:prstGeom prst="ellipse">
            <a:avLst/>
          </a:prstGeom>
          <a:solidFill>
            <a:srgbClr val="063C67"/>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1326"/>
              <a:buFont typeface="Arial"/>
              <a:buNone/>
            </a:pPr>
            <a:r>
              <a:t/>
            </a:r>
            <a:endParaRPr b="0" i="0" sz="1326" u="none" cap="none" strike="noStrike">
              <a:solidFill>
                <a:srgbClr val="FFFFFF"/>
              </a:solidFill>
              <a:latin typeface="Calibri"/>
              <a:ea typeface="Calibri"/>
              <a:cs typeface="Calibri"/>
              <a:sym typeface="Calibri"/>
            </a:endParaRPr>
          </a:p>
        </p:txBody>
      </p:sp>
      <p:grpSp>
        <p:nvGrpSpPr>
          <p:cNvPr id="670" name="Google Shape;670;g3b9d959519f_0_1378"/>
          <p:cNvGrpSpPr/>
          <p:nvPr/>
        </p:nvGrpSpPr>
        <p:grpSpPr>
          <a:xfrm>
            <a:off x="324571" y="3232394"/>
            <a:ext cx="353749" cy="353707"/>
            <a:chOff x="2311534" y="6963437"/>
            <a:chExt cx="730735" cy="730800"/>
          </a:xfrm>
        </p:grpSpPr>
        <p:grpSp>
          <p:nvGrpSpPr>
            <p:cNvPr id="671" name="Google Shape;671;g3b9d959519f_0_1378"/>
            <p:cNvGrpSpPr/>
            <p:nvPr/>
          </p:nvGrpSpPr>
          <p:grpSpPr>
            <a:xfrm>
              <a:off x="2311534" y="6963437"/>
              <a:ext cx="730735" cy="730800"/>
              <a:chOff x="2311534" y="6963437"/>
              <a:chExt cx="730735" cy="730800"/>
            </a:xfrm>
          </p:grpSpPr>
          <p:sp>
            <p:nvSpPr>
              <p:cNvPr id="672" name="Google Shape;672;g3b9d959519f_0_1378"/>
              <p:cNvSpPr/>
              <p:nvPr/>
            </p:nvSpPr>
            <p:spPr>
              <a:xfrm>
                <a:off x="2820460" y="7346964"/>
                <a:ext cx="28546" cy="28546"/>
              </a:xfrm>
              <a:custGeom>
                <a:rect b="b" l="l" r="r" t="t"/>
                <a:pathLst>
                  <a:path extrusionOk="0" h="28546" w="28546">
                    <a:moveTo>
                      <a:pt x="4139" y="4139"/>
                    </a:moveTo>
                    <a:cubicBezTo>
                      <a:pt x="1427" y="6851"/>
                      <a:pt x="0" y="10420"/>
                      <a:pt x="0" y="14273"/>
                    </a:cubicBezTo>
                    <a:cubicBezTo>
                      <a:pt x="0" y="17984"/>
                      <a:pt x="1570" y="21696"/>
                      <a:pt x="4139" y="24408"/>
                    </a:cubicBezTo>
                    <a:cubicBezTo>
                      <a:pt x="6851" y="27120"/>
                      <a:pt x="10420" y="28547"/>
                      <a:pt x="14273" y="28547"/>
                    </a:cubicBezTo>
                    <a:cubicBezTo>
                      <a:pt x="17985" y="28547"/>
                      <a:pt x="21696" y="27120"/>
                      <a:pt x="24408" y="24408"/>
                    </a:cubicBezTo>
                    <a:cubicBezTo>
                      <a:pt x="27120" y="21696"/>
                      <a:pt x="28547" y="18127"/>
                      <a:pt x="28547" y="14273"/>
                    </a:cubicBezTo>
                    <a:cubicBezTo>
                      <a:pt x="28547" y="10562"/>
                      <a:pt x="26977" y="6851"/>
                      <a:pt x="24408" y="4139"/>
                    </a:cubicBezTo>
                    <a:cubicBezTo>
                      <a:pt x="21696" y="1427"/>
                      <a:pt x="18127" y="0"/>
                      <a:pt x="14273" y="0"/>
                    </a:cubicBezTo>
                    <a:cubicBezTo>
                      <a:pt x="10562" y="0"/>
                      <a:pt x="6851" y="1570"/>
                      <a:pt x="4139" y="4139"/>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73" name="Google Shape;673;g3b9d959519f_0_1378"/>
              <p:cNvSpPr/>
              <p:nvPr/>
            </p:nvSpPr>
            <p:spPr>
              <a:xfrm>
                <a:off x="2311534" y="6963437"/>
                <a:ext cx="730735" cy="730800"/>
              </a:xfrm>
              <a:custGeom>
                <a:rect b="b" l="l" r="r" t="t"/>
                <a:pathLst>
                  <a:path extrusionOk="0" h="730800" w="730735">
                    <a:moveTo>
                      <a:pt x="716463" y="0"/>
                    </a:moveTo>
                    <a:lnTo>
                      <a:pt x="77013" y="0"/>
                    </a:lnTo>
                    <a:cubicBezTo>
                      <a:pt x="69162" y="0"/>
                      <a:pt x="62739" y="6423"/>
                      <a:pt x="62739" y="14273"/>
                    </a:cubicBezTo>
                    <a:lnTo>
                      <a:pt x="62739" y="243505"/>
                    </a:lnTo>
                    <a:lnTo>
                      <a:pt x="5645" y="338566"/>
                    </a:lnTo>
                    <a:cubicBezTo>
                      <a:pt x="-2919" y="352839"/>
                      <a:pt x="-1634" y="371252"/>
                      <a:pt x="8786" y="384241"/>
                    </a:cubicBezTo>
                    <a:cubicBezTo>
                      <a:pt x="16493" y="393804"/>
                      <a:pt x="27769" y="399228"/>
                      <a:pt x="40044" y="399228"/>
                    </a:cubicBezTo>
                    <a:cubicBezTo>
                      <a:pt x="40330" y="399228"/>
                      <a:pt x="40615" y="399228"/>
                      <a:pt x="40901" y="399228"/>
                    </a:cubicBezTo>
                    <a:cubicBezTo>
                      <a:pt x="48894" y="399085"/>
                      <a:pt x="56459" y="396516"/>
                      <a:pt x="62739" y="392234"/>
                    </a:cubicBezTo>
                    <a:lnTo>
                      <a:pt x="62739" y="397801"/>
                    </a:lnTo>
                    <a:cubicBezTo>
                      <a:pt x="62739" y="405651"/>
                      <a:pt x="69162" y="412074"/>
                      <a:pt x="77013" y="412074"/>
                    </a:cubicBezTo>
                    <a:lnTo>
                      <a:pt x="122259" y="412074"/>
                    </a:lnTo>
                    <a:lnTo>
                      <a:pt x="122259" y="682270"/>
                    </a:lnTo>
                    <a:cubicBezTo>
                      <a:pt x="122259" y="708962"/>
                      <a:pt x="143955" y="730657"/>
                      <a:pt x="170646" y="730800"/>
                    </a:cubicBezTo>
                    <a:lnTo>
                      <a:pt x="170646" y="729515"/>
                    </a:lnTo>
                    <a:lnTo>
                      <a:pt x="669075" y="729515"/>
                    </a:lnTo>
                    <a:cubicBezTo>
                      <a:pt x="679352" y="729515"/>
                      <a:pt x="687773" y="721094"/>
                      <a:pt x="687773" y="710817"/>
                    </a:cubicBezTo>
                    <a:lnTo>
                      <a:pt x="687773" y="664143"/>
                    </a:lnTo>
                    <a:cubicBezTo>
                      <a:pt x="687345" y="626747"/>
                      <a:pt x="667076" y="593918"/>
                      <a:pt x="636960" y="576076"/>
                    </a:cubicBezTo>
                    <a:cubicBezTo>
                      <a:pt x="648236" y="563515"/>
                      <a:pt x="655230" y="546958"/>
                      <a:pt x="655230" y="528831"/>
                    </a:cubicBezTo>
                    <a:lnTo>
                      <a:pt x="655230" y="511703"/>
                    </a:lnTo>
                    <a:cubicBezTo>
                      <a:pt x="655230" y="472879"/>
                      <a:pt x="623685" y="441335"/>
                      <a:pt x="584861" y="441335"/>
                    </a:cubicBezTo>
                    <a:lnTo>
                      <a:pt x="584005" y="441335"/>
                    </a:lnTo>
                    <a:cubicBezTo>
                      <a:pt x="545181" y="441335"/>
                      <a:pt x="513637" y="472879"/>
                      <a:pt x="513637" y="511703"/>
                    </a:cubicBezTo>
                    <a:lnTo>
                      <a:pt x="513637" y="528831"/>
                    </a:lnTo>
                    <a:cubicBezTo>
                      <a:pt x="513637" y="546958"/>
                      <a:pt x="520488" y="563515"/>
                      <a:pt x="531907" y="576076"/>
                    </a:cubicBezTo>
                    <a:cubicBezTo>
                      <a:pt x="519346" y="583498"/>
                      <a:pt x="508641" y="593490"/>
                      <a:pt x="500220" y="605337"/>
                    </a:cubicBezTo>
                    <a:cubicBezTo>
                      <a:pt x="491799" y="593490"/>
                      <a:pt x="481094" y="583498"/>
                      <a:pt x="468533" y="576076"/>
                    </a:cubicBezTo>
                    <a:cubicBezTo>
                      <a:pt x="479809" y="563515"/>
                      <a:pt x="486803" y="546958"/>
                      <a:pt x="486803" y="528831"/>
                    </a:cubicBezTo>
                    <a:lnTo>
                      <a:pt x="486803" y="511703"/>
                    </a:lnTo>
                    <a:cubicBezTo>
                      <a:pt x="486803" y="472879"/>
                      <a:pt x="455259" y="441335"/>
                      <a:pt x="416435" y="441335"/>
                    </a:cubicBezTo>
                    <a:lnTo>
                      <a:pt x="415579" y="441335"/>
                    </a:lnTo>
                    <a:cubicBezTo>
                      <a:pt x="376755" y="441335"/>
                      <a:pt x="345210" y="472879"/>
                      <a:pt x="345210" y="511703"/>
                    </a:cubicBezTo>
                    <a:lnTo>
                      <a:pt x="345210" y="528831"/>
                    </a:lnTo>
                    <a:cubicBezTo>
                      <a:pt x="345210" y="546958"/>
                      <a:pt x="352062" y="563515"/>
                      <a:pt x="363480" y="576076"/>
                    </a:cubicBezTo>
                    <a:cubicBezTo>
                      <a:pt x="350920" y="583498"/>
                      <a:pt x="340215" y="593490"/>
                      <a:pt x="331793" y="605337"/>
                    </a:cubicBezTo>
                    <a:cubicBezTo>
                      <a:pt x="323372" y="593490"/>
                      <a:pt x="312667" y="583498"/>
                      <a:pt x="300106" y="576076"/>
                    </a:cubicBezTo>
                    <a:cubicBezTo>
                      <a:pt x="311382" y="563515"/>
                      <a:pt x="318376" y="546958"/>
                      <a:pt x="318376" y="528831"/>
                    </a:cubicBezTo>
                    <a:lnTo>
                      <a:pt x="318376" y="511703"/>
                    </a:lnTo>
                    <a:cubicBezTo>
                      <a:pt x="318376" y="487581"/>
                      <a:pt x="306244" y="466313"/>
                      <a:pt x="287688" y="453610"/>
                    </a:cubicBezTo>
                    <a:lnTo>
                      <a:pt x="287688" y="412074"/>
                    </a:lnTo>
                    <a:lnTo>
                      <a:pt x="462824" y="412074"/>
                    </a:lnTo>
                    <a:cubicBezTo>
                      <a:pt x="470674" y="412074"/>
                      <a:pt x="477097" y="405651"/>
                      <a:pt x="477097" y="397801"/>
                    </a:cubicBezTo>
                    <a:cubicBezTo>
                      <a:pt x="477097" y="389950"/>
                      <a:pt x="470674" y="383527"/>
                      <a:pt x="462824" y="383527"/>
                    </a:cubicBezTo>
                    <a:lnTo>
                      <a:pt x="287688" y="383527"/>
                    </a:lnTo>
                    <a:lnTo>
                      <a:pt x="287688" y="365543"/>
                    </a:lnTo>
                    <a:cubicBezTo>
                      <a:pt x="287688" y="365400"/>
                      <a:pt x="287688" y="365400"/>
                      <a:pt x="287688" y="365257"/>
                    </a:cubicBezTo>
                    <a:lnTo>
                      <a:pt x="287688" y="279331"/>
                    </a:lnTo>
                    <a:lnTo>
                      <a:pt x="308385" y="300170"/>
                    </a:lnTo>
                    <a:cubicBezTo>
                      <a:pt x="328939" y="320867"/>
                      <a:pt x="362339" y="322009"/>
                      <a:pt x="384320" y="302740"/>
                    </a:cubicBezTo>
                    <a:lnTo>
                      <a:pt x="419004" y="272337"/>
                    </a:lnTo>
                    <a:cubicBezTo>
                      <a:pt x="422572" y="269197"/>
                      <a:pt x="425570" y="265486"/>
                      <a:pt x="427854" y="261347"/>
                    </a:cubicBezTo>
                    <a:cubicBezTo>
                      <a:pt x="436560" y="244504"/>
                      <a:pt x="432564" y="235369"/>
                      <a:pt x="432564" y="235369"/>
                    </a:cubicBezTo>
                    <a:cubicBezTo>
                      <a:pt x="432136" y="232800"/>
                      <a:pt x="431422" y="230088"/>
                      <a:pt x="430566" y="227661"/>
                    </a:cubicBezTo>
                    <a:lnTo>
                      <a:pt x="526626" y="139309"/>
                    </a:lnTo>
                    <a:cubicBezTo>
                      <a:pt x="533049" y="133457"/>
                      <a:pt x="533477" y="123465"/>
                      <a:pt x="527482" y="117185"/>
                    </a:cubicBezTo>
                    <a:cubicBezTo>
                      <a:pt x="521630" y="110762"/>
                      <a:pt x="511639" y="110334"/>
                      <a:pt x="505358" y="116329"/>
                    </a:cubicBezTo>
                    <a:lnTo>
                      <a:pt x="409584" y="204538"/>
                    </a:lnTo>
                    <a:cubicBezTo>
                      <a:pt x="396309" y="198258"/>
                      <a:pt x="380323" y="199400"/>
                      <a:pt x="367905" y="208678"/>
                    </a:cubicBezTo>
                    <a:lnTo>
                      <a:pt x="353204" y="219525"/>
                    </a:lnTo>
                    <a:lnTo>
                      <a:pt x="316378" y="182557"/>
                    </a:lnTo>
                    <a:cubicBezTo>
                      <a:pt x="300392" y="166571"/>
                      <a:pt x="280694" y="155580"/>
                      <a:pt x="259284" y="150299"/>
                    </a:cubicBezTo>
                    <a:cubicBezTo>
                      <a:pt x="269847" y="137881"/>
                      <a:pt x="276270" y="121752"/>
                      <a:pt x="276270" y="104196"/>
                    </a:cubicBezTo>
                    <a:lnTo>
                      <a:pt x="276270" y="96631"/>
                    </a:lnTo>
                    <a:cubicBezTo>
                      <a:pt x="276270" y="64801"/>
                      <a:pt x="255288" y="37825"/>
                      <a:pt x="226313" y="28690"/>
                    </a:cubicBezTo>
                    <a:lnTo>
                      <a:pt x="702189" y="28690"/>
                    </a:lnTo>
                    <a:lnTo>
                      <a:pt x="702189" y="383670"/>
                    </a:lnTo>
                    <a:lnTo>
                      <a:pt x="584148" y="383670"/>
                    </a:lnTo>
                    <a:cubicBezTo>
                      <a:pt x="576297" y="383670"/>
                      <a:pt x="569874" y="390093"/>
                      <a:pt x="569874" y="397943"/>
                    </a:cubicBezTo>
                    <a:cubicBezTo>
                      <a:pt x="569874" y="405794"/>
                      <a:pt x="576297" y="412217"/>
                      <a:pt x="584148" y="412217"/>
                    </a:cubicBezTo>
                    <a:lnTo>
                      <a:pt x="716463" y="412217"/>
                    </a:lnTo>
                    <a:cubicBezTo>
                      <a:pt x="724313" y="412217"/>
                      <a:pt x="730736" y="405794"/>
                      <a:pt x="730736" y="397943"/>
                    </a:cubicBezTo>
                    <a:lnTo>
                      <a:pt x="730736" y="14273"/>
                    </a:lnTo>
                    <a:cubicBezTo>
                      <a:pt x="730736" y="6423"/>
                      <a:pt x="724313" y="0"/>
                      <a:pt x="716463" y="0"/>
                    </a:cubicBezTo>
                    <a:close/>
                    <a:moveTo>
                      <a:pt x="551033" y="511703"/>
                    </a:moveTo>
                    <a:cubicBezTo>
                      <a:pt x="551033" y="493433"/>
                      <a:pt x="565878" y="478731"/>
                      <a:pt x="584005" y="478731"/>
                    </a:cubicBezTo>
                    <a:lnTo>
                      <a:pt x="584861" y="478731"/>
                    </a:lnTo>
                    <a:cubicBezTo>
                      <a:pt x="603131" y="478731"/>
                      <a:pt x="617833" y="493575"/>
                      <a:pt x="617833" y="511703"/>
                    </a:cubicBezTo>
                    <a:lnTo>
                      <a:pt x="617833" y="528831"/>
                    </a:lnTo>
                    <a:cubicBezTo>
                      <a:pt x="617833" y="547101"/>
                      <a:pt x="602989" y="561803"/>
                      <a:pt x="584861" y="561803"/>
                    </a:cubicBezTo>
                    <a:lnTo>
                      <a:pt x="584005" y="561803"/>
                    </a:lnTo>
                    <a:cubicBezTo>
                      <a:pt x="565735" y="561803"/>
                      <a:pt x="551033" y="546958"/>
                      <a:pt x="551033" y="528831"/>
                    </a:cubicBezTo>
                    <a:lnTo>
                      <a:pt x="551033" y="511703"/>
                    </a:lnTo>
                    <a:close/>
                    <a:moveTo>
                      <a:pt x="518775" y="664143"/>
                    </a:moveTo>
                    <a:cubicBezTo>
                      <a:pt x="518775" y="628317"/>
                      <a:pt x="547893" y="599199"/>
                      <a:pt x="583720" y="599199"/>
                    </a:cubicBezTo>
                    <a:lnTo>
                      <a:pt x="585004" y="599199"/>
                    </a:lnTo>
                    <a:cubicBezTo>
                      <a:pt x="620831" y="599199"/>
                      <a:pt x="649948" y="628317"/>
                      <a:pt x="649948" y="664143"/>
                    </a:cubicBezTo>
                    <a:lnTo>
                      <a:pt x="649948" y="692119"/>
                    </a:lnTo>
                    <a:lnTo>
                      <a:pt x="518775" y="692119"/>
                    </a:lnTo>
                    <a:lnTo>
                      <a:pt x="518775" y="664143"/>
                    </a:lnTo>
                    <a:close/>
                    <a:moveTo>
                      <a:pt x="382464" y="511703"/>
                    </a:moveTo>
                    <a:cubicBezTo>
                      <a:pt x="382464" y="493433"/>
                      <a:pt x="397308" y="478731"/>
                      <a:pt x="415436" y="478731"/>
                    </a:cubicBezTo>
                    <a:lnTo>
                      <a:pt x="416292" y="478731"/>
                    </a:lnTo>
                    <a:cubicBezTo>
                      <a:pt x="434562" y="478731"/>
                      <a:pt x="449264" y="493575"/>
                      <a:pt x="449264" y="511703"/>
                    </a:cubicBezTo>
                    <a:lnTo>
                      <a:pt x="449264" y="528831"/>
                    </a:lnTo>
                    <a:cubicBezTo>
                      <a:pt x="449264" y="547101"/>
                      <a:pt x="434419" y="561803"/>
                      <a:pt x="416292" y="561803"/>
                    </a:cubicBezTo>
                    <a:lnTo>
                      <a:pt x="415436" y="561803"/>
                    </a:lnTo>
                    <a:cubicBezTo>
                      <a:pt x="397166" y="561803"/>
                      <a:pt x="382464" y="546958"/>
                      <a:pt x="382464" y="528831"/>
                    </a:cubicBezTo>
                    <a:lnTo>
                      <a:pt x="382464" y="511703"/>
                    </a:lnTo>
                    <a:close/>
                    <a:moveTo>
                      <a:pt x="415293" y="599199"/>
                    </a:moveTo>
                    <a:lnTo>
                      <a:pt x="416578" y="599199"/>
                    </a:lnTo>
                    <a:cubicBezTo>
                      <a:pt x="452404" y="599199"/>
                      <a:pt x="481522" y="628317"/>
                      <a:pt x="481522" y="664143"/>
                    </a:cubicBezTo>
                    <a:lnTo>
                      <a:pt x="481522" y="692119"/>
                    </a:lnTo>
                    <a:lnTo>
                      <a:pt x="350492" y="692119"/>
                    </a:lnTo>
                    <a:lnTo>
                      <a:pt x="350492" y="664143"/>
                    </a:lnTo>
                    <a:lnTo>
                      <a:pt x="350349" y="664143"/>
                    </a:lnTo>
                    <a:cubicBezTo>
                      <a:pt x="350349" y="628317"/>
                      <a:pt x="379467" y="599199"/>
                      <a:pt x="415293" y="599199"/>
                    </a:cubicBezTo>
                    <a:close/>
                    <a:moveTo>
                      <a:pt x="91143" y="28547"/>
                    </a:moveTo>
                    <a:lnTo>
                      <a:pt x="91143" y="28547"/>
                    </a:lnTo>
                    <a:lnTo>
                      <a:pt x="183778" y="28547"/>
                    </a:lnTo>
                    <a:lnTo>
                      <a:pt x="183921" y="28547"/>
                    </a:lnTo>
                    <a:cubicBezTo>
                      <a:pt x="154946" y="37682"/>
                      <a:pt x="133964" y="64659"/>
                      <a:pt x="133964" y="96488"/>
                    </a:cubicBezTo>
                    <a:lnTo>
                      <a:pt x="133964" y="104053"/>
                    </a:lnTo>
                    <a:cubicBezTo>
                      <a:pt x="133964" y="122323"/>
                      <a:pt x="140815" y="139023"/>
                      <a:pt x="152234" y="151584"/>
                    </a:cubicBezTo>
                    <a:cubicBezTo>
                      <a:pt x="127683" y="159149"/>
                      <a:pt x="105988" y="174850"/>
                      <a:pt x="91286" y="196260"/>
                    </a:cubicBezTo>
                    <a:lnTo>
                      <a:pt x="91286" y="196117"/>
                    </a:lnTo>
                    <a:lnTo>
                      <a:pt x="91143" y="196260"/>
                    </a:lnTo>
                    <a:lnTo>
                      <a:pt x="91143" y="28547"/>
                    </a:lnTo>
                    <a:lnTo>
                      <a:pt x="91143" y="28547"/>
                    </a:lnTo>
                    <a:close/>
                    <a:moveTo>
                      <a:pt x="122259" y="365400"/>
                    </a:moveTo>
                    <a:lnTo>
                      <a:pt x="122259" y="365400"/>
                    </a:lnTo>
                    <a:lnTo>
                      <a:pt x="122259" y="383527"/>
                    </a:lnTo>
                    <a:lnTo>
                      <a:pt x="122117" y="383527"/>
                    </a:lnTo>
                    <a:lnTo>
                      <a:pt x="91286" y="383527"/>
                    </a:lnTo>
                    <a:lnTo>
                      <a:pt x="91286" y="357121"/>
                    </a:lnTo>
                    <a:lnTo>
                      <a:pt x="91286" y="356979"/>
                    </a:lnTo>
                    <a:lnTo>
                      <a:pt x="122259" y="314872"/>
                    </a:lnTo>
                    <a:lnTo>
                      <a:pt x="122259" y="365400"/>
                    </a:lnTo>
                    <a:close/>
                    <a:moveTo>
                      <a:pt x="150663" y="630172"/>
                    </a:moveTo>
                    <a:lnTo>
                      <a:pt x="150663" y="379816"/>
                    </a:lnTo>
                    <a:lnTo>
                      <a:pt x="259142" y="379816"/>
                    </a:lnTo>
                    <a:lnTo>
                      <a:pt x="259142" y="442191"/>
                    </a:lnTo>
                    <a:cubicBezTo>
                      <a:pt x="255573" y="441620"/>
                      <a:pt x="251862" y="441335"/>
                      <a:pt x="248008" y="441335"/>
                    </a:cubicBezTo>
                    <a:lnTo>
                      <a:pt x="247295" y="441335"/>
                    </a:lnTo>
                    <a:cubicBezTo>
                      <a:pt x="208471" y="441335"/>
                      <a:pt x="176927" y="472879"/>
                      <a:pt x="176927" y="511703"/>
                    </a:cubicBezTo>
                    <a:lnTo>
                      <a:pt x="176927" y="528831"/>
                    </a:lnTo>
                    <a:cubicBezTo>
                      <a:pt x="176927" y="546958"/>
                      <a:pt x="183778" y="563515"/>
                      <a:pt x="195197" y="576076"/>
                    </a:cubicBezTo>
                    <a:cubicBezTo>
                      <a:pt x="174643" y="588208"/>
                      <a:pt x="158799" y="607335"/>
                      <a:pt x="150663" y="630172"/>
                    </a:cubicBezTo>
                    <a:close/>
                    <a:moveTo>
                      <a:pt x="280694" y="511703"/>
                    </a:moveTo>
                    <a:lnTo>
                      <a:pt x="280694" y="528831"/>
                    </a:lnTo>
                    <a:cubicBezTo>
                      <a:pt x="280694" y="547101"/>
                      <a:pt x="265850" y="561803"/>
                      <a:pt x="247723" y="561803"/>
                    </a:cubicBezTo>
                    <a:lnTo>
                      <a:pt x="246866" y="561803"/>
                    </a:lnTo>
                    <a:cubicBezTo>
                      <a:pt x="228596" y="561803"/>
                      <a:pt x="213895" y="546958"/>
                      <a:pt x="213895" y="528831"/>
                    </a:cubicBezTo>
                    <a:lnTo>
                      <a:pt x="213895" y="511703"/>
                    </a:lnTo>
                    <a:cubicBezTo>
                      <a:pt x="213895" y="493433"/>
                      <a:pt x="228739" y="478731"/>
                      <a:pt x="246866" y="478731"/>
                    </a:cubicBezTo>
                    <a:lnTo>
                      <a:pt x="247723" y="478731"/>
                    </a:lnTo>
                    <a:cubicBezTo>
                      <a:pt x="265993" y="478731"/>
                      <a:pt x="280694" y="493575"/>
                      <a:pt x="280694" y="511703"/>
                    </a:cubicBezTo>
                    <a:close/>
                    <a:moveTo>
                      <a:pt x="312952" y="664143"/>
                    </a:moveTo>
                    <a:lnTo>
                      <a:pt x="312952" y="692119"/>
                    </a:lnTo>
                    <a:lnTo>
                      <a:pt x="181780" y="692119"/>
                    </a:lnTo>
                    <a:lnTo>
                      <a:pt x="181780" y="664143"/>
                    </a:lnTo>
                    <a:lnTo>
                      <a:pt x="181780" y="664143"/>
                    </a:lnTo>
                    <a:cubicBezTo>
                      <a:pt x="181780" y="628317"/>
                      <a:pt x="210897" y="599199"/>
                      <a:pt x="246724" y="599199"/>
                    </a:cubicBezTo>
                    <a:lnTo>
                      <a:pt x="248008" y="599199"/>
                    </a:lnTo>
                    <a:cubicBezTo>
                      <a:pt x="283835" y="599199"/>
                      <a:pt x="312952" y="628317"/>
                      <a:pt x="312952" y="664143"/>
                    </a:cubicBezTo>
                    <a:close/>
                    <a:moveTo>
                      <a:pt x="296110" y="202540"/>
                    </a:moveTo>
                    <a:lnTo>
                      <a:pt x="341642" y="248215"/>
                    </a:lnTo>
                    <a:cubicBezTo>
                      <a:pt x="346638" y="253211"/>
                      <a:pt x="354488" y="253782"/>
                      <a:pt x="360198" y="249642"/>
                    </a:cubicBezTo>
                    <a:lnTo>
                      <a:pt x="384748" y="231515"/>
                    </a:lnTo>
                    <a:cubicBezTo>
                      <a:pt x="389744" y="227804"/>
                      <a:pt x="396452" y="228375"/>
                      <a:pt x="400877" y="232657"/>
                    </a:cubicBezTo>
                    <a:cubicBezTo>
                      <a:pt x="403446" y="235226"/>
                      <a:pt x="404731" y="238509"/>
                      <a:pt x="404588" y="241935"/>
                    </a:cubicBezTo>
                    <a:cubicBezTo>
                      <a:pt x="404445" y="244076"/>
                      <a:pt x="403874" y="246217"/>
                      <a:pt x="402732" y="248072"/>
                    </a:cubicBezTo>
                    <a:cubicBezTo>
                      <a:pt x="402161" y="249214"/>
                      <a:pt x="401305" y="250071"/>
                      <a:pt x="400306" y="250927"/>
                    </a:cubicBezTo>
                    <a:lnTo>
                      <a:pt x="400306" y="250927"/>
                    </a:lnTo>
                    <a:lnTo>
                      <a:pt x="400306" y="250927"/>
                    </a:lnTo>
                    <a:lnTo>
                      <a:pt x="400163" y="251070"/>
                    </a:lnTo>
                    <a:lnTo>
                      <a:pt x="365479" y="281472"/>
                    </a:lnTo>
                    <a:cubicBezTo>
                      <a:pt x="354774" y="290893"/>
                      <a:pt x="338502" y="290322"/>
                      <a:pt x="328511" y="280188"/>
                    </a:cubicBezTo>
                    <a:lnTo>
                      <a:pt x="283406" y="234941"/>
                    </a:lnTo>
                    <a:cubicBezTo>
                      <a:pt x="279267" y="230801"/>
                      <a:pt x="273130" y="229660"/>
                      <a:pt x="267848" y="231801"/>
                    </a:cubicBezTo>
                    <a:cubicBezTo>
                      <a:pt x="264994" y="232943"/>
                      <a:pt x="262710" y="234941"/>
                      <a:pt x="261140" y="237367"/>
                    </a:cubicBezTo>
                    <a:cubicBezTo>
                      <a:pt x="260854" y="237795"/>
                      <a:pt x="260712" y="238081"/>
                      <a:pt x="260569" y="238509"/>
                    </a:cubicBezTo>
                    <a:cubicBezTo>
                      <a:pt x="260569" y="238509"/>
                      <a:pt x="260569" y="238509"/>
                      <a:pt x="260569" y="238652"/>
                    </a:cubicBezTo>
                    <a:cubicBezTo>
                      <a:pt x="259713" y="240507"/>
                      <a:pt x="259142" y="242648"/>
                      <a:pt x="259142" y="244789"/>
                    </a:cubicBezTo>
                    <a:lnTo>
                      <a:pt x="259142" y="351269"/>
                    </a:lnTo>
                    <a:lnTo>
                      <a:pt x="258999" y="351269"/>
                    </a:lnTo>
                    <a:lnTo>
                      <a:pt x="258999" y="351412"/>
                    </a:lnTo>
                    <a:lnTo>
                      <a:pt x="150521" y="351412"/>
                    </a:lnTo>
                    <a:lnTo>
                      <a:pt x="150521" y="271624"/>
                    </a:lnTo>
                    <a:cubicBezTo>
                      <a:pt x="150663" y="265343"/>
                      <a:pt x="146810" y="259777"/>
                      <a:pt x="140958" y="257921"/>
                    </a:cubicBezTo>
                    <a:cubicBezTo>
                      <a:pt x="135105" y="256065"/>
                      <a:pt x="128682" y="258064"/>
                      <a:pt x="124971" y="263059"/>
                    </a:cubicBezTo>
                    <a:lnTo>
                      <a:pt x="49322" y="366114"/>
                    </a:lnTo>
                    <a:cubicBezTo>
                      <a:pt x="47181" y="368968"/>
                      <a:pt x="43898" y="370681"/>
                      <a:pt x="40330" y="370824"/>
                    </a:cubicBezTo>
                    <a:cubicBezTo>
                      <a:pt x="40187" y="370824"/>
                      <a:pt x="40187" y="370824"/>
                      <a:pt x="40044" y="370824"/>
                    </a:cubicBezTo>
                    <a:cubicBezTo>
                      <a:pt x="36476" y="370824"/>
                      <a:pt x="33336" y="369254"/>
                      <a:pt x="31052" y="366542"/>
                    </a:cubicBezTo>
                    <a:cubicBezTo>
                      <a:pt x="28483" y="363402"/>
                      <a:pt x="27769" y="359120"/>
                      <a:pt x="29197" y="355409"/>
                    </a:cubicBezTo>
                    <a:cubicBezTo>
                      <a:pt x="29482" y="354695"/>
                      <a:pt x="29767" y="353981"/>
                      <a:pt x="30196" y="353268"/>
                    </a:cubicBezTo>
                    <a:lnTo>
                      <a:pt x="112125" y="216671"/>
                    </a:lnTo>
                    <a:cubicBezTo>
                      <a:pt x="127541" y="191121"/>
                      <a:pt x="155659" y="175135"/>
                      <a:pt x="185491" y="175135"/>
                    </a:cubicBezTo>
                    <a:lnTo>
                      <a:pt x="190915" y="175135"/>
                    </a:lnTo>
                    <a:lnTo>
                      <a:pt x="190915" y="217527"/>
                    </a:lnTo>
                    <a:cubicBezTo>
                      <a:pt x="190915" y="225378"/>
                      <a:pt x="197338" y="231801"/>
                      <a:pt x="205188" y="231801"/>
                    </a:cubicBezTo>
                    <a:cubicBezTo>
                      <a:pt x="209042" y="231801"/>
                      <a:pt x="212610" y="230231"/>
                      <a:pt x="215179" y="227661"/>
                    </a:cubicBezTo>
                    <a:cubicBezTo>
                      <a:pt x="217749" y="225092"/>
                      <a:pt x="219319" y="221524"/>
                      <a:pt x="219319" y="217670"/>
                    </a:cubicBezTo>
                    <a:lnTo>
                      <a:pt x="219319" y="175278"/>
                    </a:lnTo>
                    <a:lnTo>
                      <a:pt x="219461" y="175278"/>
                    </a:lnTo>
                    <a:lnTo>
                      <a:pt x="219461" y="175135"/>
                    </a:lnTo>
                    <a:lnTo>
                      <a:pt x="230024" y="175135"/>
                    </a:lnTo>
                    <a:cubicBezTo>
                      <a:pt x="255002" y="175135"/>
                      <a:pt x="278411" y="184841"/>
                      <a:pt x="296110" y="202540"/>
                    </a:cubicBezTo>
                    <a:close/>
                    <a:moveTo>
                      <a:pt x="247580" y="96488"/>
                    </a:moveTo>
                    <a:lnTo>
                      <a:pt x="247580" y="104053"/>
                    </a:lnTo>
                    <a:cubicBezTo>
                      <a:pt x="247580" y="127176"/>
                      <a:pt x="228882" y="146160"/>
                      <a:pt x="205902" y="146588"/>
                    </a:cubicBezTo>
                    <a:lnTo>
                      <a:pt x="205759" y="146588"/>
                    </a:lnTo>
                    <a:lnTo>
                      <a:pt x="204189" y="146588"/>
                    </a:lnTo>
                    <a:lnTo>
                      <a:pt x="204046" y="146588"/>
                    </a:lnTo>
                    <a:cubicBezTo>
                      <a:pt x="181066" y="146160"/>
                      <a:pt x="162368" y="127176"/>
                      <a:pt x="162368" y="104053"/>
                    </a:cubicBezTo>
                    <a:lnTo>
                      <a:pt x="162368" y="96488"/>
                    </a:lnTo>
                    <a:cubicBezTo>
                      <a:pt x="162368" y="72937"/>
                      <a:pt x="181494" y="53954"/>
                      <a:pt x="204903" y="53954"/>
                    </a:cubicBezTo>
                    <a:cubicBezTo>
                      <a:pt x="204903" y="53954"/>
                      <a:pt x="204903" y="53954"/>
                      <a:pt x="205045" y="53954"/>
                    </a:cubicBezTo>
                    <a:cubicBezTo>
                      <a:pt x="205188" y="53954"/>
                      <a:pt x="205045" y="53954"/>
                      <a:pt x="205045" y="53954"/>
                    </a:cubicBezTo>
                    <a:cubicBezTo>
                      <a:pt x="228454" y="53954"/>
                      <a:pt x="247580" y="72937"/>
                      <a:pt x="247580" y="96488"/>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grpSp>
        <p:grpSp>
          <p:nvGrpSpPr>
            <p:cNvPr id="674" name="Google Shape;674;g3b9d959519f_0_1378"/>
            <p:cNvGrpSpPr/>
            <p:nvPr/>
          </p:nvGrpSpPr>
          <p:grpSpPr>
            <a:xfrm>
              <a:off x="2790343" y="7122158"/>
              <a:ext cx="208966" cy="208963"/>
              <a:chOff x="2790343" y="7122158"/>
              <a:chExt cx="208966" cy="208963"/>
            </a:xfrm>
          </p:grpSpPr>
          <p:sp>
            <p:nvSpPr>
              <p:cNvPr id="675" name="Google Shape;675;g3b9d959519f_0_1378"/>
              <p:cNvSpPr/>
              <p:nvPr/>
            </p:nvSpPr>
            <p:spPr>
              <a:xfrm>
                <a:off x="2858285" y="7190242"/>
                <a:ext cx="73079" cy="73080"/>
              </a:xfrm>
              <a:custGeom>
                <a:rect b="b" l="l" r="r" t="t"/>
                <a:pathLst>
                  <a:path extrusionOk="0" h="73080" w="73079">
                    <a:moveTo>
                      <a:pt x="36540" y="0"/>
                    </a:moveTo>
                    <a:cubicBezTo>
                      <a:pt x="16700" y="0"/>
                      <a:pt x="0" y="16700"/>
                      <a:pt x="0" y="36540"/>
                    </a:cubicBezTo>
                    <a:cubicBezTo>
                      <a:pt x="0" y="56380"/>
                      <a:pt x="16700" y="73080"/>
                      <a:pt x="36540" y="73080"/>
                    </a:cubicBezTo>
                    <a:cubicBezTo>
                      <a:pt x="56380" y="73080"/>
                      <a:pt x="73080" y="56380"/>
                      <a:pt x="73080" y="36540"/>
                    </a:cubicBezTo>
                    <a:cubicBezTo>
                      <a:pt x="73080" y="16700"/>
                      <a:pt x="56380" y="0"/>
                      <a:pt x="36540" y="0"/>
                    </a:cubicBezTo>
                    <a:close/>
                    <a:moveTo>
                      <a:pt x="51099" y="36397"/>
                    </a:moveTo>
                    <a:cubicBezTo>
                      <a:pt x="51099" y="43391"/>
                      <a:pt x="43534" y="50956"/>
                      <a:pt x="36540" y="50956"/>
                    </a:cubicBezTo>
                    <a:cubicBezTo>
                      <a:pt x="29546" y="50956"/>
                      <a:pt x="21981" y="43391"/>
                      <a:pt x="21981" y="36397"/>
                    </a:cubicBezTo>
                    <a:cubicBezTo>
                      <a:pt x="21981" y="29403"/>
                      <a:pt x="29546" y="21838"/>
                      <a:pt x="36540" y="21838"/>
                    </a:cubicBezTo>
                    <a:cubicBezTo>
                      <a:pt x="43534" y="21838"/>
                      <a:pt x="51099" y="29403"/>
                      <a:pt x="51099" y="36397"/>
                    </a:cubicBez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76" name="Google Shape;676;g3b9d959519f_0_1378"/>
              <p:cNvSpPr/>
              <p:nvPr/>
            </p:nvSpPr>
            <p:spPr>
              <a:xfrm>
                <a:off x="2790343" y="7122158"/>
                <a:ext cx="208966" cy="208963"/>
              </a:xfrm>
              <a:custGeom>
                <a:rect b="b" l="l" r="r" t="t"/>
                <a:pathLst>
                  <a:path extrusionOk="0" h="208963" w="208966">
                    <a:moveTo>
                      <a:pt x="198115" y="76363"/>
                    </a:moveTo>
                    <a:lnTo>
                      <a:pt x="186554" y="76363"/>
                    </a:lnTo>
                    <a:cubicBezTo>
                      <a:pt x="185269" y="72652"/>
                      <a:pt x="183985" y="69226"/>
                      <a:pt x="182415" y="66086"/>
                    </a:cubicBezTo>
                    <a:lnTo>
                      <a:pt x="190550" y="58378"/>
                    </a:lnTo>
                    <a:cubicBezTo>
                      <a:pt x="192691" y="56380"/>
                      <a:pt x="193833" y="53525"/>
                      <a:pt x="193833" y="50528"/>
                    </a:cubicBezTo>
                    <a:cubicBezTo>
                      <a:pt x="193833" y="47531"/>
                      <a:pt x="192691" y="44533"/>
                      <a:pt x="190693" y="42678"/>
                    </a:cubicBezTo>
                    <a:lnTo>
                      <a:pt x="166571" y="18555"/>
                    </a:lnTo>
                    <a:cubicBezTo>
                      <a:pt x="164573" y="16414"/>
                      <a:pt x="161718" y="15273"/>
                      <a:pt x="158721" y="15273"/>
                    </a:cubicBezTo>
                    <a:cubicBezTo>
                      <a:pt x="155723" y="15273"/>
                      <a:pt x="152726" y="16414"/>
                      <a:pt x="150870" y="18555"/>
                    </a:cubicBezTo>
                    <a:lnTo>
                      <a:pt x="143163" y="26691"/>
                    </a:lnTo>
                    <a:cubicBezTo>
                      <a:pt x="140022" y="25121"/>
                      <a:pt x="136597" y="23837"/>
                      <a:pt x="132886" y="22552"/>
                    </a:cubicBezTo>
                    <a:lnTo>
                      <a:pt x="132886" y="10991"/>
                    </a:lnTo>
                    <a:cubicBezTo>
                      <a:pt x="132886" y="4996"/>
                      <a:pt x="127890" y="0"/>
                      <a:pt x="121895" y="0"/>
                    </a:cubicBezTo>
                    <a:lnTo>
                      <a:pt x="84784" y="0"/>
                    </a:lnTo>
                    <a:lnTo>
                      <a:pt x="84213" y="143"/>
                    </a:lnTo>
                    <a:cubicBezTo>
                      <a:pt x="79646" y="1570"/>
                      <a:pt x="76506" y="6280"/>
                      <a:pt x="76648" y="10991"/>
                    </a:cubicBezTo>
                    <a:lnTo>
                      <a:pt x="76648" y="22409"/>
                    </a:lnTo>
                    <a:cubicBezTo>
                      <a:pt x="72937" y="23694"/>
                      <a:pt x="69512" y="24979"/>
                      <a:pt x="66371" y="26549"/>
                    </a:cubicBezTo>
                    <a:lnTo>
                      <a:pt x="58664" y="18413"/>
                    </a:lnTo>
                    <a:cubicBezTo>
                      <a:pt x="56666" y="16272"/>
                      <a:pt x="53811" y="15130"/>
                      <a:pt x="50813" y="15130"/>
                    </a:cubicBezTo>
                    <a:cubicBezTo>
                      <a:pt x="47816" y="15130"/>
                      <a:pt x="44819" y="16272"/>
                      <a:pt x="42963" y="18270"/>
                    </a:cubicBezTo>
                    <a:lnTo>
                      <a:pt x="18555" y="42535"/>
                    </a:lnTo>
                    <a:cubicBezTo>
                      <a:pt x="16414" y="44533"/>
                      <a:pt x="15273" y="47388"/>
                      <a:pt x="15273" y="50385"/>
                    </a:cubicBezTo>
                    <a:cubicBezTo>
                      <a:pt x="15273" y="53383"/>
                      <a:pt x="16414" y="56380"/>
                      <a:pt x="18555" y="58236"/>
                    </a:cubicBezTo>
                    <a:lnTo>
                      <a:pt x="26691" y="65943"/>
                    </a:lnTo>
                    <a:cubicBezTo>
                      <a:pt x="25121" y="69083"/>
                      <a:pt x="23837" y="72509"/>
                      <a:pt x="22552" y="76220"/>
                    </a:cubicBezTo>
                    <a:lnTo>
                      <a:pt x="10991" y="76220"/>
                    </a:lnTo>
                    <a:cubicBezTo>
                      <a:pt x="4996" y="76220"/>
                      <a:pt x="0" y="81216"/>
                      <a:pt x="0" y="87211"/>
                    </a:cubicBezTo>
                    <a:lnTo>
                      <a:pt x="0" y="121467"/>
                    </a:lnTo>
                    <a:cubicBezTo>
                      <a:pt x="0" y="127462"/>
                      <a:pt x="4996" y="132458"/>
                      <a:pt x="10991" y="132458"/>
                    </a:cubicBezTo>
                    <a:lnTo>
                      <a:pt x="22552" y="132458"/>
                    </a:lnTo>
                    <a:cubicBezTo>
                      <a:pt x="23837" y="136169"/>
                      <a:pt x="25121" y="139594"/>
                      <a:pt x="26691" y="142734"/>
                    </a:cubicBezTo>
                    <a:lnTo>
                      <a:pt x="18555" y="150442"/>
                    </a:lnTo>
                    <a:cubicBezTo>
                      <a:pt x="16414" y="152440"/>
                      <a:pt x="15273" y="155295"/>
                      <a:pt x="15273" y="158292"/>
                    </a:cubicBezTo>
                    <a:cubicBezTo>
                      <a:pt x="15273" y="161290"/>
                      <a:pt x="16414" y="164287"/>
                      <a:pt x="18413" y="166143"/>
                    </a:cubicBezTo>
                    <a:lnTo>
                      <a:pt x="42820" y="190550"/>
                    </a:lnTo>
                    <a:cubicBezTo>
                      <a:pt x="44961" y="192549"/>
                      <a:pt x="47959" y="193548"/>
                      <a:pt x="50956" y="193405"/>
                    </a:cubicBezTo>
                    <a:cubicBezTo>
                      <a:pt x="53954" y="193262"/>
                      <a:pt x="56523" y="191978"/>
                      <a:pt x="58378" y="189979"/>
                    </a:cubicBezTo>
                    <a:lnTo>
                      <a:pt x="66086" y="182272"/>
                    </a:lnTo>
                    <a:cubicBezTo>
                      <a:pt x="69226" y="183842"/>
                      <a:pt x="72652" y="185126"/>
                      <a:pt x="76363" y="186411"/>
                    </a:cubicBezTo>
                    <a:lnTo>
                      <a:pt x="76363" y="197973"/>
                    </a:lnTo>
                    <a:cubicBezTo>
                      <a:pt x="76363" y="203967"/>
                      <a:pt x="81359" y="208963"/>
                      <a:pt x="87353" y="208963"/>
                    </a:cubicBezTo>
                    <a:lnTo>
                      <a:pt x="121610" y="208963"/>
                    </a:lnTo>
                    <a:cubicBezTo>
                      <a:pt x="127605" y="208963"/>
                      <a:pt x="132600" y="203967"/>
                      <a:pt x="132600" y="197973"/>
                    </a:cubicBezTo>
                    <a:lnTo>
                      <a:pt x="132600" y="186411"/>
                    </a:lnTo>
                    <a:cubicBezTo>
                      <a:pt x="136311" y="185126"/>
                      <a:pt x="139737" y="183842"/>
                      <a:pt x="142877" y="182272"/>
                    </a:cubicBezTo>
                    <a:lnTo>
                      <a:pt x="150585" y="190408"/>
                    </a:lnTo>
                    <a:cubicBezTo>
                      <a:pt x="152583" y="192549"/>
                      <a:pt x="155438" y="193691"/>
                      <a:pt x="158435" y="193691"/>
                    </a:cubicBezTo>
                    <a:cubicBezTo>
                      <a:pt x="161433" y="193691"/>
                      <a:pt x="164430" y="192549"/>
                      <a:pt x="166286" y="190550"/>
                    </a:cubicBezTo>
                    <a:lnTo>
                      <a:pt x="190408" y="166428"/>
                    </a:lnTo>
                    <a:cubicBezTo>
                      <a:pt x="192549" y="164430"/>
                      <a:pt x="193691" y="161575"/>
                      <a:pt x="193691" y="158578"/>
                    </a:cubicBezTo>
                    <a:cubicBezTo>
                      <a:pt x="193691" y="155580"/>
                      <a:pt x="192549" y="152583"/>
                      <a:pt x="190408" y="150728"/>
                    </a:cubicBezTo>
                    <a:lnTo>
                      <a:pt x="182272" y="143020"/>
                    </a:lnTo>
                    <a:cubicBezTo>
                      <a:pt x="183842" y="139880"/>
                      <a:pt x="185127" y="136454"/>
                      <a:pt x="186411" y="132743"/>
                    </a:cubicBezTo>
                    <a:lnTo>
                      <a:pt x="197973" y="132743"/>
                    </a:lnTo>
                    <a:cubicBezTo>
                      <a:pt x="203967" y="132743"/>
                      <a:pt x="208963" y="127747"/>
                      <a:pt x="208963" y="121752"/>
                    </a:cubicBezTo>
                    <a:lnTo>
                      <a:pt x="208963" y="87496"/>
                    </a:lnTo>
                    <a:cubicBezTo>
                      <a:pt x="209106" y="81359"/>
                      <a:pt x="204110" y="76363"/>
                      <a:pt x="198115" y="76363"/>
                    </a:cubicBezTo>
                    <a:close/>
                    <a:moveTo>
                      <a:pt x="168569" y="118898"/>
                    </a:moveTo>
                    <a:lnTo>
                      <a:pt x="168569" y="119040"/>
                    </a:lnTo>
                    <a:cubicBezTo>
                      <a:pt x="166856" y="126748"/>
                      <a:pt x="164145" y="133599"/>
                      <a:pt x="160291" y="139309"/>
                    </a:cubicBezTo>
                    <a:cubicBezTo>
                      <a:pt x="157436" y="143448"/>
                      <a:pt x="158007" y="149300"/>
                      <a:pt x="161575" y="153011"/>
                    </a:cubicBezTo>
                    <a:lnTo>
                      <a:pt x="167142" y="158863"/>
                    </a:lnTo>
                    <a:lnTo>
                      <a:pt x="158721" y="167285"/>
                    </a:lnTo>
                    <a:lnTo>
                      <a:pt x="153011" y="161861"/>
                    </a:lnTo>
                    <a:cubicBezTo>
                      <a:pt x="149586" y="158435"/>
                      <a:pt x="143591" y="157721"/>
                      <a:pt x="139309" y="160433"/>
                    </a:cubicBezTo>
                    <a:cubicBezTo>
                      <a:pt x="133457" y="164145"/>
                      <a:pt x="126463" y="166857"/>
                      <a:pt x="118755" y="168855"/>
                    </a:cubicBezTo>
                    <a:cubicBezTo>
                      <a:pt x="114045" y="170139"/>
                      <a:pt x="110619" y="174564"/>
                      <a:pt x="110619" y="179274"/>
                    </a:cubicBezTo>
                    <a:lnTo>
                      <a:pt x="110619" y="187553"/>
                    </a:lnTo>
                    <a:lnTo>
                      <a:pt x="98344" y="187553"/>
                    </a:lnTo>
                    <a:lnTo>
                      <a:pt x="98344" y="179274"/>
                    </a:lnTo>
                    <a:lnTo>
                      <a:pt x="98344" y="179132"/>
                    </a:lnTo>
                    <a:cubicBezTo>
                      <a:pt x="98059" y="174421"/>
                      <a:pt x="94633" y="170139"/>
                      <a:pt x="90208" y="168855"/>
                    </a:cubicBezTo>
                    <a:lnTo>
                      <a:pt x="90065" y="168855"/>
                    </a:lnTo>
                    <a:cubicBezTo>
                      <a:pt x="83214" y="167285"/>
                      <a:pt x="76220" y="164430"/>
                      <a:pt x="69654" y="160291"/>
                    </a:cubicBezTo>
                    <a:cubicBezTo>
                      <a:pt x="65372" y="157721"/>
                      <a:pt x="59520" y="158435"/>
                      <a:pt x="55952" y="162146"/>
                    </a:cubicBezTo>
                    <a:lnTo>
                      <a:pt x="50243" y="167570"/>
                    </a:lnTo>
                    <a:lnTo>
                      <a:pt x="41821" y="159149"/>
                    </a:lnTo>
                    <a:lnTo>
                      <a:pt x="47245" y="153439"/>
                    </a:lnTo>
                    <a:cubicBezTo>
                      <a:pt x="50671" y="150014"/>
                      <a:pt x="51384" y="144019"/>
                      <a:pt x="48672" y="139737"/>
                    </a:cubicBezTo>
                    <a:cubicBezTo>
                      <a:pt x="44961" y="133885"/>
                      <a:pt x="42249" y="126891"/>
                      <a:pt x="40251" y="119183"/>
                    </a:cubicBezTo>
                    <a:cubicBezTo>
                      <a:pt x="38966" y="114473"/>
                      <a:pt x="34542" y="111047"/>
                      <a:pt x="29831" y="111047"/>
                    </a:cubicBezTo>
                    <a:lnTo>
                      <a:pt x="21553" y="111047"/>
                    </a:lnTo>
                    <a:lnTo>
                      <a:pt x="21553" y="98772"/>
                    </a:lnTo>
                    <a:lnTo>
                      <a:pt x="29831" y="98772"/>
                    </a:lnTo>
                    <a:lnTo>
                      <a:pt x="29974" y="98772"/>
                    </a:lnTo>
                    <a:cubicBezTo>
                      <a:pt x="34684" y="98487"/>
                      <a:pt x="38966" y="95061"/>
                      <a:pt x="40251" y="90636"/>
                    </a:cubicBezTo>
                    <a:lnTo>
                      <a:pt x="40251" y="90494"/>
                    </a:lnTo>
                    <a:cubicBezTo>
                      <a:pt x="41964" y="82786"/>
                      <a:pt x="44676" y="75935"/>
                      <a:pt x="48530" y="70225"/>
                    </a:cubicBezTo>
                    <a:cubicBezTo>
                      <a:pt x="51384" y="66086"/>
                      <a:pt x="50813" y="60234"/>
                      <a:pt x="47245" y="56523"/>
                    </a:cubicBezTo>
                    <a:lnTo>
                      <a:pt x="41678" y="50671"/>
                    </a:lnTo>
                    <a:lnTo>
                      <a:pt x="50100" y="42249"/>
                    </a:lnTo>
                    <a:lnTo>
                      <a:pt x="55809" y="47673"/>
                    </a:lnTo>
                    <a:cubicBezTo>
                      <a:pt x="59235" y="51099"/>
                      <a:pt x="65230" y="51813"/>
                      <a:pt x="69512" y="49101"/>
                    </a:cubicBezTo>
                    <a:cubicBezTo>
                      <a:pt x="75364" y="45390"/>
                      <a:pt x="82358" y="42678"/>
                      <a:pt x="90065" y="40679"/>
                    </a:cubicBezTo>
                    <a:cubicBezTo>
                      <a:pt x="94776" y="39395"/>
                      <a:pt x="98201" y="34970"/>
                      <a:pt x="98201" y="30260"/>
                    </a:cubicBezTo>
                    <a:lnTo>
                      <a:pt x="98201" y="21838"/>
                    </a:lnTo>
                    <a:lnTo>
                      <a:pt x="110476" y="21838"/>
                    </a:lnTo>
                    <a:lnTo>
                      <a:pt x="110476" y="30117"/>
                    </a:lnTo>
                    <a:lnTo>
                      <a:pt x="110476" y="30402"/>
                    </a:lnTo>
                    <a:cubicBezTo>
                      <a:pt x="110762" y="35113"/>
                      <a:pt x="114188" y="39395"/>
                      <a:pt x="118612" y="40679"/>
                    </a:cubicBezTo>
                    <a:lnTo>
                      <a:pt x="118755" y="40679"/>
                    </a:lnTo>
                    <a:cubicBezTo>
                      <a:pt x="126463" y="42392"/>
                      <a:pt x="133314" y="45104"/>
                      <a:pt x="139023" y="48958"/>
                    </a:cubicBezTo>
                    <a:cubicBezTo>
                      <a:pt x="143163" y="51813"/>
                      <a:pt x="149015" y="51242"/>
                      <a:pt x="152726" y="47673"/>
                    </a:cubicBezTo>
                    <a:lnTo>
                      <a:pt x="158578" y="42107"/>
                    </a:lnTo>
                    <a:lnTo>
                      <a:pt x="166999" y="50528"/>
                    </a:lnTo>
                    <a:lnTo>
                      <a:pt x="161575" y="56237"/>
                    </a:lnTo>
                    <a:cubicBezTo>
                      <a:pt x="158150" y="59663"/>
                      <a:pt x="157436" y="65658"/>
                      <a:pt x="160148" y="69940"/>
                    </a:cubicBezTo>
                    <a:cubicBezTo>
                      <a:pt x="163859" y="75792"/>
                      <a:pt x="166571" y="82786"/>
                      <a:pt x="168569" y="90494"/>
                    </a:cubicBezTo>
                    <a:cubicBezTo>
                      <a:pt x="169854" y="95204"/>
                      <a:pt x="174279" y="98629"/>
                      <a:pt x="178989" y="98629"/>
                    </a:cubicBezTo>
                    <a:lnTo>
                      <a:pt x="187268" y="98629"/>
                    </a:lnTo>
                    <a:lnTo>
                      <a:pt x="187268" y="110905"/>
                    </a:lnTo>
                    <a:lnTo>
                      <a:pt x="178989" y="110905"/>
                    </a:lnTo>
                    <a:lnTo>
                      <a:pt x="178703" y="110905"/>
                    </a:lnTo>
                    <a:cubicBezTo>
                      <a:pt x="174136" y="111047"/>
                      <a:pt x="169854" y="114473"/>
                      <a:pt x="168569" y="118898"/>
                    </a:cubicBez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grpSp>
      </p:grpSp>
      <p:sp>
        <p:nvSpPr>
          <p:cNvPr id="677" name="Google Shape;677;g3b9d959519f_0_1378"/>
          <p:cNvSpPr txBox="1"/>
          <p:nvPr/>
        </p:nvSpPr>
        <p:spPr>
          <a:xfrm>
            <a:off x="586900" y="4250150"/>
            <a:ext cx="1350300" cy="489900"/>
          </a:xfrm>
          <a:prstGeom prst="rect">
            <a:avLst/>
          </a:prstGeom>
          <a:solidFill>
            <a:srgbClr val="FFFFFF"/>
          </a:solidFill>
          <a:ln>
            <a:noFill/>
          </a:ln>
        </p:spPr>
        <p:txBody>
          <a:bodyPr anchorCtr="0" anchor="ctr" bIns="0" lIns="300725" spcFirstLastPara="1" rIns="0" wrap="square" tIns="0">
            <a:noAutofit/>
          </a:bodyPr>
          <a:lstStyle/>
          <a:p>
            <a:pPr indent="0" lvl="0" marL="0" marR="0" rtl="0" algn="l">
              <a:lnSpc>
                <a:spcPct val="80000"/>
              </a:lnSpc>
              <a:spcBef>
                <a:spcPts val="0"/>
              </a:spcBef>
              <a:spcAft>
                <a:spcPts val="0"/>
              </a:spcAft>
              <a:buClr>
                <a:srgbClr val="000000"/>
              </a:buClr>
              <a:buSzPts val="1081"/>
              <a:buFont typeface="Arial"/>
              <a:buNone/>
            </a:pPr>
            <a:r>
              <a:rPr b="1" i="0" lang="vi" sz="1081" u="none" cap="none" strike="noStrike">
                <a:solidFill>
                  <a:srgbClr val="063C67"/>
                </a:solidFill>
                <a:latin typeface="Lato"/>
                <a:ea typeface="Lato"/>
                <a:cs typeface="Lato"/>
                <a:sym typeface="Lato"/>
              </a:rPr>
              <a:t>スキル</a:t>
            </a:r>
            <a:endParaRPr b="0" i="0" sz="687" u="none" cap="none" strike="noStrike">
              <a:solidFill>
                <a:srgbClr val="000000"/>
              </a:solidFill>
              <a:latin typeface="Lato"/>
              <a:ea typeface="Lato"/>
              <a:cs typeface="Lato"/>
              <a:sym typeface="Lato"/>
            </a:endParaRPr>
          </a:p>
        </p:txBody>
      </p:sp>
      <p:sp>
        <p:nvSpPr>
          <p:cNvPr id="678" name="Google Shape;678;g3b9d959519f_0_1378"/>
          <p:cNvSpPr/>
          <p:nvPr/>
        </p:nvSpPr>
        <p:spPr>
          <a:xfrm>
            <a:off x="239421" y="4203450"/>
            <a:ext cx="575100" cy="575100"/>
          </a:xfrm>
          <a:prstGeom prst="ellipse">
            <a:avLst/>
          </a:prstGeom>
          <a:solidFill>
            <a:srgbClr val="063C67"/>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1326"/>
              <a:buFont typeface="Arial"/>
              <a:buNone/>
            </a:pPr>
            <a:r>
              <a:t/>
            </a:r>
            <a:endParaRPr b="0" i="0" sz="1326" u="none" cap="none" strike="noStrike">
              <a:solidFill>
                <a:srgbClr val="FFFFFF"/>
              </a:solidFill>
              <a:latin typeface="Calibri"/>
              <a:ea typeface="Calibri"/>
              <a:cs typeface="Calibri"/>
              <a:sym typeface="Calibri"/>
            </a:endParaRPr>
          </a:p>
        </p:txBody>
      </p:sp>
      <p:grpSp>
        <p:nvGrpSpPr>
          <p:cNvPr id="679" name="Google Shape;679;g3b9d959519f_0_1378"/>
          <p:cNvGrpSpPr/>
          <p:nvPr/>
        </p:nvGrpSpPr>
        <p:grpSpPr>
          <a:xfrm>
            <a:off x="362500" y="4317843"/>
            <a:ext cx="318395" cy="353812"/>
            <a:chOff x="4789279" y="8607380"/>
            <a:chExt cx="657027" cy="774885"/>
          </a:xfrm>
        </p:grpSpPr>
        <p:sp>
          <p:nvSpPr>
            <p:cNvPr id="680" name="Google Shape;680;g3b9d959519f_0_1378"/>
            <p:cNvSpPr/>
            <p:nvPr/>
          </p:nvSpPr>
          <p:spPr>
            <a:xfrm>
              <a:off x="4789279" y="8607380"/>
              <a:ext cx="535761" cy="653810"/>
            </a:xfrm>
            <a:custGeom>
              <a:rect b="b" l="l" r="r" t="t"/>
              <a:pathLst>
                <a:path extrusionOk="0" h="653810" w="535761">
                  <a:moveTo>
                    <a:pt x="490358" y="0"/>
                  </a:moveTo>
                  <a:lnTo>
                    <a:pt x="45403" y="0"/>
                  </a:lnTo>
                  <a:cubicBezTo>
                    <a:pt x="20368" y="0"/>
                    <a:pt x="0" y="20368"/>
                    <a:pt x="0" y="45403"/>
                  </a:cubicBezTo>
                  <a:lnTo>
                    <a:pt x="0" y="199775"/>
                  </a:lnTo>
                  <a:cubicBezTo>
                    <a:pt x="0" y="208134"/>
                    <a:pt x="6777" y="214910"/>
                    <a:pt x="15134" y="214910"/>
                  </a:cubicBezTo>
                  <a:cubicBezTo>
                    <a:pt x="23492" y="214910"/>
                    <a:pt x="30269" y="208134"/>
                    <a:pt x="30269" y="199775"/>
                  </a:cubicBezTo>
                  <a:lnTo>
                    <a:pt x="30269" y="45403"/>
                  </a:lnTo>
                  <a:cubicBezTo>
                    <a:pt x="30269" y="37058"/>
                    <a:pt x="37058" y="30269"/>
                    <a:pt x="45403" y="30269"/>
                  </a:cubicBezTo>
                  <a:lnTo>
                    <a:pt x="490358" y="30269"/>
                  </a:lnTo>
                  <a:cubicBezTo>
                    <a:pt x="498703" y="30269"/>
                    <a:pt x="505492" y="37058"/>
                    <a:pt x="505492" y="45403"/>
                  </a:cubicBezTo>
                  <a:lnTo>
                    <a:pt x="505492" y="608407"/>
                  </a:lnTo>
                  <a:cubicBezTo>
                    <a:pt x="505492" y="616752"/>
                    <a:pt x="498703" y="623541"/>
                    <a:pt x="490358" y="623541"/>
                  </a:cubicBezTo>
                  <a:lnTo>
                    <a:pt x="45403" y="623541"/>
                  </a:lnTo>
                  <a:cubicBezTo>
                    <a:pt x="37058" y="623541"/>
                    <a:pt x="30269" y="616752"/>
                    <a:pt x="30269" y="608407"/>
                  </a:cubicBezTo>
                  <a:lnTo>
                    <a:pt x="30269" y="327409"/>
                  </a:lnTo>
                  <a:cubicBezTo>
                    <a:pt x="30269" y="319050"/>
                    <a:pt x="23492" y="312275"/>
                    <a:pt x="15134" y="312275"/>
                  </a:cubicBezTo>
                  <a:cubicBezTo>
                    <a:pt x="6777" y="312275"/>
                    <a:pt x="0" y="319050"/>
                    <a:pt x="0" y="327409"/>
                  </a:cubicBezTo>
                  <a:lnTo>
                    <a:pt x="0" y="608407"/>
                  </a:lnTo>
                  <a:cubicBezTo>
                    <a:pt x="0" y="633442"/>
                    <a:pt x="20368" y="653810"/>
                    <a:pt x="45403" y="653810"/>
                  </a:cubicBezTo>
                  <a:lnTo>
                    <a:pt x="490358" y="653810"/>
                  </a:lnTo>
                  <a:cubicBezTo>
                    <a:pt x="515393" y="653810"/>
                    <a:pt x="535761" y="633442"/>
                    <a:pt x="535761" y="608407"/>
                  </a:cubicBezTo>
                  <a:lnTo>
                    <a:pt x="535761" y="45403"/>
                  </a:lnTo>
                  <a:cubicBezTo>
                    <a:pt x="535761" y="20368"/>
                    <a:pt x="515393" y="0"/>
                    <a:pt x="490358" y="0"/>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81" name="Google Shape;681;g3b9d959519f_0_1378"/>
            <p:cNvSpPr/>
            <p:nvPr/>
          </p:nvSpPr>
          <p:spPr>
            <a:xfrm>
              <a:off x="4789279" y="8859793"/>
              <a:ext cx="30268" cy="30268"/>
            </a:xfrm>
            <a:custGeom>
              <a:rect b="b" l="l" r="r" t="t"/>
              <a:pathLst>
                <a:path extrusionOk="0" h="30268" w="30268">
                  <a:moveTo>
                    <a:pt x="25833" y="4419"/>
                  </a:moveTo>
                  <a:cubicBezTo>
                    <a:pt x="23020" y="1604"/>
                    <a:pt x="19115" y="0"/>
                    <a:pt x="15134" y="0"/>
                  </a:cubicBezTo>
                  <a:cubicBezTo>
                    <a:pt x="11154" y="0"/>
                    <a:pt x="7249" y="1604"/>
                    <a:pt x="4434" y="4419"/>
                  </a:cubicBezTo>
                  <a:cubicBezTo>
                    <a:pt x="1618" y="7249"/>
                    <a:pt x="0" y="11154"/>
                    <a:pt x="0" y="15119"/>
                  </a:cubicBezTo>
                  <a:cubicBezTo>
                    <a:pt x="0" y="19115"/>
                    <a:pt x="1619" y="23004"/>
                    <a:pt x="4434" y="25835"/>
                  </a:cubicBezTo>
                  <a:cubicBezTo>
                    <a:pt x="7249" y="28650"/>
                    <a:pt x="11154" y="30269"/>
                    <a:pt x="15134" y="30269"/>
                  </a:cubicBezTo>
                  <a:cubicBezTo>
                    <a:pt x="19113" y="30269"/>
                    <a:pt x="23018" y="28650"/>
                    <a:pt x="25833" y="25835"/>
                  </a:cubicBezTo>
                  <a:cubicBezTo>
                    <a:pt x="28650" y="23020"/>
                    <a:pt x="30269" y="19115"/>
                    <a:pt x="30269" y="15119"/>
                  </a:cubicBezTo>
                  <a:cubicBezTo>
                    <a:pt x="30269" y="11139"/>
                    <a:pt x="28648" y="7249"/>
                    <a:pt x="25833" y="4419"/>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82" name="Google Shape;682;g3b9d959519f_0_1378"/>
            <p:cNvSpPr/>
            <p:nvPr/>
          </p:nvSpPr>
          <p:spPr>
            <a:xfrm>
              <a:off x="4849906" y="9291549"/>
              <a:ext cx="30268" cy="30268"/>
            </a:xfrm>
            <a:custGeom>
              <a:rect b="b" l="l" r="r" t="t"/>
              <a:pathLst>
                <a:path extrusionOk="0" h="30268" w="30268">
                  <a:moveTo>
                    <a:pt x="25835" y="4434"/>
                  </a:moveTo>
                  <a:cubicBezTo>
                    <a:pt x="23020" y="1619"/>
                    <a:pt x="19132" y="0"/>
                    <a:pt x="15134" y="0"/>
                  </a:cubicBezTo>
                  <a:cubicBezTo>
                    <a:pt x="11154" y="0"/>
                    <a:pt x="7249" y="1619"/>
                    <a:pt x="4436" y="4434"/>
                  </a:cubicBezTo>
                  <a:cubicBezTo>
                    <a:pt x="1619" y="7249"/>
                    <a:pt x="0" y="11154"/>
                    <a:pt x="0" y="15134"/>
                  </a:cubicBezTo>
                  <a:cubicBezTo>
                    <a:pt x="0" y="19130"/>
                    <a:pt x="1621" y="23020"/>
                    <a:pt x="4436" y="25835"/>
                  </a:cubicBezTo>
                  <a:cubicBezTo>
                    <a:pt x="7249" y="28665"/>
                    <a:pt x="11154" y="30269"/>
                    <a:pt x="15134" y="30269"/>
                  </a:cubicBezTo>
                  <a:cubicBezTo>
                    <a:pt x="19132" y="30269"/>
                    <a:pt x="23020" y="28665"/>
                    <a:pt x="25835" y="25835"/>
                  </a:cubicBezTo>
                  <a:cubicBezTo>
                    <a:pt x="28651" y="23020"/>
                    <a:pt x="30269" y="19130"/>
                    <a:pt x="30269" y="15134"/>
                  </a:cubicBezTo>
                  <a:cubicBezTo>
                    <a:pt x="30269" y="11154"/>
                    <a:pt x="28650" y="7249"/>
                    <a:pt x="25835" y="4434"/>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83" name="Google Shape;683;g3b9d959519f_0_1378"/>
            <p:cNvSpPr/>
            <p:nvPr/>
          </p:nvSpPr>
          <p:spPr>
            <a:xfrm>
              <a:off x="4910450" y="8668013"/>
              <a:ext cx="475223" cy="653810"/>
            </a:xfrm>
            <a:custGeom>
              <a:rect b="b" l="l" r="r" t="t"/>
              <a:pathLst>
                <a:path extrusionOk="0" h="653810" w="475223">
                  <a:moveTo>
                    <a:pt x="460089" y="0"/>
                  </a:moveTo>
                  <a:cubicBezTo>
                    <a:pt x="451731" y="0"/>
                    <a:pt x="444954" y="6776"/>
                    <a:pt x="444954" y="15134"/>
                  </a:cubicBezTo>
                  <a:lnTo>
                    <a:pt x="444954" y="608407"/>
                  </a:lnTo>
                  <a:cubicBezTo>
                    <a:pt x="444954" y="616752"/>
                    <a:pt x="438165" y="623541"/>
                    <a:pt x="429820" y="623541"/>
                  </a:cubicBezTo>
                  <a:lnTo>
                    <a:pt x="15134" y="623541"/>
                  </a:lnTo>
                  <a:cubicBezTo>
                    <a:pt x="6777" y="623541"/>
                    <a:pt x="0" y="630317"/>
                    <a:pt x="0" y="638676"/>
                  </a:cubicBezTo>
                  <a:cubicBezTo>
                    <a:pt x="0" y="647034"/>
                    <a:pt x="6777" y="653810"/>
                    <a:pt x="15134" y="653810"/>
                  </a:cubicBezTo>
                  <a:lnTo>
                    <a:pt x="429820" y="653810"/>
                  </a:lnTo>
                  <a:cubicBezTo>
                    <a:pt x="454855" y="653810"/>
                    <a:pt x="475223" y="633442"/>
                    <a:pt x="475223" y="608407"/>
                  </a:cubicBezTo>
                  <a:lnTo>
                    <a:pt x="475223" y="15134"/>
                  </a:lnTo>
                  <a:cubicBezTo>
                    <a:pt x="475223" y="6776"/>
                    <a:pt x="468446" y="0"/>
                    <a:pt x="460089" y="0"/>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84" name="Google Shape;684;g3b9d959519f_0_1378"/>
            <p:cNvSpPr/>
            <p:nvPr/>
          </p:nvSpPr>
          <p:spPr>
            <a:xfrm>
              <a:off x="4910545" y="8728455"/>
              <a:ext cx="535761" cy="653810"/>
            </a:xfrm>
            <a:custGeom>
              <a:rect b="b" l="l" r="r" t="t"/>
              <a:pathLst>
                <a:path extrusionOk="0" h="653810" w="535761">
                  <a:moveTo>
                    <a:pt x="520627" y="0"/>
                  </a:moveTo>
                  <a:cubicBezTo>
                    <a:pt x="512269" y="0"/>
                    <a:pt x="505492" y="6776"/>
                    <a:pt x="505492" y="15134"/>
                  </a:cubicBezTo>
                  <a:lnTo>
                    <a:pt x="505492" y="608407"/>
                  </a:lnTo>
                  <a:cubicBezTo>
                    <a:pt x="505492" y="616752"/>
                    <a:pt x="498703" y="623541"/>
                    <a:pt x="490358" y="623541"/>
                  </a:cubicBezTo>
                  <a:lnTo>
                    <a:pt x="15134" y="623541"/>
                  </a:lnTo>
                  <a:cubicBezTo>
                    <a:pt x="6777" y="623541"/>
                    <a:pt x="0" y="630317"/>
                    <a:pt x="0" y="638676"/>
                  </a:cubicBezTo>
                  <a:cubicBezTo>
                    <a:pt x="0" y="647034"/>
                    <a:pt x="6777" y="653810"/>
                    <a:pt x="15134" y="653810"/>
                  </a:cubicBezTo>
                  <a:lnTo>
                    <a:pt x="490358" y="653810"/>
                  </a:lnTo>
                  <a:cubicBezTo>
                    <a:pt x="515393" y="653810"/>
                    <a:pt x="535761" y="633442"/>
                    <a:pt x="535761" y="608407"/>
                  </a:cubicBezTo>
                  <a:lnTo>
                    <a:pt x="535761" y="15134"/>
                  </a:lnTo>
                  <a:cubicBezTo>
                    <a:pt x="535761" y="6776"/>
                    <a:pt x="528984" y="0"/>
                    <a:pt x="520627" y="0"/>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85" name="Google Shape;685;g3b9d959519f_0_1378"/>
            <p:cNvSpPr/>
            <p:nvPr/>
          </p:nvSpPr>
          <p:spPr>
            <a:xfrm>
              <a:off x="4874032" y="8719375"/>
              <a:ext cx="175560" cy="175560"/>
            </a:xfrm>
            <a:custGeom>
              <a:rect b="b" l="l" r="r" t="t"/>
              <a:pathLst>
                <a:path extrusionOk="0" h="175560" w="175560">
                  <a:moveTo>
                    <a:pt x="160426" y="0"/>
                  </a:moveTo>
                  <a:lnTo>
                    <a:pt x="15134" y="0"/>
                  </a:lnTo>
                  <a:cubicBezTo>
                    <a:pt x="6777" y="0"/>
                    <a:pt x="0" y="6776"/>
                    <a:pt x="0" y="15134"/>
                  </a:cubicBezTo>
                  <a:lnTo>
                    <a:pt x="0" y="160426"/>
                  </a:lnTo>
                  <a:cubicBezTo>
                    <a:pt x="0" y="168784"/>
                    <a:pt x="6777" y="175560"/>
                    <a:pt x="15134" y="175560"/>
                  </a:cubicBezTo>
                  <a:lnTo>
                    <a:pt x="160426" y="175560"/>
                  </a:lnTo>
                  <a:cubicBezTo>
                    <a:pt x="168783" y="175560"/>
                    <a:pt x="175560" y="168784"/>
                    <a:pt x="175560" y="160426"/>
                  </a:cubicBezTo>
                  <a:lnTo>
                    <a:pt x="175560" y="15134"/>
                  </a:lnTo>
                  <a:cubicBezTo>
                    <a:pt x="175560" y="6776"/>
                    <a:pt x="168783" y="0"/>
                    <a:pt x="160426" y="0"/>
                  </a:cubicBezTo>
                  <a:close/>
                  <a:moveTo>
                    <a:pt x="145291" y="145291"/>
                  </a:moveTo>
                  <a:lnTo>
                    <a:pt x="30269" y="145291"/>
                  </a:lnTo>
                  <a:lnTo>
                    <a:pt x="30269" y="30269"/>
                  </a:lnTo>
                  <a:lnTo>
                    <a:pt x="145291" y="30269"/>
                  </a:lnTo>
                  <a:lnTo>
                    <a:pt x="145291" y="145291"/>
                  </a:ln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86" name="Google Shape;686;g3b9d959519f_0_1378"/>
            <p:cNvSpPr/>
            <p:nvPr/>
          </p:nvSpPr>
          <p:spPr>
            <a:xfrm>
              <a:off x="4879581" y="8959217"/>
              <a:ext cx="110612" cy="81201"/>
            </a:xfrm>
            <a:custGeom>
              <a:rect b="b" l="l" r="r" t="t"/>
              <a:pathLst>
                <a:path extrusionOk="0" h="81201" w="110612">
                  <a:moveTo>
                    <a:pt x="106180" y="4432"/>
                  </a:moveTo>
                  <a:cubicBezTo>
                    <a:pt x="100269" y="-1477"/>
                    <a:pt x="90689" y="-1478"/>
                    <a:pt x="84775" y="4432"/>
                  </a:cubicBezTo>
                  <a:lnTo>
                    <a:pt x="44543" y="44664"/>
                  </a:lnTo>
                  <a:lnTo>
                    <a:pt x="25837" y="25956"/>
                  </a:lnTo>
                  <a:cubicBezTo>
                    <a:pt x="19927" y="20046"/>
                    <a:pt x="10347" y="20048"/>
                    <a:pt x="4433" y="25956"/>
                  </a:cubicBezTo>
                  <a:cubicBezTo>
                    <a:pt x="-1478" y="31866"/>
                    <a:pt x="-1478" y="41449"/>
                    <a:pt x="4433" y="47359"/>
                  </a:cubicBezTo>
                  <a:lnTo>
                    <a:pt x="33842" y="76769"/>
                  </a:lnTo>
                  <a:cubicBezTo>
                    <a:pt x="36681" y="79606"/>
                    <a:pt x="40530" y="81202"/>
                    <a:pt x="44543" y="81202"/>
                  </a:cubicBezTo>
                  <a:cubicBezTo>
                    <a:pt x="48559" y="81202"/>
                    <a:pt x="52406" y="79606"/>
                    <a:pt x="55247" y="76769"/>
                  </a:cubicBezTo>
                  <a:lnTo>
                    <a:pt x="106180" y="25835"/>
                  </a:lnTo>
                  <a:cubicBezTo>
                    <a:pt x="112090" y="19925"/>
                    <a:pt x="112090" y="10342"/>
                    <a:pt x="106180" y="4432"/>
                  </a:cubicBez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87" name="Google Shape;687;g3b9d959519f_0_1378"/>
            <p:cNvSpPr/>
            <p:nvPr/>
          </p:nvSpPr>
          <p:spPr>
            <a:xfrm>
              <a:off x="5042025" y="8984228"/>
              <a:ext cx="206838" cy="30268"/>
            </a:xfrm>
            <a:custGeom>
              <a:rect b="b" l="l" r="r" t="t"/>
              <a:pathLst>
                <a:path extrusionOk="0" h="30268" w="206838">
                  <a:moveTo>
                    <a:pt x="191704" y="0"/>
                  </a:moveTo>
                  <a:lnTo>
                    <a:pt x="15134" y="0"/>
                  </a:lnTo>
                  <a:cubicBezTo>
                    <a:pt x="6777" y="0"/>
                    <a:pt x="0" y="6776"/>
                    <a:pt x="0" y="15134"/>
                  </a:cubicBezTo>
                  <a:cubicBezTo>
                    <a:pt x="0" y="23493"/>
                    <a:pt x="6777" y="30269"/>
                    <a:pt x="15134" y="30269"/>
                  </a:cubicBezTo>
                  <a:lnTo>
                    <a:pt x="191704" y="30269"/>
                  </a:lnTo>
                  <a:cubicBezTo>
                    <a:pt x="200061" y="30269"/>
                    <a:pt x="206839" y="23493"/>
                    <a:pt x="206839" y="15134"/>
                  </a:cubicBezTo>
                  <a:cubicBezTo>
                    <a:pt x="206839" y="6776"/>
                    <a:pt x="200061" y="0"/>
                    <a:pt x="191704" y="0"/>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88" name="Google Shape;688;g3b9d959519f_0_1378"/>
            <p:cNvSpPr/>
            <p:nvPr/>
          </p:nvSpPr>
          <p:spPr>
            <a:xfrm>
              <a:off x="5104076" y="8719375"/>
              <a:ext cx="136210" cy="30268"/>
            </a:xfrm>
            <a:custGeom>
              <a:rect b="b" l="l" r="r" t="t"/>
              <a:pathLst>
                <a:path extrusionOk="0" h="30268" w="136210">
                  <a:moveTo>
                    <a:pt x="121076" y="0"/>
                  </a:moveTo>
                  <a:lnTo>
                    <a:pt x="15135" y="0"/>
                  </a:lnTo>
                  <a:cubicBezTo>
                    <a:pt x="6777" y="0"/>
                    <a:pt x="0" y="6776"/>
                    <a:pt x="0" y="15134"/>
                  </a:cubicBezTo>
                  <a:cubicBezTo>
                    <a:pt x="0" y="23493"/>
                    <a:pt x="6777" y="30269"/>
                    <a:pt x="15135" y="30269"/>
                  </a:cubicBezTo>
                  <a:lnTo>
                    <a:pt x="121076" y="30269"/>
                  </a:lnTo>
                  <a:cubicBezTo>
                    <a:pt x="129433" y="30269"/>
                    <a:pt x="136210" y="23493"/>
                    <a:pt x="136210" y="15134"/>
                  </a:cubicBezTo>
                  <a:cubicBezTo>
                    <a:pt x="136210" y="6776"/>
                    <a:pt x="129433" y="0"/>
                    <a:pt x="121076" y="0"/>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89" name="Google Shape;689;g3b9d959519f_0_1378"/>
            <p:cNvSpPr/>
            <p:nvPr/>
          </p:nvSpPr>
          <p:spPr>
            <a:xfrm>
              <a:off x="5104076" y="8792020"/>
              <a:ext cx="136210" cy="30268"/>
            </a:xfrm>
            <a:custGeom>
              <a:rect b="b" l="l" r="r" t="t"/>
              <a:pathLst>
                <a:path extrusionOk="0" h="30268" w="136210">
                  <a:moveTo>
                    <a:pt x="121076" y="0"/>
                  </a:moveTo>
                  <a:lnTo>
                    <a:pt x="15135" y="0"/>
                  </a:lnTo>
                  <a:cubicBezTo>
                    <a:pt x="6777" y="0"/>
                    <a:pt x="0" y="6776"/>
                    <a:pt x="0" y="15134"/>
                  </a:cubicBezTo>
                  <a:cubicBezTo>
                    <a:pt x="0" y="23493"/>
                    <a:pt x="6777" y="30269"/>
                    <a:pt x="15135" y="30269"/>
                  </a:cubicBezTo>
                  <a:lnTo>
                    <a:pt x="121076" y="30269"/>
                  </a:lnTo>
                  <a:cubicBezTo>
                    <a:pt x="129433" y="30269"/>
                    <a:pt x="136210" y="23493"/>
                    <a:pt x="136210" y="15134"/>
                  </a:cubicBezTo>
                  <a:cubicBezTo>
                    <a:pt x="136210" y="6776"/>
                    <a:pt x="129433" y="0"/>
                    <a:pt x="121076" y="0"/>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90" name="Google Shape;690;g3b9d959519f_0_1378"/>
            <p:cNvSpPr/>
            <p:nvPr/>
          </p:nvSpPr>
          <p:spPr>
            <a:xfrm>
              <a:off x="5104076" y="8864666"/>
              <a:ext cx="136210" cy="30268"/>
            </a:xfrm>
            <a:custGeom>
              <a:rect b="b" l="l" r="r" t="t"/>
              <a:pathLst>
                <a:path extrusionOk="0" h="30268" w="136210">
                  <a:moveTo>
                    <a:pt x="121076" y="0"/>
                  </a:moveTo>
                  <a:lnTo>
                    <a:pt x="15135" y="0"/>
                  </a:lnTo>
                  <a:cubicBezTo>
                    <a:pt x="6777" y="0"/>
                    <a:pt x="0" y="6776"/>
                    <a:pt x="0" y="15134"/>
                  </a:cubicBezTo>
                  <a:cubicBezTo>
                    <a:pt x="0" y="23493"/>
                    <a:pt x="6777" y="30269"/>
                    <a:pt x="15135" y="30269"/>
                  </a:cubicBezTo>
                  <a:lnTo>
                    <a:pt x="121076" y="30269"/>
                  </a:lnTo>
                  <a:cubicBezTo>
                    <a:pt x="129433" y="30269"/>
                    <a:pt x="136210" y="23493"/>
                    <a:pt x="136210" y="15134"/>
                  </a:cubicBezTo>
                  <a:cubicBezTo>
                    <a:pt x="136210" y="6776"/>
                    <a:pt x="129433" y="0"/>
                    <a:pt x="121076" y="0"/>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91" name="Google Shape;691;g3b9d959519f_0_1378"/>
            <p:cNvSpPr/>
            <p:nvPr/>
          </p:nvSpPr>
          <p:spPr>
            <a:xfrm>
              <a:off x="4879581" y="9074794"/>
              <a:ext cx="110612" cy="81201"/>
            </a:xfrm>
            <a:custGeom>
              <a:rect b="b" l="l" r="r" t="t"/>
              <a:pathLst>
                <a:path extrusionOk="0" h="81201" w="110612">
                  <a:moveTo>
                    <a:pt x="106180" y="4432"/>
                  </a:moveTo>
                  <a:cubicBezTo>
                    <a:pt x="100269" y="-1477"/>
                    <a:pt x="90689" y="-1478"/>
                    <a:pt x="84775" y="4432"/>
                  </a:cubicBezTo>
                  <a:lnTo>
                    <a:pt x="44543" y="44664"/>
                  </a:lnTo>
                  <a:lnTo>
                    <a:pt x="25837" y="25956"/>
                  </a:lnTo>
                  <a:cubicBezTo>
                    <a:pt x="19927" y="20046"/>
                    <a:pt x="10347" y="20048"/>
                    <a:pt x="4433" y="25956"/>
                  </a:cubicBezTo>
                  <a:cubicBezTo>
                    <a:pt x="-1478" y="31866"/>
                    <a:pt x="-1478" y="41449"/>
                    <a:pt x="4433" y="47359"/>
                  </a:cubicBezTo>
                  <a:lnTo>
                    <a:pt x="33842" y="76769"/>
                  </a:lnTo>
                  <a:cubicBezTo>
                    <a:pt x="36681" y="79606"/>
                    <a:pt x="40530" y="81202"/>
                    <a:pt x="44543" y="81202"/>
                  </a:cubicBezTo>
                  <a:cubicBezTo>
                    <a:pt x="48559" y="81202"/>
                    <a:pt x="52406" y="79606"/>
                    <a:pt x="55247" y="76769"/>
                  </a:cubicBezTo>
                  <a:lnTo>
                    <a:pt x="106180" y="25835"/>
                  </a:lnTo>
                  <a:cubicBezTo>
                    <a:pt x="112090" y="19925"/>
                    <a:pt x="112090" y="10342"/>
                    <a:pt x="106180" y="4432"/>
                  </a:cubicBez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92" name="Google Shape;692;g3b9d959519f_0_1378"/>
            <p:cNvSpPr/>
            <p:nvPr/>
          </p:nvSpPr>
          <p:spPr>
            <a:xfrm>
              <a:off x="5042025" y="9099250"/>
              <a:ext cx="206838" cy="30268"/>
            </a:xfrm>
            <a:custGeom>
              <a:rect b="b" l="l" r="r" t="t"/>
              <a:pathLst>
                <a:path extrusionOk="0" h="30268" w="206838">
                  <a:moveTo>
                    <a:pt x="191704" y="0"/>
                  </a:moveTo>
                  <a:lnTo>
                    <a:pt x="15134" y="0"/>
                  </a:lnTo>
                  <a:cubicBezTo>
                    <a:pt x="6777" y="0"/>
                    <a:pt x="0" y="6776"/>
                    <a:pt x="0" y="15134"/>
                  </a:cubicBezTo>
                  <a:cubicBezTo>
                    <a:pt x="0" y="23493"/>
                    <a:pt x="6777" y="30269"/>
                    <a:pt x="15134" y="30269"/>
                  </a:cubicBezTo>
                  <a:lnTo>
                    <a:pt x="191704" y="30269"/>
                  </a:lnTo>
                  <a:cubicBezTo>
                    <a:pt x="200061" y="30269"/>
                    <a:pt x="206839" y="23493"/>
                    <a:pt x="206839" y="15134"/>
                  </a:cubicBezTo>
                  <a:cubicBezTo>
                    <a:pt x="206839" y="6776"/>
                    <a:pt x="200061" y="0"/>
                    <a:pt x="191704" y="0"/>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grpSp>
      <p:grpSp>
        <p:nvGrpSpPr>
          <p:cNvPr id="693" name="Google Shape;693;g3b9d959519f_0_1378"/>
          <p:cNvGrpSpPr/>
          <p:nvPr/>
        </p:nvGrpSpPr>
        <p:grpSpPr>
          <a:xfrm>
            <a:off x="4443048" y="779450"/>
            <a:ext cx="572249" cy="449300"/>
            <a:chOff x="4334323" y="8375207"/>
            <a:chExt cx="597836" cy="491898"/>
          </a:xfrm>
        </p:grpSpPr>
        <p:sp>
          <p:nvSpPr>
            <p:cNvPr id="694" name="Google Shape;694;g3b9d959519f_0_1378"/>
            <p:cNvSpPr/>
            <p:nvPr/>
          </p:nvSpPr>
          <p:spPr>
            <a:xfrm>
              <a:off x="4665459" y="8526631"/>
              <a:ext cx="266700" cy="266700"/>
            </a:xfrm>
            <a:prstGeom prst="ellipse">
              <a:avLst/>
            </a:prstGeom>
            <a:solidFill>
              <a:srgbClr val="1D93C9"/>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884"/>
                <a:buFont typeface="Arial"/>
                <a:buNone/>
              </a:pPr>
              <a:r>
                <a:t/>
              </a:r>
              <a:endParaRPr b="0" i="0" sz="884" u="none" cap="none" strike="noStrike">
                <a:solidFill>
                  <a:srgbClr val="FFFFFF"/>
                </a:solidFill>
                <a:latin typeface="Calibri"/>
                <a:ea typeface="Calibri"/>
                <a:cs typeface="Calibri"/>
                <a:sym typeface="Calibri"/>
              </a:endParaRPr>
            </a:p>
          </p:txBody>
        </p:sp>
        <p:sp>
          <p:nvSpPr>
            <p:cNvPr id="695" name="Google Shape;695;g3b9d959519f_0_1378"/>
            <p:cNvSpPr/>
            <p:nvPr/>
          </p:nvSpPr>
          <p:spPr>
            <a:xfrm>
              <a:off x="4334323" y="8375207"/>
              <a:ext cx="423505" cy="491898"/>
            </a:xfrm>
            <a:custGeom>
              <a:rect b="b" l="l" r="r" t="t"/>
              <a:pathLst>
                <a:path extrusionOk="0" h="491898" w="423505">
                  <a:moveTo>
                    <a:pt x="423505" y="389868"/>
                  </a:moveTo>
                  <a:cubicBezTo>
                    <a:pt x="423505" y="337027"/>
                    <a:pt x="363402" y="295619"/>
                    <a:pt x="311844" y="293602"/>
                  </a:cubicBezTo>
                  <a:lnTo>
                    <a:pt x="285537" y="269967"/>
                  </a:lnTo>
                  <a:cubicBezTo>
                    <a:pt x="317605" y="246622"/>
                    <a:pt x="336999" y="209057"/>
                    <a:pt x="336999" y="169090"/>
                  </a:cubicBezTo>
                  <a:lnTo>
                    <a:pt x="336999" y="105681"/>
                  </a:lnTo>
                  <a:cubicBezTo>
                    <a:pt x="336999" y="47364"/>
                    <a:pt x="289474" y="0"/>
                    <a:pt x="231003" y="0"/>
                  </a:cubicBezTo>
                  <a:lnTo>
                    <a:pt x="192598" y="0"/>
                  </a:lnTo>
                  <a:cubicBezTo>
                    <a:pt x="134224" y="0"/>
                    <a:pt x="87370" y="47268"/>
                    <a:pt x="87370" y="105681"/>
                  </a:cubicBezTo>
                  <a:lnTo>
                    <a:pt x="87370" y="169090"/>
                  </a:lnTo>
                  <a:cubicBezTo>
                    <a:pt x="87370" y="208961"/>
                    <a:pt x="106572" y="246429"/>
                    <a:pt x="138160" y="269775"/>
                  </a:cubicBezTo>
                  <a:lnTo>
                    <a:pt x="111661" y="293602"/>
                  </a:lnTo>
                  <a:cubicBezTo>
                    <a:pt x="60199" y="295523"/>
                    <a:pt x="0" y="336931"/>
                    <a:pt x="0" y="389868"/>
                  </a:cubicBezTo>
                  <a:lnTo>
                    <a:pt x="0" y="482291"/>
                  </a:lnTo>
                  <a:cubicBezTo>
                    <a:pt x="0" y="487575"/>
                    <a:pt x="4321" y="491898"/>
                    <a:pt x="9601" y="491898"/>
                  </a:cubicBezTo>
                  <a:lnTo>
                    <a:pt x="413904" y="491898"/>
                  </a:lnTo>
                  <a:cubicBezTo>
                    <a:pt x="419185" y="491898"/>
                    <a:pt x="423505" y="487575"/>
                    <a:pt x="423505" y="482291"/>
                  </a:cubicBezTo>
                  <a:lnTo>
                    <a:pt x="423505" y="389868"/>
                  </a:lnTo>
                  <a:close/>
                  <a:moveTo>
                    <a:pt x="190486" y="428489"/>
                  </a:moveTo>
                  <a:lnTo>
                    <a:pt x="232923" y="428489"/>
                  </a:lnTo>
                  <a:lnTo>
                    <a:pt x="243004" y="472683"/>
                  </a:lnTo>
                  <a:lnTo>
                    <a:pt x="180117" y="472683"/>
                  </a:lnTo>
                  <a:lnTo>
                    <a:pt x="190486" y="428489"/>
                  </a:lnTo>
                  <a:close/>
                  <a:moveTo>
                    <a:pt x="233787" y="409275"/>
                  </a:moveTo>
                  <a:lnTo>
                    <a:pt x="189910" y="409275"/>
                  </a:lnTo>
                  <a:lnTo>
                    <a:pt x="182517" y="386313"/>
                  </a:lnTo>
                  <a:lnTo>
                    <a:pt x="211801" y="371710"/>
                  </a:lnTo>
                  <a:lnTo>
                    <a:pt x="241660" y="386697"/>
                  </a:lnTo>
                  <a:lnTo>
                    <a:pt x="233787" y="409275"/>
                  </a:lnTo>
                  <a:close/>
                  <a:moveTo>
                    <a:pt x="211705" y="342791"/>
                  </a:moveTo>
                  <a:lnTo>
                    <a:pt x="178293" y="289374"/>
                  </a:lnTo>
                  <a:cubicBezTo>
                    <a:pt x="189142" y="292353"/>
                    <a:pt x="200375" y="293986"/>
                    <a:pt x="211801" y="293986"/>
                  </a:cubicBezTo>
                  <a:cubicBezTo>
                    <a:pt x="223034" y="293986"/>
                    <a:pt x="234267" y="292449"/>
                    <a:pt x="245020" y="289470"/>
                  </a:cubicBezTo>
                  <a:lnTo>
                    <a:pt x="211705" y="342791"/>
                  </a:lnTo>
                  <a:close/>
                  <a:moveTo>
                    <a:pt x="225530" y="357106"/>
                  </a:moveTo>
                  <a:lnTo>
                    <a:pt x="271616" y="283322"/>
                  </a:lnTo>
                  <a:lnTo>
                    <a:pt x="296482" y="305707"/>
                  </a:lnTo>
                  <a:lnTo>
                    <a:pt x="264895" y="376802"/>
                  </a:lnTo>
                  <a:lnTo>
                    <a:pt x="225530" y="357106"/>
                  </a:lnTo>
                  <a:close/>
                  <a:moveTo>
                    <a:pt x="192598" y="19215"/>
                  </a:moveTo>
                  <a:lnTo>
                    <a:pt x="231003" y="19215"/>
                  </a:lnTo>
                  <a:cubicBezTo>
                    <a:pt x="278816" y="19215"/>
                    <a:pt x="317797" y="58029"/>
                    <a:pt x="317797" y="105681"/>
                  </a:cubicBezTo>
                  <a:lnTo>
                    <a:pt x="317797" y="113655"/>
                  </a:lnTo>
                  <a:lnTo>
                    <a:pt x="299747" y="87715"/>
                  </a:lnTo>
                  <a:cubicBezTo>
                    <a:pt x="298115" y="85410"/>
                    <a:pt x="295522" y="83872"/>
                    <a:pt x="292642" y="83584"/>
                  </a:cubicBezTo>
                  <a:cubicBezTo>
                    <a:pt x="289762" y="83392"/>
                    <a:pt x="286977" y="84353"/>
                    <a:pt x="284961" y="86466"/>
                  </a:cubicBezTo>
                  <a:cubicBezTo>
                    <a:pt x="265471" y="106354"/>
                    <a:pt x="242908" y="115289"/>
                    <a:pt x="211801" y="115289"/>
                  </a:cubicBezTo>
                  <a:cubicBezTo>
                    <a:pt x="180693" y="115289"/>
                    <a:pt x="158034" y="106354"/>
                    <a:pt x="138544" y="86370"/>
                  </a:cubicBezTo>
                  <a:cubicBezTo>
                    <a:pt x="136528" y="84353"/>
                    <a:pt x="133744" y="83296"/>
                    <a:pt x="130863" y="83488"/>
                  </a:cubicBezTo>
                  <a:cubicBezTo>
                    <a:pt x="127983" y="83776"/>
                    <a:pt x="125391" y="85217"/>
                    <a:pt x="123758" y="87619"/>
                  </a:cubicBezTo>
                  <a:lnTo>
                    <a:pt x="106668" y="112695"/>
                  </a:lnTo>
                  <a:lnTo>
                    <a:pt x="106668" y="105681"/>
                  </a:lnTo>
                  <a:cubicBezTo>
                    <a:pt x="106572" y="58029"/>
                    <a:pt x="145169" y="19215"/>
                    <a:pt x="192598" y="19215"/>
                  </a:cubicBezTo>
                  <a:close/>
                  <a:moveTo>
                    <a:pt x="106572" y="169090"/>
                  </a:moveTo>
                  <a:lnTo>
                    <a:pt x="106572" y="146897"/>
                  </a:lnTo>
                  <a:lnTo>
                    <a:pt x="133263" y="107795"/>
                  </a:lnTo>
                  <a:cubicBezTo>
                    <a:pt x="154578" y="125953"/>
                    <a:pt x="179829" y="134503"/>
                    <a:pt x="211801" y="134503"/>
                  </a:cubicBezTo>
                  <a:cubicBezTo>
                    <a:pt x="243772" y="134503"/>
                    <a:pt x="269023" y="125953"/>
                    <a:pt x="290338" y="107699"/>
                  </a:cubicBezTo>
                  <a:lnTo>
                    <a:pt x="317797" y="147281"/>
                  </a:lnTo>
                  <a:lnTo>
                    <a:pt x="317797" y="169090"/>
                  </a:lnTo>
                  <a:cubicBezTo>
                    <a:pt x="317797" y="226638"/>
                    <a:pt x="270847" y="274771"/>
                    <a:pt x="211801" y="274771"/>
                  </a:cubicBezTo>
                  <a:cubicBezTo>
                    <a:pt x="153042" y="274771"/>
                    <a:pt x="106572" y="226734"/>
                    <a:pt x="106572" y="169090"/>
                  </a:cubicBezTo>
                  <a:close/>
                  <a:moveTo>
                    <a:pt x="151890" y="283226"/>
                  </a:moveTo>
                  <a:lnTo>
                    <a:pt x="197975" y="357010"/>
                  </a:lnTo>
                  <a:lnTo>
                    <a:pt x="158610" y="376706"/>
                  </a:lnTo>
                  <a:lnTo>
                    <a:pt x="127023" y="305611"/>
                  </a:lnTo>
                  <a:lnTo>
                    <a:pt x="151890" y="283226"/>
                  </a:lnTo>
                  <a:close/>
                  <a:moveTo>
                    <a:pt x="19202" y="389868"/>
                  </a:moveTo>
                  <a:cubicBezTo>
                    <a:pt x="19202" y="350285"/>
                    <a:pt x="67304" y="316083"/>
                    <a:pt x="109261" y="313009"/>
                  </a:cubicBezTo>
                  <a:lnTo>
                    <a:pt x="145169" y="393807"/>
                  </a:lnTo>
                  <a:cubicBezTo>
                    <a:pt x="146225" y="396208"/>
                    <a:pt x="148241" y="398034"/>
                    <a:pt x="150738" y="398899"/>
                  </a:cubicBezTo>
                  <a:cubicBezTo>
                    <a:pt x="153234" y="399763"/>
                    <a:pt x="155922" y="399667"/>
                    <a:pt x="158226" y="398418"/>
                  </a:cubicBezTo>
                  <a:lnTo>
                    <a:pt x="165043" y="394960"/>
                  </a:lnTo>
                  <a:lnTo>
                    <a:pt x="172820" y="419266"/>
                  </a:lnTo>
                  <a:lnTo>
                    <a:pt x="160339" y="472683"/>
                  </a:lnTo>
                  <a:lnTo>
                    <a:pt x="19202" y="472683"/>
                  </a:lnTo>
                  <a:lnTo>
                    <a:pt x="19202" y="389868"/>
                  </a:lnTo>
                  <a:close/>
                  <a:moveTo>
                    <a:pt x="404303" y="472683"/>
                  </a:moveTo>
                  <a:lnTo>
                    <a:pt x="262687" y="472683"/>
                  </a:lnTo>
                  <a:lnTo>
                    <a:pt x="250589" y="419458"/>
                  </a:lnTo>
                  <a:lnTo>
                    <a:pt x="258942" y="395344"/>
                  </a:lnTo>
                  <a:lnTo>
                    <a:pt x="265183" y="398514"/>
                  </a:lnTo>
                  <a:cubicBezTo>
                    <a:pt x="267583" y="399667"/>
                    <a:pt x="270271" y="399859"/>
                    <a:pt x="272672" y="398995"/>
                  </a:cubicBezTo>
                  <a:cubicBezTo>
                    <a:pt x="275168" y="398130"/>
                    <a:pt x="277184" y="396208"/>
                    <a:pt x="278240" y="393903"/>
                  </a:cubicBezTo>
                  <a:lnTo>
                    <a:pt x="314149" y="313105"/>
                  </a:lnTo>
                  <a:cubicBezTo>
                    <a:pt x="356201" y="316179"/>
                    <a:pt x="404207" y="350381"/>
                    <a:pt x="404207" y="389964"/>
                  </a:cubicBezTo>
                  <a:lnTo>
                    <a:pt x="404207" y="472683"/>
                  </a:lnTo>
                  <a:close/>
                </a:path>
              </a:pathLst>
            </a:custGeom>
            <a:solidFill>
              <a:srgbClr val="1D93C9"/>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96" name="Google Shape;696;g3b9d959519f_0_1378"/>
            <p:cNvSpPr/>
            <p:nvPr/>
          </p:nvSpPr>
          <p:spPr>
            <a:xfrm>
              <a:off x="4622933" y="8803696"/>
              <a:ext cx="57606" cy="19214"/>
            </a:xfrm>
            <a:custGeom>
              <a:rect b="b" l="l" r="r" t="t"/>
              <a:pathLst>
                <a:path extrusionOk="0" h="19214" w="57606">
                  <a:moveTo>
                    <a:pt x="48006" y="0"/>
                  </a:moveTo>
                  <a:lnTo>
                    <a:pt x="9601" y="0"/>
                  </a:lnTo>
                  <a:cubicBezTo>
                    <a:pt x="4321" y="0"/>
                    <a:pt x="0" y="4323"/>
                    <a:pt x="0" y="9607"/>
                  </a:cubicBezTo>
                  <a:cubicBezTo>
                    <a:pt x="0" y="14891"/>
                    <a:pt x="4321" y="19215"/>
                    <a:pt x="9601" y="19215"/>
                  </a:cubicBezTo>
                  <a:lnTo>
                    <a:pt x="48006" y="19215"/>
                  </a:lnTo>
                  <a:cubicBezTo>
                    <a:pt x="53286" y="19215"/>
                    <a:pt x="57607" y="14891"/>
                    <a:pt x="57607" y="9607"/>
                  </a:cubicBezTo>
                  <a:cubicBezTo>
                    <a:pt x="57607" y="4323"/>
                    <a:pt x="53286" y="0"/>
                    <a:pt x="48006" y="0"/>
                  </a:cubicBezTo>
                  <a:close/>
                </a:path>
              </a:pathLst>
            </a:custGeom>
            <a:solidFill>
              <a:srgbClr val="1D93C9"/>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97" name="Google Shape;697;g3b9d959519f_0_1378"/>
            <p:cNvSpPr/>
            <p:nvPr/>
          </p:nvSpPr>
          <p:spPr>
            <a:xfrm>
              <a:off x="4699166" y="8803696"/>
              <a:ext cx="19202" cy="19214"/>
            </a:xfrm>
            <a:custGeom>
              <a:rect b="b" l="l" r="r" t="t"/>
              <a:pathLst>
                <a:path extrusionOk="0" h="19214" w="19202">
                  <a:moveTo>
                    <a:pt x="9601" y="0"/>
                  </a:moveTo>
                  <a:cubicBezTo>
                    <a:pt x="14882" y="0"/>
                    <a:pt x="19202" y="4323"/>
                    <a:pt x="19202" y="9607"/>
                  </a:cubicBezTo>
                  <a:cubicBezTo>
                    <a:pt x="19202" y="14891"/>
                    <a:pt x="14882" y="19215"/>
                    <a:pt x="9601" y="19215"/>
                  </a:cubicBezTo>
                  <a:cubicBezTo>
                    <a:pt x="4321" y="19215"/>
                    <a:pt x="0" y="14891"/>
                    <a:pt x="0" y="9607"/>
                  </a:cubicBezTo>
                  <a:cubicBezTo>
                    <a:pt x="0" y="4323"/>
                    <a:pt x="4321" y="0"/>
                    <a:pt x="9601" y="0"/>
                  </a:cubicBezTo>
                  <a:close/>
                </a:path>
              </a:pathLst>
            </a:custGeom>
            <a:solidFill>
              <a:srgbClr val="1D93C9"/>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698" name="Google Shape;698;g3b9d959519f_0_1378"/>
            <p:cNvSpPr/>
            <p:nvPr/>
          </p:nvSpPr>
          <p:spPr>
            <a:xfrm>
              <a:off x="4713650" y="8599447"/>
              <a:ext cx="171099" cy="125652"/>
            </a:xfrm>
            <a:custGeom>
              <a:rect b="b" l="l" r="r" t="t"/>
              <a:pathLst>
                <a:path extrusionOk="0" h="125652" w="171099">
                  <a:moveTo>
                    <a:pt x="168594" y="2506"/>
                  </a:moveTo>
                  <a:cubicBezTo>
                    <a:pt x="165253" y="-835"/>
                    <a:pt x="159836" y="-835"/>
                    <a:pt x="156495" y="2506"/>
                  </a:cubicBezTo>
                  <a:lnTo>
                    <a:pt x="54001" y="105000"/>
                  </a:lnTo>
                  <a:lnTo>
                    <a:pt x="14604" y="65604"/>
                  </a:lnTo>
                  <a:cubicBezTo>
                    <a:pt x="11264" y="62262"/>
                    <a:pt x="5847" y="62263"/>
                    <a:pt x="2506" y="65604"/>
                  </a:cubicBezTo>
                  <a:cubicBezTo>
                    <a:pt x="-835" y="68944"/>
                    <a:pt x="-835" y="74361"/>
                    <a:pt x="2506" y="77702"/>
                  </a:cubicBezTo>
                  <a:lnTo>
                    <a:pt x="47952" y="123147"/>
                  </a:lnTo>
                  <a:cubicBezTo>
                    <a:pt x="51292" y="126488"/>
                    <a:pt x="56712" y="126486"/>
                    <a:pt x="60051" y="123147"/>
                  </a:cubicBezTo>
                  <a:lnTo>
                    <a:pt x="168594" y="14604"/>
                  </a:lnTo>
                  <a:cubicBezTo>
                    <a:pt x="171935" y="11264"/>
                    <a:pt x="171934" y="5847"/>
                    <a:pt x="168594" y="2506"/>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grpSp>
      <p:sp>
        <p:nvSpPr>
          <p:cNvPr id="699" name="Google Shape;699;g3b9d959519f_0_1378"/>
          <p:cNvSpPr/>
          <p:nvPr/>
        </p:nvSpPr>
        <p:spPr>
          <a:xfrm>
            <a:off x="3819147" y="1255110"/>
            <a:ext cx="1716600" cy="605100"/>
          </a:xfrm>
          <a:prstGeom prst="rect">
            <a:avLst/>
          </a:prstGeom>
          <a:solidFill>
            <a:srgbClr val="1D93C9"/>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884"/>
              <a:buFont typeface="Arial"/>
              <a:buNone/>
            </a:pPr>
            <a:r>
              <a:rPr b="1" i="0" lang="vi" sz="884" u="none" cap="none" strike="noStrike">
                <a:solidFill>
                  <a:srgbClr val="FFFFFF"/>
                </a:solidFill>
                <a:latin typeface="Lato"/>
                <a:ea typeface="Lato"/>
                <a:cs typeface="Lato"/>
                <a:sym typeface="Lato"/>
              </a:rPr>
              <a:t>テクニカルリーダー：専門分野または横断的プロジェクトのエキスパート</a:t>
            </a:r>
            <a:r>
              <a:rPr b="0" i="0" lang="vi" sz="884" u="none" cap="none" strike="noStrike">
                <a:solidFill>
                  <a:srgbClr val="FFFFFF"/>
                </a:solidFill>
                <a:latin typeface="Lato"/>
                <a:ea typeface="Lato"/>
                <a:cs typeface="Lato"/>
                <a:sym typeface="Lato"/>
              </a:rPr>
              <a:t/>
            </a:r>
            <a:endParaRPr b="0" i="0" sz="687" u="none" cap="none" strike="noStrike">
              <a:solidFill>
                <a:srgbClr val="000000"/>
              </a:solidFill>
              <a:latin typeface="Lato"/>
              <a:ea typeface="Lato"/>
              <a:cs typeface="Lato"/>
              <a:sym typeface="Lato"/>
            </a:endParaRPr>
          </a:p>
        </p:txBody>
      </p:sp>
      <p:sp>
        <p:nvSpPr>
          <p:cNvPr id="700" name="Google Shape;700;g3b9d959519f_0_1378"/>
          <p:cNvSpPr/>
          <p:nvPr/>
        </p:nvSpPr>
        <p:spPr>
          <a:xfrm>
            <a:off x="3831667" y="1953808"/>
            <a:ext cx="1677300" cy="257100"/>
          </a:xfrm>
          <a:prstGeom prst="rect">
            <a:avLst/>
          </a:prstGeom>
          <a:noFill/>
          <a:ln>
            <a:noFill/>
          </a:ln>
        </p:spPr>
        <p:txBody>
          <a:bodyPr anchorCtr="0" anchor="t" bIns="22475" lIns="44925" spcFirstLastPara="1" rIns="44925" wrap="square" tIns="22475">
            <a:noAutofit/>
          </a:bodyPr>
          <a:lstStyle/>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必要に応じてステアリングコミッティに参加</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アーキテクチャ・標準に関する技術決定者</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技術リスクのエスカレーション窓口</a:t>
            </a:r>
            <a:endParaRPr b="0" i="0" sz="687" u="none" cap="none" strike="noStrike">
              <a:solidFill>
                <a:srgbClr val="063C67"/>
              </a:solidFill>
              <a:latin typeface="Lato"/>
              <a:ea typeface="Lato"/>
              <a:cs typeface="Lato"/>
              <a:sym typeface="Lato"/>
            </a:endParaRPr>
          </a:p>
        </p:txBody>
      </p:sp>
      <p:sp>
        <p:nvSpPr>
          <p:cNvPr id="701" name="Google Shape;701;g3b9d959519f_0_1378"/>
          <p:cNvSpPr/>
          <p:nvPr/>
        </p:nvSpPr>
        <p:spPr>
          <a:xfrm>
            <a:off x="3838845" y="4213048"/>
            <a:ext cx="1721100" cy="892500"/>
          </a:xfrm>
          <a:prstGeom prst="rect">
            <a:avLst/>
          </a:prstGeom>
          <a:noFill/>
          <a:ln>
            <a:noFill/>
          </a:ln>
        </p:spPr>
        <p:txBody>
          <a:bodyPr anchorCtr="0" anchor="t" bIns="22475" lIns="44925" spcFirstLastPara="1" rIns="44925" wrap="square" tIns="22475">
            <a:noAutofit/>
          </a:bodyPr>
          <a:lstStyle/>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システム思考・アーキテクチャ設計</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技術メンタリング・コーチング</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制約下での意思決定</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非技術者とのコミュニケーション</a:t>
            </a:r>
            <a:endParaRPr b="0" i="0" sz="687" u="none" cap="none" strike="noStrike">
              <a:solidFill>
                <a:srgbClr val="000000"/>
              </a:solidFill>
              <a:latin typeface="Lato"/>
              <a:ea typeface="Lato"/>
              <a:cs typeface="Lato"/>
              <a:sym typeface="Lato"/>
            </a:endParaRPr>
          </a:p>
        </p:txBody>
      </p:sp>
      <p:sp>
        <p:nvSpPr>
          <p:cNvPr id="702" name="Google Shape;702;g3b9d959519f_0_1378"/>
          <p:cNvSpPr/>
          <p:nvPr/>
        </p:nvSpPr>
        <p:spPr>
          <a:xfrm>
            <a:off x="3831667" y="3066586"/>
            <a:ext cx="1728300" cy="1104000"/>
          </a:xfrm>
          <a:prstGeom prst="rect">
            <a:avLst/>
          </a:prstGeom>
          <a:noFill/>
          <a:ln>
            <a:noFill/>
          </a:ln>
        </p:spPr>
        <p:txBody>
          <a:bodyPr anchorCtr="0" anchor="t" bIns="22475" lIns="44925" spcFirstLastPara="1" rIns="44925" wrap="square" tIns="22475">
            <a:noAutofit/>
          </a:bodyPr>
          <a:lstStyle/>
          <a:p>
            <a:pPr indent="-126366" lvl="0" marL="126366"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データベースアーキテクチャの準備とプロジェクト構造の初期化</a:t>
            </a:r>
            <a:endParaRPr b="0" i="0" sz="687" u="none" cap="none" strike="noStrike">
              <a:solidFill>
                <a:srgbClr val="000000"/>
              </a:solidFill>
              <a:latin typeface="Lato"/>
              <a:ea typeface="Lato"/>
              <a:cs typeface="Lato"/>
              <a:sym typeface="Lato"/>
            </a:endParaRPr>
          </a:p>
          <a:p>
            <a:pPr indent="-126366" lvl="0" marL="126366"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キャリアワークショップへの参加</a:t>
            </a:r>
            <a:endParaRPr b="0" i="0" sz="687" u="none" cap="none" strike="noStrike">
              <a:solidFill>
                <a:srgbClr val="063C67"/>
              </a:solidFill>
              <a:latin typeface="Lato"/>
              <a:ea typeface="Lato"/>
              <a:cs typeface="Lato"/>
              <a:sym typeface="Lato"/>
            </a:endParaRPr>
          </a:p>
          <a:p>
            <a:pPr indent="-126366" lvl="0" marL="126366"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プロジェクト参加と全技術活動の検証</a:t>
            </a:r>
            <a:endParaRPr b="0" i="0" sz="687" u="none" cap="none" strike="noStrike">
              <a:solidFill>
                <a:srgbClr val="063C67"/>
              </a:solidFill>
              <a:latin typeface="Lato"/>
              <a:ea typeface="Lato"/>
              <a:cs typeface="Lato"/>
              <a:sym typeface="Lato"/>
            </a:endParaRPr>
          </a:p>
          <a:p>
            <a:pPr indent="-126366" lvl="0" marL="126366"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アドバイザリー役割の提供</a:t>
            </a:r>
            <a:endParaRPr b="0" i="0" sz="687" u="none" cap="none" strike="noStrike">
              <a:solidFill>
                <a:srgbClr val="063C67"/>
              </a:solidFill>
              <a:latin typeface="Lato"/>
              <a:ea typeface="Lato"/>
              <a:cs typeface="Lato"/>
              <a:sym typeface="Lato"/>
            </a:endParaRPr>
          </a:p>
          <a:p>
            <a:pPr indent="-126366" lvl="0" marL="126366"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必要となる技術・機能文書の作成</a:t>
            </a:r>
            <a:endParaRPr b="0" i="0" sz="687" u="none" cap="none" strike="noStrike">
              <a:solidFill>
                <a:srgbClr val="063C67"/>
              </a:solidFill>
              <a:latin typeface="Lato"/>
              <a:ea typeface="Lato"/>
              <a:cs typeface="Lato"/>
              <a:sym typeface="Lato"/>
            </a:endParaRPr>
          </a:p>
        </p:txBody>
      </p:sp>
      <p:cxnSp>
        <p:nvCxnSpPr>
          <p:cNvPr id="703" name="Google Shape;703;g3b9d959519f_0_1378"/>
          <p:cNvCxnSpPr/>
          <p:nvPr/>
        </p:nvCxnSpPr>
        <p:spPr>
          <a:xfrm>
            <a:off x="1909258" y="3028130"/>
            <a:ext cx="7234500" cy="0"/>
          </a:xfrm>
          <a:prstGeom prst="straightConnector1">
            <a:avLst/>
          </a:prstGeom>
          <a:noFill/>
          <a:ln cap="flat" cmpd="sng" w="9525">
            <a:solidFill>
              <a:srgbClr val="FFFFFF"/>
            </a:solidFill>
            <a:prstDash val="dash"/>
            <a:miter lim="800000"/>
            <a:headEnd len="sm" w="sm" type="none"/>
            <a:tailEnd len="sm" w="sm" type="none"/>
          </a:ln>
        </p:spPr>
      </p:cxnSp>
      <p:cxnSp>
        <p:nvCxnSpPr>
          <p:cNvPr id="704" name="Google Shape;704;g3b9d959519f_0_1378"/>
          <p:cNvCxnSpPr/>
          <p:nvPr/>
        </p:nvCxnSpPr>
        <p:spPr>
          <a:xfrm>
            <a:off x="1909258" y="4170567"/>
            <a:ext cx="7234500" cy="0"/>
          </a:xfrm>
          <a:prstGeom prst="straightConnector1">
            <a:avLst/>
          </a:prstGeom>
          <a:noFill/>
          <a:ln cap="flat" cmpd="sng" w="9525">
            <a:solidFill>
              <a:srgbClr val="FFFFFF"/>
            </a:solidFill>
            <a:prstDash val="dash"/>
            <a:miter lim="800000"/>
            <a:headEnd len="sm" w="sm" type="none"/>
            <a:tailEnd len="sm" w="sm" type="none"/>
          </a:ln>
        </p:spPr>
      </p:cxnSp>
      <p:cxnSp>
        <p:nvCxnSpPr>
          <p:cNvPr id="705" name="Google Shape;705;g3b9d959519f_0_1378"/>
          <p:cNvCxnSpPr/>
          <p:nvPr/>
        </p:nvCxnSpPr>
        <p:spPr>
          <a:xfrm>
            <a:off x="3791915" y="1902187"/>
            <a:ext cx="0" cy="3201600"/>
          </a:xfrm>
          <a:prstGeom prst="straightConnector1">
            <a:avLst/>
          </a:prstGeom>
          <a:noFill/>
          <a:ln cap="flat" cmpd="sng" w="18725">
            <a:solidFill>
              <a:srgbClr val="FFFFFF"/>
            </a:solidFill>
            <a:prstDash val="solid"/>
            <a:miter lim="800000"/>
            <a:headEnd len="sm" w="sm" type="none"/>
            <a:tailEnd len="sm" w="sm" type="none"/>
          </a:ln>
        </p:spPr>
      </p:cxnSp>
      <p:sp>
        <p:nvSpPr>
          <p:cNvPr id="706" name="Google Shape;706;g3b9d959519f_0_1378"/>
          <p:cNvSpPr/>
          <p:nvPr/>
        </p:nvSpPr>
        <p:spPr>
          <a:xfrm>
            <a:off x="5602880" y="1248340"/>
            <a:ext cx="1680300" cy="611700"/>
          </a:xfrm>
          <a:prstGeom prst="rect">
            <a:avLst/>
          </a:prstGeom>
          <a:solidFill>
            <a:srgbClr val="7ECBEE"/>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884"/>
              <a:buFont typeface="Arial"/>
              <a:buNone/>
            </a:pPr>
            <a:r>
              <a:rPr b="1" i="0" lang="vi" sz="884" u="none" cap="none" strike="noStrike">
                <a:solidFill>
                  <a:srgbClr val="FFFFFF"/>
                </a:solidFill>
                <a:latin typeface="Lato"/>
                <a:ea typeface="Lato"/>
                <a:cs typeface="Lato"/>
                <a:sym typeface="Lato"/>
              </a:rPr>
              <a:t>ブリッジSE（BrSE）：顧客とデリバリーチーム間の橋渡し役</a:t>
            </a:r>
            <a:r>
              <a:rPr b="0" i="0" lang="vi" sz="884" u="none" cap="none" strike="noStrike">
                <a:solidFill>
                  <a:srgbClr val="FFFFFF"/>
                </a:solidFill>
                <a:latin typeface="Lato"/>
                <a:ea typeface="Lato"/>
                <a:cs typeface="Lato"/>
                <a:sym typeface="Lato"/>
              </a:rPr>
              <a:t/>
            </a:r>
            <a:endParaRPr b="0" i="0" sz="687" u="none" cap="none" strike="noStrike">
              <a:solidFill>
                <a:srgbClr val="000000"/>
              </a:solidFill>
              <a:latin typeface="Lato"/>
              <a:ea typeface="Lato"/>
              <a:cs typeface="Lato"/>
              <a:sym typeface="Lato"/>
            </a:endParaRPr>
          </a:p>
        </p:txBody>
      </p:sp>
      <p:cxnSp>
        <p:nvCxnSpPr>
          <p:cNvPr id="707" name="Google Shape;707;g3b9d959519f_0_1378"/>
          <p:cNvCxnSpPr/>
          <p:nvPr/>
        </p:nvCxnSpPr>
        <p:spPr>
          <a:xfrm>
            <a:off x="5562613" y="1891859"/>
            <a:ext cx="0" cy="3219300"/>
          </a:xfrm>
          <a:prstGeom prst="straightConnector1">
            <a:avLst/>
          </a:prstGeom>
          <a:noFill/>
          <a:ln cap="flat" cmpd="sng" w="18725">
            <a:solidFill>
              <a:srgbClr val="FFFFFF"/>
            </a:solidFill>
            <a:prstDash val="solid"/>
            <a:miter lim="800000"/>
            <a:headEnd len="sm" w="sm" type="none"/>
            <a:tailEnd len="sm" w="sm" type="none"/>
          </a:ln>
        </p:spPr>
      </p:cxnSp>
      <p:sp>
        <p:nvSpPr>
          <p:cNvPr id="708" name="Google Shape;708;g3b9d959519f_0_1378"/>
          <p:cNvSpPr/>
          <p:nvPr/>
        </p:nvSpPr>
        <p:spPr>
          <a:xfrm>
            <a:off x="5616562" y="1930054"/>
            <a:ext cx="1607400" cy="574800"/>
          </a:xfrm>
          <a:prstGeom prst="rect">
            <a:avLst/>
          </a:prstGeom>
          <a:noFill/>
          <a:ln>
            <a:noFill/>
          </a:ln>
        </p:spPr>
        <p:txBody>
          <a:bodyPr anchorCtr="0" anchor="t" bIns="22475" lIns="44925" spcFirstLastPara="1" rIns="44925" wrap="square" tIns="22475">
            <a:noAutofit/>
          </a:bodyPr>
          <a:lstStyle/>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コミュニケーション橋渡し</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優先順位・制約の明確化</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PMのステークホルダー対応支援</a:t>
            </a:r>
            <a:endParaRPr b="0" i="0" sz="687" u="none" cap="none" strike="noStrike">
              <a:solidFill>
                <a:srgbClr val="063C67"/>
              </a:solidFill>
              <a:latin typeface="Lato"/>
              <a:ea typeface="Lato"/>
              <a:cs typeface="Lato"/>
              <a:sym typeface="Lato"/>
            </a:endParaRPr>
          </a:p>
        </p:txBody>
      </p:sp>
      <p:sp>
        <p:nvSpPr>
          <p:cNvPr id="709" name="Google Shape;709;g3b9d959519f_0_1378"/>
          <p:cNvSpPr txBox="1"/>
          <p:nvPr/>
        </p:nvSpPr>
        <p:spPr>
          <a:xfrm>
            <a:off x="5586930" y="3032188"/>
            <a:ext cx="1636800" cy="786600"/>
          </a:xfrm>
          <a:prstGeom prst="rect">
            <a:avLst/>
          </a:prstGeom>
          <a:noFill/>
          <a:ln>
            <a:noFill/>
          </a:ln>
        </p:spPr>
        <p:txBody>
          <a:bodyPr anchorCtr="0" anchor="t" bIns="22475" lIns="44925" spcFirstLastPara="1" rIns="44925" wrap="square" tIns="22475">
            <a:spAutoFit/>
          </a:bodyPr>
          <a:lstStyle/>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要件翻訳（業務→技術</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バックログ整理支援</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日々のQ&amp;A対応</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課題明確化・影響分析</a:t>
            </a:r>
            <a:endParaRPr b="0" i="0" sz="687" u="none" cap="none" strike="noStrike">
              <a:solidFill>
                <a:srgbClr val="063C67"/>
              </a:solidFill>
              <a:latin typeface="Lato"/>
              <a:ea typeface="Lato"/>
              <a:cs typeface="Lato"/>
              <a:sym typeface="Lato"/>
            </a:endParaRPr>
          </a:p>
        </p:txBody>
      </p:sp>
      <p:sp>
        <p:nvSpPr>
          <p:cNvPr id="710" name="Google Shape;710;g3b9d959519f_0_1378"/>
          <p:cNvSpPr/>
          <p:nvPr/>
        </p:nvSpPr>
        <p:spPr>
          <a:xfrm>
            <a:off x="5606749" y="4194176"/>
            <a:ext cx="1616700" cy="363000"/>
          </a:xfrm>
          <a:prstGeom prst="rect">
            <a:avLst/>
          </a:prstGeom>
          <a:noFill/>
          <a:ln>
            <a:noFill/>
          </a:ln>
        </p:spPr>
        <p:txBody>
          <a:bodyPr anchorCtr="0" anchor="t" bIns="22475" lIns="44925" spcFirstLastPara="1" rIns="44925" wrap="square" tIns="22475">
            <a:noAutofit/>
          </a:bodyPr>
          <a:lstStyle/>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バイリンガル（日本語</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要件分析・ドキュメント作成</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日本文化への理解</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 ファシリテーション</a:t>
            </a:r>
            <a:endParaRPr b="0" i="0" sz="687" u="none" cap="none" strike="noStrike">
              <a:solidFill>
                <a:srgbClr val="063C67"/>
              </a:solidFill>
              <a:latin typeface="Lato"/>
              <a:ea typeface="Lato"/>
              <a:cs typeface="Lato"/>
              <a:sym typeface="Lato"/>
            </a:endParaRPr>
          </a:p>
        </p:txBody>
      </p:sp>
      <p:sp>
        <p:nvSpPr>
          <p:cNvPr id="711" name="Google Shape;711;g3b9d959519f_0_1378"/>
          <p:cNvSpPr/>
          <p:nvPr/>
        </p:nvSpPr>
        <p:spPr>
          <a:xfrm>
            <a:off x="7412024" y="1224459"/>
            <a:ext cx="1221000" cy="181500"/>
          </a:xfrm>
          <a:prstGeom prst="rect">
            <a:avLst/>
          </a:prstGeom>
          <a:noFill/>
          <a:ln>
            <a:noFill/>
          </a:ln>
        </p:spPr>
        <p:txBody>
          <a:bodyPr anchorCtr="0" anchor="t"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884"/>
              <a:buFont typeface="Arial"/>
              <a:buNone/>
            </a:pPr>
            <a:r>
              <a:rPr b="1" i="0" lang="vi" sz="884" u="none" cap="none" strike="noStrike">
                <a:solidFill>
                  <a:srgbClr val="FFC800"/>
                </a:solidFill>
                <a:latin typeface="Calibri"/>
                <a:ea typeface="Calibri"/>
                <a:cs typeface="Calibri"/>
                <a:sym typeface="Calibri"/>
              </a:rPr>
              <a:t>スクラムマスター</a:t>
            </a:r>
            <a:endParaRPr b="0" i="0" sz="687" u="none" cap="none" strike="noStrike">
              <a:solidFill>
                <a:srgbClr val="000000"/>
              </a:solidFill>
              <a:latin typeface="Arial"/>
              <a:ea typeface="Arial"/>
              <a:cs typeface="Arial"/>
              <a:sym typeface="Arial"/>
            </a:endParaRPr>
          </a:p>
        </p:txBody>
      </p:sp>
      <p:grpSp>
        <p:nvGrpSpPr>
          <p:cNvPr id="712" name="Google Shape;712;g3b9d959519f_0_1378"/>
          <p:cNvGrpSpPr/>
          <p:nvPr/>
        </p:nvGrpSpPr>
        <p:grpSpPr>
          <a:xfrm>
            <a:off x="6203336" y="769664"/>
            <a:ext cx="572249" cy="449300"/>
            <a:chOff x="4334323" y="8375207"/>
            <a:chExt cx="597836" cy="491898"/>
          </a:xfrm>
        </p:grpSpPr>
        <p:sp>
          <p:nvSpPr>
            <p:cNvPr id="713" name="Google Shape;713;g3b9d959519f_0_1378"/>
            <p:cNvSpPr/>
            <p:nvPr/>
          </p:nvSpPr>
          <p:spPr>
            <a:xfrm>
              <a:off x="4665459" y="8526631"/>
              <a:ext cx="266700" cy="266700"/>
            </a:xfrm>
            <a:prstGeom prst="ellipse">
              <a:avLst/>
            </a:prstGeom>
            <a:solidFill>
              <a:srgbClr val="7ECBEE"/>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884"/>
                <a:buFont typeface="Arial"/>
                <a:buNone/>
              </a:pPr>
              <a:r>
                <a:t/>
              </a:r>
              <a:endParaRPr b="0" i="0" sz="884" u="none" cap="none" strike="noStrike">
                <a:solidFill>
                  <a:srgbClr val="FFFFFF"/>
                </a:solidFill>
                <a:latin typeface="Calibri"/>
                <a:ea typeface="Calibri"/>
                <a:cs typeface="Calibri"/>
                <a:sym typeface="Calibri"/>
              </a:endParaRPr>
            </a:p>
          </p:txBody>
        </p:sp>
        <p:sp>
          <p:nvSpPr>
            <p:cNvPr id="714" name="Google Shape;714;g3b9d959519f_0_1378"/>
            <p:cNvSpPr/>
            <p:nvPr/>
          </p:nvSpPr>
          <p:spPr>
            <a:xfrm>
              <a:off x="4334323" y="8375207"/>
              <a:ext cx="423505" cy="491898"/>
            </a:xfrm>
            <a:custGeom>
              <a:rect b="b" l="l" r="r" t="t"/>
              <a:pathLst>
                <a:path extrusionOk="0" h="491898" w="423505">
                  <a:moveTo>
                    <a:pt x="423505" y="389868"/>
                  </a:moveTo>
                  <a:cubicBezTo>
                    <a:pt x="423505" y="337027"/>
                    <a:pt x="363402" y="295619"/>
                    <a:pt x="311844" y="293602"/>
                  </a:cubicBezTo>
                  <a:lnTo>
                    <a:pt x="285537" y="269967"/>
                  </a:lnTo>
                  <a:cubicBezTo>
                    <a:pt x="317605" y="246622"/>
                    <a:pt x="336999" y="209057"/>
                    <a:pt x="336999" y="169090"/>
                  </a:cubicBezTo>
                  <a:lnTo>
                    <a:pt x="336999" y="105681"/>
                  </a:lnTo>
                  <a:cubicBezTo>
                    <a:pt x="336999" y="47364"/>
                    <a:pt x="289474" y="0"/>
                    <a:pt x="231003" y="0"/>
                  </a:cubicBezTo>
                  <a:lnTo>
                    <a:pt x="192598" y="0"/>
                  </a:lnTo>
                  <a:cubicBezTo>
                    <a:pt x="134224" y="0"/>
                    <a:pt x="87370" y="47268"/>
                    <a:pt x="87370" y="105681"/>
                  </a:cubicBezTo>
                  <a:lnTo>
                    <a:pt x="87370" y="169090"/>
                  </a:lnTo>
                  <a:cubicBezTo>
                    <a:pt x="87370" y="208961"/>
                    <a:pt x="106572" y="246429"/>
                    <a:pt x="138160" y="269775"/>
                  </a:cubicBezTo>
                  <a:lnTo>
                    <a:pt x="111661" y="293602"/>
                  </a:lnTo>
                  <a:cubicBezTo>
                    <a:pt x="60199" y="295523"/>
                    <a:pt x="0" y="336931"/>
                    <a:pt x="0" y="389868"/>
                  </a:cubicBezTo>
                  <a:lnTo>
                    <a:pt x="0" y="482291"/>
                  </a:lnTo>
                  <a:cubicBezTo>
                    <a:pt x="0" y="487575"/>
                    <a:pt x="4321" y="491898"/>
                    <a:pt x="9601" y="491898"/>
                  </a:cubicBezTo>
                  <a:lnTo>
                    <a:pt x="413904" y="491898"/>
                  </a:lnTo>
                  <a:cubicBezTo>
                    <a:pt x="419185" y="491898"/>
                    <a:pt x="423505" y="487575"/>
                    <a:pt x="423505" y="482291"/>
                  </a:cubicBezTo>
                  <a:lnTo>
                    <a:pt x="423505" y="389868"/>
                  </a:lnTo>
                  <a:close/>
                  <a:moveTo>
                    <a:pt x="190486" y="428489"/>
                  </a:moveTo>
                  <a:lnTo>
                    <a:pt x="232923" y="428489"/>
                  </a:lnTo>
                  <a:lnTo>
                    <a:pt x="243004" y="472683"/>
                  </a:lnTo>
                  <a:lnTo>
                    <a:pt x="180117" y="472683"/>
                  </a:lnTo>
                  <a:lnTo>
                    <a:pt x="190486" y="428489"/>
                  </a:lnTo>
                  <a:close/>
                  <a:moveTo>
                    <a:pt x="233787" y="409275"/>
                  </a:moveTo>
                  <a:lnTo>
                    <a:pt x="189910" y="409275"/>
                  </a:lnTo>
                  <a:lnTo>
                    <a:pt x="182517" y="386313"/>
                  </a:lnTo>
                  <a:lnTo>
                    <a:pt x="211801" y="371710"/>
                  </a:lnTo>
                  <a:lnTo>
                    <a:pt x="241660" y="386697"/>
                  </a:lnTo>
                  <a:lnTo>
                    <a:pt x="233787" y="409275"/>
                  </a:lnTo>
                  <a:close/>
                  <a:moveTo>
                    <a:pt x="211705" y="342791"/>
                  </a:moveTo>
                  <a:lnTo>
                    <a:pt x="178293" y="289374"/>
                  </a:lnTo>
                  <a:cubicBezTo>
                    <a:pt x="189142" y="292353"/>
                    <a:pt x="200375" y="293986"/>
                    <a:pt x="211801" y="293986"/>
                  </a:cubicBezTo>
                  <a:cubicBezTo>
                    <a:pt x="223034" y="293986"/>
                    <a:pt x="234267" y="292449"/>
                    <a:pt x="245020" y="289470"/>
                  </a:cubicBezTo>
                  <a:lnTo>
                    <a:pt x="211705" y="342791"/>
                  </a:lnTo>
                  <a:close/>
                  <a:moveTo>
                    <a:pt x="225530" y="357106"/>
                  </a:moveTo>
                  <a:lnTo>
                    <a:pt x="271616" y="283322"/>
                  </a:lnTo>
                  <a:lnTo>
                    <a:pt x="296482" y="305707"/>
                  </a:lnTo>
                  <a:lnTo>
                    <a:pt x="264895" y="376802"/>
                  </a:lnTo>
                  <a:lnTo>
                    <a:pt x="225530" y="357106"/>
                  </a:lnTo>
                  <a:close/>
                  <a:moveTo>
                    <a:pt x="192598" y="19215"/>
                  </a:moveTo>
                  <a:lnTo>
                    <a:pt x="231003" y="19215"/>
                  </a:lnTo>
                  <a:cubicBezTo>
                    <a:pt x="278816" y="19215"/>
                    <a:pt x="317797" y="58029"/>
                    <a:pt x="317797" y="105681"/>
                  </a:cubicBezTo>
                  <a:lnTo>
                    <a:pt x="317797" y="113655"/>
                  </a:lnTo>
                  <a:lnTo>
                    <a:pt x="299747" y="87715"/>
                  </a:lnTo>
                  <a:cubicBezTo>
                    <a:pt x="298115" y="85410"/>
                    <a:pt x="295522" y="83872"/>
                    <a:pt x="292642" y="83584"/>
                  </a:cubicBezTo>
                  <a:cubicBezTo>
                    <a:pt x="289762" y="83392"/>
                    <a:pt x="286977" y="84353"/>
                    <a:pt x="284961" y="86466"/>
                  </a:cubicBezTo>
                  <a:cubicBezTo>
                    <a:pt x="265471" y="106354"/>
                    <a:pt x="242908" y="115289"/>
                    <a:pt x="211801" y="115289"/>
                  </a:cubicBezTo>
                  <a:cubicBezTo>
                    <a:pt x="180693" y="115289"/>
                    <a:pt x="158034" y="106354"/>
                    <a:pt x="138544" y="86370"/>
                  </a:cubicBezTo>
                  <a:cubicBezTo>
                    <a:pt x="136528" y="84353"/>
                    <a:pt x="133744" y="83296"/>
                    <a:pt x="130863" y="83488"/>
                  </a:cubicBezTo>
                  <a:cubicBezTo>
                    <a:pt x="127983" y="83776"/>
                    <a:pt x="125391" y="85217"/>
                    <a:pt x="123758" y="87619"/>
                  </a:cubicBezTo>
                  <a:lnTo>
                    <a:pt x="106668" y="112695"/>
                  </a:lnTo>
                  <a:lnTo>
                    <a:pt x="106668" y="105681"/>
                  </a:lnTo>
                  <a:cubicBezTo>
                    <a:pt x="106572" y="58029"/>
                    <a:pt x="145169" y="19215"/>
                    <a:pt x="192598" y="19215"/>
                  </a:cubicBezTo>
                  <a:close/>
                  <a:moveTo>
                    <a:pt x="106572" y="169090"/>
                  </a:moveTo>
                  <a:lnTo>
                    <a:pt x="106572" y="146897"/>
                  </a:lnTo>
                  <a:lnTo>
                    <a:pt x="133263" y="107795"/>
                  </a:lnTo>
                  <a:cubicBezTo>
                    <a:pt x="154578" y="125953"/>
                    <a:pt x="179829" y="134503"/>
                    <a:pt x="211801" y="134503"/>
                  </a:cubicBezTo>
                  <a:cubicBezTo>
                    <a:pt x="243772" y="134503"/>
                    <a:pt x="269023" y="125953"/>
                    <a:pt x="290338" y="107699"/>
                  </a:cubicBezTo>
                  <a:lnTo>
                    <a:pt x="317797" y="147281"/>
                  </a:lnTo>
                  <a:lnTo>
                    <a:pt x="317797" y="169090"/>
                  </a:lnTo>
                  <a:cubicBezTo>
                    <a:pt x="317797" y="226638"/>
                    <a:pt x="270847" y="274771"/>
                    <a:pt x="211801" y="274771"/>
                  </a:cubicBezTo>
                  <a:cubicBezTo>
                    <a:pt x="153042" y="274771"/>
                    <a:pt x="106572" y="226734"/>
                    <a:pt x="106572" y="169090"/>
                  </a:cubicBezTo>
                  <a:close/>
                  <a:moveTo>
                    <a:pt x="151890" y="283226"/>
                  </a:moveTo>
                  <a:lnTo>
                    <a:pt x="197975" y="357010"/>
                  </a:lnTo>
                  <a:lnTo>
                    <a:pt x="158610" y="376706"/>
                  </a:lnTo>
                  <a:lnTo>
                    <a:pt x="127023" y="305611"/>
                  </a:lnTo>
                  <a:lnTo>
                    <a:pt x="151890" y="283226"/>
                  </a:lnTo>
                  <a:close/>
                  <a:moveTo>
                    <a:pt x="19202" y="389868"/>
                  </a:moveTo>
                  <a:cubicBezTo>
                    <a:pt x="19202" y="350285"/>
                    <a:pt x="67304" y="316083"/>
                    <a:pt x="109261" y="313009"/>
                  </a:cubicBezTo>
                  <a:lnTo>
                    <a:pt x="145169" y="393807"/>
                  </a:lnTo>
                  <a:cubicBezTo>
                    <a:pt x="146225" y="396208"/>
                    <a:pt x="148241" y="398034"/>
                    <a:pt x="150738" y="398899"/>
                  </a:cubicBezTo>
                  <a:cubicBezTo>
                    <a:pt x="153234" y="399763"/>
                    <a:pt x="155922" y="399667"/>
                    <a:pt x="158226" y="398418"/>
                  </a:cubicBezTo>
                  <a:lnTo>
                    <a:pt x="165043" y="394960"/>
                  </a:lnTo>
                  <a:lnTo>
                    <a:pt x="172820" y="419266"/>
                  </a:lnTo>
                  <a:lnTo>
                    <a:pt x="160339" y="472683"/>
                  </a:lnTo>
                  <a:lnTo>
                    <a:pt x="19202" y="472683"/>
                  </a:lnTo>
                  <a:lnTo>
                    <a:pt x="19202" y="389868"/>
                  </a:lnTo>
                  <a:close/>
                  <a:moveTo>
                    <a:pt x="404303" y="472683"/>
                  </a:moveTo>
                  <a:lnTo>
                    <a:pt x="262687" y="472683"/>
                  </a:lnTo>
                  <a:lnTo>
                    <a:pt x="250589" y="419458"/>
                  </a:lnTo>
                  <a:lnTo>
                    <a:pt x="258942" y="395344"/>
                  </a:lnTo>
                  <a:lnTo>
                    <a:pt x="265183" y="398514"/>
                  </a:lnTo>
                  <a:cubicBezTo>
                    <a:pt x="267583" y="399667"/>
                    <a:pt x="270271" y="399859"/>
                    <a:pt x="272672" y="398995"/>
                  </a:cubicBezTo>
                  <a:cubicBezTo>
                    <a:pt x="275168" y="398130"/>
                    <a:pt x="277184" y="396208"/>
                    <a:pt x="278240" y="393903"/>
                  </a:cubicBezTo>
                  <a:lnTo>
                    <a:pt x="314149" y="313105"/>
                  </a:lnTo>
                  <a:cubicBezTo>
                    <a:pt x="356201" y="316179"/>
                    <a:pt x="404207" y="350381"/>
                    <a:pt x="404207" y="389964"/>
                  </a:cubicBezTo>
                  <a:lnTo>
                    <a:pt x="404207" y="472683"/>
                  </a:ln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715" name="Google Shape;715;g3b9d959519f_0_1378"/>
            <p:cNvSpPr/>
            <p:nvPr/>
          </p:nvSpPr>
          <p:spPr>
            <a:xfrm>
              <a:off x="4622933" y="8803696"/>
              <a:ext cx="57606" cy="19214"/>
            </a:xfrm>
            <a:custGeom>
              <a:rect b="b" l="l" r="r" t="t"/>
              <a:pathLst>
                <a:path extrusionOk="0" h="19214" w="57606">
                  <a:moveTo>
                    <a:pt x="48006" y="0"/>
                  </a:moveTo>
                  <a:lnTo>
                    <a:pt x="9601" y="0"/>
                  </a:lnTo>
                  <a:cubicBezTo>
                    <a:pt x="4321" y="0"/>
                    <a:pt x="0" y="4323"/>
                    <a:pt x="0" y="9607"/>
                  </a:cubicBezTo>
                  <a:cubicBezTo>
                    <a:pt x="0" y="14891"/>
                    <a:pt x="4321" y="19215"/>
                    <a:pt x="9601" y="19215"/>
                  </a:cubicBezTo>
                  <a:lnTo>
                    <a:pt x="48006" y="19215"/>
                  </a:lnTo>
                  <a:cubicBezTo>
                    <a:pt x="53286" y="19215"/>
                    <a:pt x="57607" y="14891"/>
                    <a:pt x="57607" y="9607"/>
                  </a:cubicBezTo>
                  <a:cubicBezTo>
                    <a:pt x="57607" y="4323"/>
                    <a:pt x="53286" y="0"/>
                    <a:pt x="48006" y="0"/>
                  </a:cubicBez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716" name="Google Shape;716;g3b9d959519f_0_1378"/>
            <p:cNvSpPr/>
            <p:nvPr/>
          </p:nvSpPr>
          <p:spPr>
            <a:xfrm>
              <a:off x="4699166" y="8803696"/>
              <a:ext cx="19202" cy="19214"/>
            </a:xfrm>
            <a:custGeom>
              <a:rect b="b" l="l" r="r" t="t"/>
              <a:pathLst>
                <a:path extrusionOk="0" h="19214" w="19202">
                  <a:moveTo>
                    <a:pt x="9601" y="0"/>
                  </a:moveTo>
                  <a:cubicBezTo>
                    <a:pt x="14882" y="0"/>
                    <a:pt x="19202" y="4323"/>
                    <a:pt x="19202" y="9607"/>
                  </a:cubicBezTo>
                  <a:cubicBezTo>
                    <a:pt x="19202" y="14891"/>
                    <a:pt x="14882" y="19215"/>
                    <a:pt x="9601" y="19215"/>
                  </a:cubicBezTo>
                  <a:cubicBezTo>
                    <a:pt x="4321" y="19215"/>
                    <a:pt x="0" y="14891"/>
                    <a:pt x="0" y="9607"/>
                  </a:cubicBezTo>
                  <a:cubicBezTo>
                    <a:pt x="0" y="4323"/>
                    <a:pt x="4321" y="0"/>
                    <a:pt x="9601" y="0"/>
                  </a:cubicBez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717" name="Google Shape;717;g3b9d959519f_0_1378"/>
            <p:cNvSpPr/>
            <p:nvPr/>
          </p:nvSpPr>
          <p:spPr>
            <a:xfrm>
              <a:off x="4713650" y="8599447"/>
              <a:ext cx="171099" cy="125652"/>
            </a:xfrm>
            <a:custGeom>
              <a:rect b="b" l="l" r="r" t="t"/>
              <a:pathLst>
                <a:path extrusionOk="0" h="125652" w="171099">
                  <a:moveTo>
                    <a:pt x="168594" y="2506"/>
                  </a:moveTo>
                  <a:cubicBezTo>
                    <a:pt x="165253" y="-835"/>
                    <a:pt x="159836" y="-835"/>
                    <a:pt x="156495" y="2506"/>
                  </a:cubicBezTo>
                  <a:lnTo>
                    <a:pt x="54001" y="105000"/>
                  </a:lnTo>
                  <a:lnTo>
                    <a:pt x="14604" y="65604"/>
                  </a:lnTo>
                  <a:cubicBezTo>
                    <a:pt x="11264" y="62262"/>
                    <a:pt x="5847" y="62263"/>
                    <a:pt x="2506" y="65604"/>
                  </a:cubicBezTo>
                  <a:cubicBezTo>
                    <a:pt x="-835" y="68944"/>
                    <a:pt x="-835" y="74361"/>
                    <a:pt x="2506" y="77702"/>
                  </a:cubicBezTo>
                  <a:lnTo>
                    <a:pt x="47952" y="123147"/>
                  </a:lnTo>
                  <a:cubicBezTo>
                    <a:pt x="51292" y="126488"/>
                    <a:pt x="56712" y="126486"/>
                    <a:pt x="60051" y="123147"/>
                  </a:cubicBezTo>
                  <a:lnTo>
                    <a:pt x="168594" y="14604"/>
                  </a:lnTo>
                  <a:cubicBezTo>
                    <a:pt x="171935" y="11264"/>
                    <a:pt x="171934" y="5847"/>
                    <a:pt x="168594" y="2506"/>
                  </a:cubicBezTo>
                  <a:close/>
                </a:path>
              </a:pathLst>
            </a:custGeom>
            <a:solidFill>
              <a:srgbClr val="7ECBEE"/>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grpSp>
      <p:sp>
        <p:nvSpPr>
          <p:cNvPr id="718" name="Google Shape;718;g3b9d959519f_0_1378"/>
          <p:cNvSpPr/>
          <p:nvPr/>
        </p:nvSpPr>
        <p:spPr>
          <a:xfrm>
            <a:off x="7340713" y="1248340"/>
            <a:ext cx="1680300" cy="611700"/>
          </a:xfrm>
          <a:prstGeom prst="rect">
            <a:avLst/>
          </a:prstGeom>
          <a:solidFill>
            <a:srgbClr val="FFC800"/>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884"/>
              <a:buFont typeface="Arial"/>
              <a:buNone/>
            </a:pPr>
            <a:r>
              <a:rPr b="0" i="0" lang="vi" sz="884" u="none" cap="none" strike="noStrike">
                <a:solidFill>
                  <a:srgbClr val="FFFFFF"/>
                </a:solidFill>
                <a:latin typeface="Lato"/>
                <a:ea typeface="Lato"/>
                <a:cs typeface="Lato"/>
                <a:sym typeface="Lato"/>
              </a:rPr>
              <a:t>BAはお客様の機能的な橋渡し役となり、プロダクトの付加価値を管理します。</a:t>
            </a:r>
            <a:r>
              <a:rPr b="1" i="0" lang="vi" sz="884" u="none" cap="none" strike="noStrike">
                <a:solidFill>
                  <a:srgbClr val="FFFFFF"/>
                </a:solidFill>
                <a:latin typeface="Lato"/>
                <a:ea typeface="Lato"/>
                <a:cs typeface="Lato"/>
                <a:sym typeface="Lato"/>
              </a:rPr>
              <a:t/>
            </a:r>
            <a:r>
              <a:rPr b="0" i="0" lang="vi" sz="884" u="none" cap="none" strike="noStrike">
                <a:solidFill>
                  <a:srgbClr val="FFFFFF"/>
                </a:solidFill>
                <a:latin typeface="Lato"/>
                <a:ea typeface="Lato"/>
                <a:cs typeface="Lato"/>
                <a:sym typeface="Lato"/>
              </a:rPr>
              <a:t/>
            </a:r>
            <a:endParaRPr b="0" i="0" sz="687" u="none" cap="none" strike="noStrike">
              <a:solidFill>
                <a:srgbClr val="000000"/>
              </a:solidFill>
              <a:latin typeface="Lato"/>
              <a:ea typeface="Lato"/>
              <a:cs typeface="Lato"/>
              <a:sym typeface="Lato"/>
            </a:endParaRPr>
          </a:p>
        </p:txBody>
      </p:sp>
      <p:grpSp>
        <p:nvGrpSpPr>
          <p:cNvPr id="719" name="Google Shape;719;g3b9d959519f_0_1378"/>
          <p:cNvGrpSpPr/>
          <p:nvPr/>
        </p:nvGrpSpPr>
        <p:grpSpPr>
          <a:xfrm>
            <a:off x="7970165" y="769325"/>
            <a:ext cx="572249" cy="449300"/>
            <a:chOff x="4334323" y="8375207"/>
            <a:chExt cx="597836" cy="491898"/>
          </a:xfrm>
        </p:grpSpPr>
        <p:sp>
          <p:nvSpPr>
            <p:cNvPr id="720" name="Google Shape;720;g3b9d959519f_0_1378"/>
            <p:cNvSpPr/>
            <p:nvPr/>
          </p:nvSpPr>
          <p:spPr>
            <a:xfrm>
              <a:off x="4665459" y="8526631"/>
              <a:ext cx="266700" cy="266700"/>
            </a:xfrm>
            <a:prstGeom prst="ellipse">
              <a:avLst/>
            </a:prstGeom>
            <a:solidFill>
              <a:srgbClr val="FFC800"/>
            </a:solidFill>
            <a:ln>
              <a:noFill/>
            </a:ln>
          </p:spPr>
          <p:txBody>
            <a:bodyPr anchorCtr="0" anchor="ctr" bIns="22475" lIns="44925" spcFirstLastPara="1" rIns="44925" wrap="square" tIns="22475">
              <a:noAutofit/>
            </a:bodyPr>
            <a:lstStyle/>
            <a:p>
              <a:pPr indent="0" lvl="0" marL="0" marR="0" rtl="0" algn="ctr">
                <a:lnSpc>
                  <a:spcPct val="100000"/>
                </a:lnSpc>
                <a:spcBef>
                  <a:spcPts val="0"/>
                </a:spcBef>
                <a:spcAft>
                  <a:spcPts val="0"/>
                </a:spcAft>
                <a:buClr>
                  <a:srgbClr val="000000"/>
                </a:buClr>
                <a:buSzPts val="884"/>
                <a:buFont typeface="Arial"/>
                <a:buNone/>
              </a:pPr>
              <a:r>
                <a:t/>
              </a:r>
              <a:endParaRPr b="0" i="0" sz="884" u="none" cap="none" strike="noStrike">
                <a:solidFill>
                  <a:srgbClr val="FFFFFF"/>
                </a:solidFill>
                <a:latin typeface="Calibri"/>
                <a:ea typeface="Calibri"/>
                <a:cs typeface="Calibri"/>
                <a:sym typeface="Calibri"/>
              </a:endParaRPr>
            </a:p>
          </p:txBody>
        </p:sp>
        <p:sp>
          <p:nvSpPr>
            <p:cNvPr id="721" name="Google Shape;721;g3b9d959519f_0_1378"/>
            <p:cNvSpPr/>
            <p:nvPr/>
          </p:nvSpPr>
          <p:spPr>
            <a:xfrm>
              <a:off x="4334323" y="8375207"/>
              <a:ext cx="423505" cy="491898"/>
            </a:xfrm>
            <a:custGeom>
              <a:rect b="b" l="l" r="r" t="t"/>
              <a:pathLst>
                <a:path extrusionOk="0" h="491898" w="423505">
                  <a:moveTo>
                    <a:pt x="423505" y="389868"/>
                  </a:moveTo>
                  <a:cubicBezTo>
                    <a:pt x="423505" y="337027"/>
                    <a:pt x="363402" y="295619"/>
                    <a:pt x="311844" y="293602"/>
                  </a:cubicBezTo>
                  <a:lnTo>
                    <a:pt x="285537" y="269967"/>
                  </a:lnTo>
                  <a:cubicBezTo>
                    <a:pt x="317605" y="246622"/>
                    <a:pt x="336999" y="209057"/>
                    <a:pt x="336999" y="169090"/>
                  </a:cubicBezTo>
                  <a:lnTo>
                    <a:pt x="336999" y="105681"/>
                  </a:lnTo>
                  <a:cubicBezTo>
                    <a:pt x="336999" y="47364"/>
                    <a:pt x="289474" y="0"/>
                    <a:pt x="231003" y="0"/>
                  </a:cubicBezTo>
                  <a:lnTo>
                    <a:pt x="192598" y="0"/>
                  </a:lnTo>
                  <a:cubicBezTo>
                    <a:pt x="134224" y="0"/>
                    <a:pt x="87370" y="47268"/>
                    <a:pt x="87370" y="105681"/>
                  </a:cubicBezTo>
                  <a:lnTo>
                    <a:pt x="87370" y="169090"/>
                  </a:lnTo>
                  <a:cubicBezTo>
                    <a:pt x="87370" y="208961"/>
                    <a:pt x="106572" y="246429"/>
                    <a:pt x="138160" y="269775"/>
                  </a:cubicBezTo>
                  <a:lnTo>
                    <a:pt x="111661" y="293602"/>
                  </a:lnTo>
                  <a:cubicBezTo>
                    <a:pt x="60199" y="295523"/>
                    <a:pt x="0" y="336931"/>
                    <a:pt x="0" y="389868"/>
                  </a:cubicBezTo>
                  <a:lnTo>
                    <a:pt x="0" y="482291"/>
                  </a:lnTo>
                  <a:cubicBezTo>
                    <a:pt x="0" y="487575"/>
                    <a:pt x="4321" y="491898"/>
                    <a:pt x="9601" y="491898"/>
                  </a:cubicBezTo>
                  <a:lnTo>
                    <a:pt x="413904" y="491898"/>
                  </a:lnTo>
                  <a:cubicBezTo>
                    <a:pt x="419185" y="491898"/>
                    <a:pt x="423505" y="487575"/>
                    <a:pt x="423505" y="482291"/>
                  </a:cubicBezTo>
                  <a:lnTo>
                    <a:pt x="423505" y="389868"/>
                  </a:lnTo>
                  <a:close/>
                  <a:moveTo>
                    <a:pt x="190486" y="428489"/>
                  </a:moveTo>
                  <a:lnTo>
                    <a:pt x="232923" y="428489"/>
                  </a:lnTo>
                  <a:lnTo>
                    <a:pt x="243004" y="472683"/>
                  </a:lnTo>
                  <a:lnTo>
                    <a:pt x="180117" y="472683"/>
                  </a:lnTo>
                  <a:lnTo>
                    <a:pt x="190486" y="428489"/>
                  </a:lnTo>
                  <a:close/>
                  <a:moveTo>
                    <a:pt x="233787" y="409275"/>
                  </a:moveTo>
                  <a:lnTo>
                    <a:pt x="189910" y="409275"/>
                  </a:lnTo>
                  <a:lnTo>
                    <a:pt x="182517" y="386313"/>
                  </a:lnTo>
                  <a:lnTo>
                    <a:pt x="211801" y="371710"/>
                  </a:lnTo>
                  <a:lnTo>
                    <a:pt x="241660" y="386697"/>
                  </a:lnTo>
                  <a:lnTo>
                    <a:pt x="233787" y="409275"/>
                  </a:lnTo>
                  <a:close/>
                  <a:moveTo>
                    <a:pt x="211705" y="342791"/>
                  </a:moveTo>
                  <a:lnTo>
                    <a:pt x="178293" y="289374"/>
                  </a:lnTo>
                  <a:cubicBezTo>
                    <a:pt x="189142" y="292353"/>
                    <a:pt x="200375" y="293986"/>
                    <a:pt x="211801" y="293986"/>
                  </a:cubicBezTo>
                  <a:cubicBezTo>
                    <a:pt x="223034" y="293986"/>
                    <a:pt x="234267" y="292449"/>
                    <a:pt x="245020" y="289470"/>
                  </a:cubicBezTo>
                  <a:lnTo>
                    <a:pt x="211705" y="342791"/>
                  </a:lnTo>
                  <a:close/>
                  <a:moveTo>
                    <a:pt x="225530" y="357106"/>
                  </a:moveTo>
                  <a:lnTo>
                    <a:pt x="271616" y="283322"/>
                  </a:lnTo>
                  <a:lnTo>
                    <a:pt x="296482" y="305707"/>
                  </a:lnTo>
                  <a:lnTo>
                    <a:pt x="264895" y="376802"/>
                  </a:lnTo>
                  <a:lnTo>
                    <a:pt x="225530" y="357106"/>
                  </a:lnTo>
                  <a:close/>
                  <a:moveTo>
                    <a:pt x="192598" y="19215"/>
                  </a:moveTo>
                  <a:lnTo>
                    <a:pt x="231003" y="19215"/>
                  </a:lnTo>
                  <a:cubicBezTo>
                    <a:pt x="278816" y="19215"/>
                    <a:pt x="317797" y="58029"/>
                    <a:pt x="317797" y="105681"/>
                  </a:cubicBezTo>
                  <a:lnTo>
                    <a:pt x="317797" y="113655"/>
                  </a:lnTo>
                  <a:lnTo>
                    <a:pt x="299747" y="87715"/>
                  </a:lnTo>
                  <a:cubicBezTo>
                    <a:pt x="298115" y="85410"/>
                    <a:pt x="295522" y="83872"/>
                    <a:pt x="292642" y="83584"/>
                  </a:cubicBezTo>
                  <a:cubicBezTo>
                    <a:pt x="289762" y="83392"/>
                    <a:pt x="286977" y="84353"/>
                    <a:pt x="284961" y="86466"/>
                  </a:cubicBezTo>
                  <a:cubicBezTo>
                    <a:pt x="265471" y="106354"/>
                    <a:pt x="242908" y="115289"/>
                    <a:pt x="211801" y="115289"/>
                  </a:cubicBezTo>
                  <a:cubicBezTo>
                    <a:pt x="180693" y="115289"/>
                    <a:pt x="158034" y="106354"/>
                    <a:pt x="138544" y="86370"/>
                  </a:cubicBezTo>
                  <a:cubicBezTo>
                    <a:pt x="136528" y="84353"/>
                    <a:pt x="133744" y="83296"/>
                    <a:pt x="130863" y="83488"/>
                  </a:cubicBezTo>
                  <a:cubicBezTo>
                    <a:pt x="127983" y="83776"/>
                    <a:pt x="125391" y="85217"/>
                    <a:pt x="123758" y="87619"/>
                  </a:cubicBezTo>
                  <a:lnTo>
                    <a:pt x="106668" y="112695"/>
                  </a:lnTo>
                  <a:lnTo>
                    <a:pt x="106668" y="105681"/>
                  </a:lnTo>
                  <a:cubicBezTo>
                    <a:pt x="106572" y="58029"/>
                    <a:pt x="145169" y="19215"/>
                    <a:pt x="192598" y="19215"/>
                  </a:cubicBezTo>
                  <a:close/>
                  <a:moveTo>
                    <a:pt x="106572" y="169090"/>
                  </a:moveTo>
                  <a:lnTo>
                    <a:pt x="106572" y="146897"/>
                  </a:lnTo>
                  <a:lnTo>
                    <a:pt x="133263" y="107795"/>
                  </a:lnTo>
                  <a:cubicBezTo>
                    <a:pt x="154578" y="125953"/>
                    <a:pt x="179829" y="134503"/>
                    <a:pt x="211801" y="134503"/>
                  </a:cubicBezTo>
                  <a:cubicBezTo>
                    <a:pt x="243772" y="134503"/>
                    <a:pt x="269023" y="125953"/>
                    <a:pt x="290338" y="107699"/>
                  </a:cubicBezTo>
                  <a:lnTo>
                    <a:pt x="317797" y="147281"/>
                  </a:lnTo>
                  <a:lnTo>
                    <a:pt x="317797" y="169090"/>
                  </a:lnTo>
                  <a:cubicBezTo>
                    <a:pt x="317797" y="226638"/>
                    <a:pt x="270847" y="274771"/>
                    <a:pt x="211801" y="274771"/>
                  </a:cubicBezTo>
                  <a:cubicBezTo>
                    <a:pt x="153042" y="274771"/>
                    <a:pt x="106572" y="226734"/>
                    <a:pt x="106572" y="169090"/>
                  </a:cubicBezTo>
                  <a:close/>
                  <a:moveTo>
                    <a:pt x="151890" y="283226"/>
                  </a:moveTo>
                  <a:lnTo>
                    <a:pt x="197975" y="357010"/>
                  </a:lnTo>
                  <a:lnTo>
                    <a:pt x="158610" y="376706"/>
                  </a:lnTo>
                  <a:lnTo>
                    <a:pt x="127023" y="305611"/>
                  </a:lnTo>
                  <a:lnTo>
                    <a:pt x="151890" y="283226"/>
                  </a:lnTo>
                  <a:close/>
                  <a:moveTo>
                    <a:pt x="19202" y="389868"/>
                  </a:moveTo>
                  <a:cubicBezTo>
                    <a:pt x="19202" y="350285"/>
                    <a:pt x="67304" y="316083"/>
                    <a:pt x="109261" y="313009"/>
                  </a:cubicBezTo>
                  <a:lnTo>
                    <a:pt x="145169" y="393807"/>
                  </a:lnTo>
                  <a:cubicBezTo>
                    <a:pt x="146225" y="396208"/>
                    <a:pt x="148241" y="398034"/>
                    <a:pt x="150738" y="398899"/>
                  </a:cubicBezTo>
                  <a:cubicBezTo>
                    <a:pt x="153234" y="399763"/>
                    <a:pt x="155922" y="399667"/>
                    <a:pt x="158226" y="398418"/>
                  </a:cubicBezTo>
                  <a:lnTo>
                    <a:pt x="165043" y="394960"/>
                  </a:lnTo>
                  <a:lnTo>
                    <a:pt x="172820" y="419266"/>
                  </a:lnTo>
                  <a:lnTo>
                    <a:pt x="160339" y="472683"/>
                  </a:lnTo>
                  <a:lnTo>
                    <a:pt x="19202" y="472683"/>
                  </a:lnTo>
                  <a:lnTo>
                    <a:pt x="19202" y="389868"/>
                  </a:lnTo>
                  <a:close/>
                  <a:moveTo>
                    <a:pt x="404303" y="472683"/>
                  </a:moveTo>
                  <a:lnTo>
                    <a:pt x="262687" y="472683"/>
                  </a:lnTo>
                  <a:lnTo>
                    <a:pt x="250589" y="419458"/>
                  </a:lnTo>
                  <a:lnTo>
                    <a:pt x="258942" y="395344"/>
                  </a:lnTo>
                  <a:lnTo>
                    <a:pt x="265183" y="398514"/>
                  </a:lnTo>
                  <a:cubicBezTo>
                    <a:pt x="267583" y="399667"/>
                    <a:pt x="270271" y="399859"/>
                    <a:pt x="272672" y="398995"/>
                  </a:cubicBezTo>
                  <a:cubicBezTo>
                    <a:pt x="275168" y="398130"/>
                    <a:pt x="277184" y="396208"/>
                    <a:pt x="278240" y="393903"/>
                  </a:cubicBezTo>
                  <a:lnTo>
                    <a:pt x="314149" y="313105"/>
                  </a:lnTo>
                  <a:cubicBezTo>
                    <a:pt x="356201" y="316179"/>
                    <a:pt x="404207" y="350381"/>
                    <a:pt x="404207" y="389964"/>
                  </a:cubicBezTo>
                  <a:lnTo>
                    <a:pt x="404207" y="472683"/>
                  </a:lnTo>
                  <a:close/>
                </a:path>
              </a:pathLst>
            </a:custGeom>
            <a:solidFill>
              <a:srgbClr val="FFC800"/>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722" name="Google Shape;722;g3b9d959519f_0_1378"/>
            <p:cNvSpPr/>
            <p:nvPr/>
          </p:nvSpPr>
          <p:spPr>
            <a:xfrm>
              <a:off x="4622933" y="8803696"/>
              <a:ext cx="57606" cy="19214"/>
            </a:xfrm>
            <a:custGeom>
              <a:rect b="b" l="l" r="r" t="t"/>
              <a:pathLst>
                <a:path extrusionOk="0" h="19214" w="57606">
                  <a:moveTo>
                    <a:pt x="48006" y="0"/>
                  </a:moveTo>
                  <a:lnTo>
                    <a:pt x="9601" y="0"/>
                  </a:lnTo>
                  <a:cubicBezTo>
                    <a:pt x="4321" y="0"/>
                    <a:pt x="0" y="4323"/>
                    <a:pt x="0" y="9607"/>
                  </a:cubicBezTo>
                  <a:cubicBezTo>
                    <a:pt x="0" y="14891"/>
                    <a:pt x="4321" y="19215"/>
                    <a:pt x="9601" y="19215"/>
                  </a:cubicBezTo>
                  <a:lnTo>
                    <a:pt x="48006" y="19215"/>
                  </a:lnTo>
                  <a:cubicBezTo>
                    <a:pt x="53286" y="19215"/>
                    <a:pt x="57607" y="14891"/>
                    <a:pt x="57607" y="9607"/>
                  </a:cubicBezTo>
                  <a:cubicBezTo>
                    <a:pt x="57607" y="4323"/>
                    <a:pt x="53286" y="0"/>
                    <a:pt x="48006" y="0"/>
                  </a:cubicBezTo>
                  <a:close/>
                </a:path>
              </a:pathLst>
            </a:custGeom>
            <a:solidFill>
              <a:srgbClr val="FFC800"/>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723" name="Google Shape;723;g3b9d959519f_0_1378"/>
            <p:cNvSpPr/>
            <p:nvPr/>
          </p:nvSpPr>
          <p:spPr>
            <a:xfrm>
              <a:off x="4699166" y="8803696"/>
              <a:ext cx="19202" cy="19214"/>
            </a:xfrm>
            <a:custGeom>
              <a:rect b="b" l="l" r="r" t="t"/>
              <a:pathLst>
                <a:path extrusionOk="0" h="19214" w="19202">
                  <a:moveTo>
                    <a:pt x="9601" y="0"/>
                  </a:moveTo>
                  <a:cubicBezTo>
                    <a:pt x="14882" y="0"/>
                    <a:pt x="19202" y="4323"/>
                    <a:pt x="19202" y="9607"/>
                  </a:cubicBezTo>
                  <a:cubicBezTo>
                    <a:pt x="19202" y="14891"/>
                    <a:pt x="14882" y="19215"/>
                    <a:pt x="9601" y="19215"/>
                  </a:cubicBezTo>
                  <a:cubicBezTo>
                    <a:pt x="4321" y="19215"/>
                    <a:pt x="0" y="14891"/>
                    <a:pt x="0" y="9607"/>
                  </a:cubicBezTo>
                  <a:cubicBezTo>
                    <a:pt x="0" y="4323"/>
                    <a:pt x="4321" y="0"/>
                    <a:pt x="9601" y="0"/>
                  </a:cubicBezTo>
                  <a:close/>
                </a:path>
              </a:pathLst>
            </a:custGeom>
            <a:solidFill>
              <a:srgbClr val="FFC800"/>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sp>
          <p:nvSpPr>
            <p:cNvPr id="724" name="Google Shape;724;g3b9d959519f_0_1378"/>
            <p:cNvSpPr/>
            <p:nvPr/>
          </p:nvSpPr>
          <p:spPr>
            <a:xfrm>
              <a:off x="4713650" y="8599447"/>
              <a:ext cx="171099" cy="125652"/>
            </a:xfrm>
            <a:custGeom>
              <a:rect b="b" l="l" r="r" t="t"/>
              <a:pathLst>
                <a:path extrusionOk="0" h="125652" w="171099">
                  <a:moveTo>
                    <a:pt x="168594" y="2506"/>
                  </a:moveTo>
                  <a:cubicBezTo>
                    <a:pt x="165253" y="-835"/>
                    <a:pt x="159836" y="-835"/>
                    <a:pt x="156495" y="2506"/>
                  </a:cubicBezTo>
                  <a:lnTo>
                    <a:pt x="54001" y="105000"/>
                  </a:lnTo>
                  <a:lnTo>
                    <a:pt x="14604" y="65604"/>
                  </a:lnTo>
                  <a:cubicBezTo>
                    <a:pt x="11264" y="62262"/>
                    <a:pt x="5847" y="62263"/>
                    <a:pt x="2506" y="65604"/>
                  </a:cubicBezTo>
                  <a:cubicBezTo>
                    <a:pt x="-835" y="68944"/>
                    <a:pt x="-835" y="74361"/>
                    <a:pt x="2506" y="77702"/>
                  </a:cubicBezTo>
                  <a:lnTo>
                    <a:pt x="47952" y="123147"/>
                  </a:lnTo>
                  <a:cubicBezTo>
                    <a:pt x="51292" y="126488"/>
                    <a:pt x="56712" y="126486"/>
                    <a:pt x="60051" y="123147"/>
                  </a:cubicBezTo>
                  <a:lnTo>
                    <a:pt x="168594" y="14604"/>
                  </a:lnTo>
                  <a:cubicBezTo>
                    <a:pt x="171935" y="11264"/>
                    <a:pt x="171934" y="5847"/>
                    <a:pt x="168594" y="2506"/>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grpSp>
      <p:sp>
        <p:nvSpPr>
          <p:cNvPr id="725" name="Google Shape;725;g3b9d959519f_0_1378"/>
          <p:cNvSpPr/>
          <p:nvPr/>
        </p:nvSpPr>
        <p:spPr>
          <a:xfrm>
            <a:off x="6577410" y="977038"/>
            <a:ext cx="163827" cy="114657"/>
          </a:xfrm>
          <a:custGeom>
            <a:rect b="b" l="l" r="r" t="t"/>
            <a:pathLst>
              <a:path extrusionOk="0" h="125652" w="171099">
                <a:moveTo>
                  <a:pt x="168594" y="2506"/>
                </a:moveTo>
                <a:cubicBezTo>
                  <a:pt x="165253" y="-835"/>
                  <a:pt x="159836" y="-835"/>
                  <a:pt x="156495" y="2506"/>
                </a:cubicBezTo>
                <a:lnTo>
                  <a:pt x="54001" y="105000"/>
                </a:lnTo>
                <a:lnTo>
                  <a:pt x="14604" y="65604"/>
                </a:lnTo>
                <a:cubicBezTo>
                  <a:pt x="11264" y="62262"/>
                  <a:pt x="5847" y="62263"/>
                  <a:pt x="2506" y="65604"/>
                </a:cubicBezTo>
                <a:cubicBezTo>
                  <a:pt x="-835" y="68944"/>
                  <a:pt x="-835" y="74361"/>
                  <a:pt x="2506" y="77702"/>
                </a:cubicBezTo>
                <a:lnTo>
                  <a:pt x="47952" y="123147"/>
                </a:lnTo>
                <a:cubicBezTo>
                  <a:pt x="51292" y="126488"/>
                  <a:pt x="56712" y="126486"/>
                  <a:pt x="60051" y="123147"/>
                </a:cubicBezTo>
                <a:lnTo>
                  <a:pt x="168594" y="14604"/>
                </a:lnTo>
                <a:cubicBezTo>
                  <a:pt x="171935" y="11264"/>
                  <a:pt x="171934" y="5847"/>
                  <a:pt x="168594" y="2506"/>
                </a:cubicBezTo>
                <a:close/>
              </a:path>
            </a:pathLst>
          </a:custGeom>
          <a:solidFill>
            <a:srgbClr val="FFFFFF"/>
          </a:solidFill>
          <a:ln>
            <a:noFill/>
          </a:ln>
        </p:spPr>
        <p:txBody>
          <a:bodyPr anchorCtr="0" anchor="ctr" bIns="22475" lIns="44925" spcFirstLastPara="1" rIns="44925" wrap="square" tIns="22475">
            <a:noAutofit/>
          </a:bodyPr>
          <a:lstStyle/>
          <a:p>
            <a:pPr indent="0" lvl="0" marL="0" marR="0" rtl="0" algn="l">
              <a:lnSpc>
                <a:spcPct val="100000"/>
              </a:lnSpc>
              <a:spcBef>
                <a:spcPts val="0"/>
              </a:spcBef>
              <a:spcAft>
                <a:spcPts val="0"/>
              </a:spcAft>
              <a:buClr>
                <a:srgbClr val="000000"/>
              </a:buClr>
              <a:buSzPts val="884"/>
              <a:buFont typeface="Arial"/>
              <a:buNone/>
            </a:pPr>
            <a:r>
              <a:t/>
            </a:r>
            <a:endParaRPr b="0" i="0" sz="884" u="none" cap="none" strike="noStrike">
              <a:solidFill>
                <a:srgbClr val="063C67"/>
              </a:solidFill>
              <a:latin typeface="Calibri"/>
              <a:ea typeface="Calibri"/>
              <a:cs typeface="Calibri"/>
              <a:sym typeface="Calibri"/>
            </a:endParaRPr>
          </a:p>
        </p:txBody>
      </p:sp>
      <p:cxnSp>
        <p:nvCxnSpPr>
          <p:cNvPr id="726" name="Google Shape;726;g3b9d959519f_0_1378"/>
          <p:cNvCxnSpPr/>
          <p:nvPr/>
        </p:nvCxnSpPr>
        <p:spPr>
          <a:xfrm>
            <a:off x="7303869" y="1884498"/>
            <a:ext cx="0" cy="3219300"/>
          </a:xfrm>
          <a:prstGeom prst="straightConnector1">
            <a:avLst/>
          </a:prstGeom>
          <a:noFill/>
          <a:ln cap="flat" cmpd="sng" w="18725">
            <a:solidFill>
              <a:srgbClr val="FFFFFF"/>
            </a:solidFill>
            <a:prstDash val="solid"/>
            <a:miter lim="800000"/>
            <a:headEnd len="sm" w="sm" type="none"/>
            <a:tailEnd len="sm" w="sm" type="none"/>
          </a:ln>
        </p:spPr>
      </p:cxnSp>
      <p:sp>
        <p:nvSpPr>
          <p:cNvPr id="727" name="Google Shape;727;g3b9d959519f_0_1378"/>
          <p:cNvSpPr/>
          <p:nvPr/>
        </p:nvSpPr>
        <p:spPr>
          <a:xfrm>
            <a:off x="7369577" y="1915823"/>
            <a:ext cx="1607400" cy="680700"/>
          </a:xfrm>
          <a:prstGeom prst="rect">
            <a:avLst/>
          </a:prstGeom>
          <a:noFill/>
          <a:ln>
            <a:noFill/>
          </a:ln>
        </p:spPr>
        <p:txBody>
          <a:bodyPr anchorCtr="0" anchor="t" bIns="22475" lIns="44925" spcFirstLastPara="1" rIns="44925" wrap="square" tIns="22475">
            <a:noAutofit/>
          </a:bodyPr>
          <a:lstStyle/>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カスタマー代理プロダクトオーナー</a:t>
            </a:r>
            <a:endParaRPr b="0" i="0" sz="687" u="none" cap="none" strike="noStrike">
              <a:solidFill>
                <a:srgbClr val="000000"/>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顧客ニーズと提供機能の価値整合性確保</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合理的な優先順位付け支援</a:t>
            </a:r>
            <a:endParaRPr b="0" i="0" sz="687" u="none" cap="none" strike="noStrike">
              <a:solidFill>
                <a:srgbClr val="063C67"/>
              </a:solidFill>
              <a:latin typeface="Lato"/>
              <a:ea typeface="Lato"/>
              <a:cs typeface="Lato"/>
              <a:sym typeface="Lato"/>
            </a:endParaRPr>
          </a:p>
        </p:txBody>
      </p:sp>
      <p:sp>
        <p:nvSpPr>
          <p:cNvPr id="728" name="Google Shape;728;g3b9d959519f_0_1378"/>
          <p:cNvSpPr txBox="1"/>
          <p:nvPr/>
        </p:nvSpPr>
        <p:spPr>
          <a:xfrm>
            <a:off x="7370219" y="3066586"/>
            <a:ext cx="1636800" cy="998400"/>
          </a:xfrm>
          <a:prstGeom prst="rect">
            <a:avLst/>
          </a:prstGeom>
          <a:noFill/>
          <a:ln>
            <a:noFill/>
          </a:ln>
        </p:spPr>
        <p:txBody>
          <a:bodyPr anchorCtr="0" anchor="t" bIns="22475" lIns="44925" spcFirstLastPara="1" rIns="44925" wrap="square" tIns="22475">
            <a:spAutoFit/>
          </a:bodyPr>
          <a:lstStyle/>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ユーザーストーリーの記述・要件文書作成</a:t>
            </a:r>
            <a:endParaRPr b="0" i="0" sz="687" u="none" cap="none" strike="noStrike">
              <a:solidFill>
                <a:srgbClr val="000000"/>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チームの機能理解の確保</a:t>
            </a:r>
            <a:endParaRPr b="0" i="0" sz="687" u="none" cap="none" strike="noStrike">
              <a:solidFill>
                <a:srgbClr val="000000"/>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スプリントコンテンツの検証（但し受入テストは別）</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受入基準の明確化</a:t>
            </a:r>
            <a:endParaRPr b="0" i="0" sz="687" u="none" cap="none" strike="noStrike">
              <a:solidFill>
                <a:srgbClr val="063C67"/>
              </a:solidFill>
              <a:latin typeface="Lato"/>
              <a:ea typeface="Lato"/>
              <a:cs typeface="Lato"/>
              <a:sym typeface="Lato"/>
            </a:endParaRPr>
          </a:p>
          <a:p>
            <a:pPr indent="-126373" lvl="0" marL="126373"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UAT準備支援</a:t>
            </a:r>
            <a:endParaRPr b="0" i="0" sz="687" u="none" cap="none" strike="noStrike">
              <a:solidFill>
                <a:srgbClr val="063C67"/>
              </a:solidFill>
              <a:latin typeface="Lato"/>
              <a:ea typeface="Lato"/>
              <a:cs typeface="Lato"/>
              <a:sym typeface="Lato"/>
            </a:endParaRPr>
          </a:p>
        </p:txBody>
      </p:sp>
      <p:sp>
        <p:nvSpPr>
          <p:cNvPr id="729" name="Google Shape;729;g3b9d959519f_0_1378"/>
          <p:cNvSpPr/>
          <p:nvPr/>
        </p:nvSpPr>
        <p:spPr>
          <a:xfrm>
            <a:off x="7364671" y="4194176"/>
            <a:ext cx="1616700" cy="680700"/>
          </a:xfrm>
          <a:prstGeom prst="rect">
            <a:avLst/>
          </a:prstGeom>
          <a:noFill/>
          <a:ln>
            <a:noFill/>
          </a:ln>
        </p:spPr>
        <p:txBody>
          <a:bodyPr anchorCtr="0" anchor="t" bIns="22475" lIns="44925" spcFirstLastPara="1" rIns="44925" wrap="square" tIns="22475">
            <a:noAutofit/>
          </a:bodyPr>
          <a:lstStyle/>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ビジネスプロセスモデリング</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ユーザーストーリー作成・分割</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ファシリテーション・ワークショップスキル</a:t>
            </a:r>
            <a:endParaRPr b="0" i="0" sz="687" u="none" cap="none" strike="noStrike">
              <a:solidFill>
                <a:srgbClr val="063C67"/>
              </a:solidFill>
              <a:latin typeface="Lato"/>
              <a:ea typeface="Lato"/>
              <a:cs typeface="Lato"/>
              <a:sym typeface="Lato"/>
            </a:endParaRPr>
          </a:p>
          <a:p>
            <a:pPr indent="-156007" lvl="0" marL="224650" marR="0" rtl="0" algn="just">
              <a:lnSpc>
                <a:spcPct val="100000"/>
              </a:lnSpc>
              <a:spcBef>
                <a:spcPts val="0"/>
              </a:spcBef>
              <a:spcAft>
                <a:spcPts val="0"/>
              </a:spcAft>
              <a:buClr>
                <a:srgbClr val="1D93C9"/>
              </a:buClr>
              <a:buSzPts val="688"/>
              <a:buFont typeface="Lato"/>
              <a:buChar char="•"/>
            </a:pPr>
            <a:r>
              <a:rPr b="0" i="0" lang="vi" sz="687" u="none" cap="none" strike="noStrike">
                <a:solidFill>
                  <a:srgbClr val="063C67"/>
                </a:solidFill>
                <a:latin typeface="Lato"/>
                <a:ea typeface="Lato"/>
                <a:cs typeface="Lato"/>
                <a:sym typeface="Lato"/>
              </a:rPr>
              <a:t>プロダクト・顧客志向</a:t>
            </a:r>
            <a:endParaRPr b="0" i="0" sz="687" u="none" cap="none" strike="noStrike">
              <a:solidFill>
                <a:srgbClr val="063C67"/>
              </a:solidFill>
              <a:latin typeface="Lato"/>
              <a:ea typeface="Lato"/>
              <a:cs typeface="Lato"/>
              <a:sym typeface="Lato"/>
            </a:endParaRPr>
          </a:p>
        </p:txBody>
      </p:sp>
      <p:sp>
        <p:nvSpPr>
          <p:cNvPr id="730" name="Google Shape;730;g3b9d959519f_0_1378"/>
          <p:cNvSpPr txBox="1"/>
          <p:nvPr/>
        </p:nvSpPr>
        <p:spPr>
          <a:xfrm>
            <a:off x="345400" y="2606288"/>
            <a:ext cx="1350300" cy="11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50"/>
              <a:buFont typeface="Arial"/>
              <a:buNone/>
            </a:pPr>
            <a:r>
              <a:rPr b="0" i="1" lang="vi" sz="650" u="none" cap="none" strike="noStrike">
                <a:solidFill>
                  <a:schemeClr val="dk1"/>
                </a:solidFill>
                <a:latin typeface="Lato"/>
                <a:ea typeface="Lato"/>
                <a:cs typeface="Lato"/>
                <a:sym typeface="Lato"/>
              </a:rPr>
              <a:t>意思決定、説明責任、整合性、ステークホルダーコントロール</a:t>
            </a:r>
            <a:endParaRPr b="0" i="1" sz="650" u="none" cap="none" strike="noStrike">
              <a:solidFill>
                <a:schemeClr val="dk1"/>
              </a:solidFill>
              <a:latin typeface="Lato"/>
              <a:ea typeface="Lato"/>
              <a:cs typeface="Lato"/>
              <a:sym typeface="Lato"/>
            </a:endParaRPr>
          </a:p>
        </p:txBody>
      </p:sp>
      <p:sp>
        <p:nvSpPr>
          <p:cNvPr id="731" name="Google Shape;731;g3b9d959519f_0_1378"/>
          <p:cNvSpPr txBox="1"/>
          <p:nvPr/>
        </p:nvSpPr>
        <p:spPr>
          <a:xfrm>
            <a:off x="344575" y="3638653"/>
            <a:ext cx="1350300" cy="11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50"/>
              <a:buFont typeface="Arial"/>
              <a:buNone/>
            </a:pPr>
            <a:r>
              <a:rPr b="0" i="1" lang="vi" sz="650" u="none" cap="none" strike="noStrike">
                <a:solidFill>
                  <a:schemeClr val="dk1"/>
                </a:solidFill>
                <a:latin typeface="Lato"/>
                <a:ea typeface="Lato"/>
                <a:cs typeface="Lato"/>
                <a:sym typeface="Lato"/>
              </a:rPr>
              <a:t>日次の実行・デリバリー支援活動</a:t>
            </a:r>
            <a:endParaRPr b="0" i="1" sz="650" u="none" cap="none" strike="noStrike">
              <a:solidFill>
                <a:schemeClr val="dk1"/>
              </a:solidFill>
              <a:latin typeface="Lato"/>
              <a:ea typeface="Lato"/>
              <a:cs typeface="Lato"/>
              <a:sym typeface="Lato"/>
            </a:endParaRPr>
          </a:p>
        </p:txBody>
      </p:sp>
      <p:sp>
        <p:nvSpPr>
          <p:cNvPr id="732" name="Google Shape;732;g3b9d959519f_0_1378"/>
          <p:cNvSpPr txBox="1"/>
          <p:nvPr/>
        </p:nvSpPr>
        <p:spPr>
          <a:xfrm>
            <a:off x="439900" y="4686456"/>
            <a:ext cx="1350300" cy="11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50"/>
              <a:buFont typeface="Arial"/>
              <a:buNone/>
            </a:pPr>
            <a:r>
              <a:rPr b="0" i="1" lang="vi" sz="650" u="none" cap="none" strike="noStrike">
                <a:solidFill>
                  <a:schemeClr val="dk1"/>
                </a:solidFill>
                <a:latin typeface="Lato"/>
                <a:ea typeface="Lato"/>
                <a:cs typeface="Lato"/>
                <a:sym typeface="Lato"/>
              </a:rPr>
              <a:t>役割効果的遂行のための基盤コンピテンシー</a:t>
            </a:r>
            <a:endParaRPr b="0" i="1" sz="650" u="none" cap="none" strike="noStrike">
              <a:solidFill>
                <a:schemeClr val="dk1"/>
              </a:solidFill>
              <a:latin typeface="Lato"/>
              <a:ea typeface="Lato"/>
              <a:cs typeface="Lato"/>
              <a:sym typeface="Lato"/>
            </a:endParaRPr>
          </a:p>
        </p:txBody>
      </p:sp>
      <p:sp>
        <p:nvSpPr>
          <p:cNvPr id="733" name="Google Shape;733;g3b9d959519f_0_1378"/>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g3baff84d3b0_0_663"/>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外部コミュニケーション</a:t>
            </a:r>
            <a:endParaRPr sz="1100">
              <a:latin typeface="Chakra Petch"/>
              <a:ea typeface="Chakra Petch"/>
              <a:cs typeface="Chakra Petch"/>
              <a:sym typeface="Chakra Petch"/>
            </a:endParaRPr>
          </a:p>
        </p:txBody>
      </p:sp>
      <p:sp>
        <p:nvSpPr>
          <p:cNvPr id="740" name="Google Shape;740;g3baff84d3b0_0_663"/>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3</a:t>
            </a:r>
            <a:r>
              <a:rPr b="1" lang="vi" sz="2000">
                <a:latin typeface="Chakra Petch"/>
                <a:ea typeface="Chakra Petch"/>
                <a:cs typeface="Chakra Petch"/>
                <a:sym typeface="Chakra Petch"/>
              </a:rPr>
              <a:t>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チームの進め方 | コミュニケーション</a:t>
            </a:r>
            <a:endParaRPr b="1" sz="2000">
              <a:latin typeface="Chakra Petch"/>
              <a:ea typeface="Chakra Petch"/>
              <a:cs typeface="Chakra Petch"/>
              <a:sym typeface="Chakra Petch"/>
            </a:endParaRPr>
          </a:p>
        </p:txBody>
      </p:sp>
      <p:pic>
        <p:nvPicPr>
          <p:cNvPr descr="A picture containing honeycomb, outdoor object&#10;&#10;Description automatically generated" id="741" name="Google Shape;741;g3baff84d3b0_0_663"/>
          <p:cNvPicPr preferRelativeResize="0"/>
          <p:nvPr/>
        </p:nvPicPr>
        <p:blipFill rotWithShape="1">
          <a:blip r:embed="rId3">
            <a:alphaModFix amt="50000"/>
          </a:blip>
          <a:srcRect b="0" l="0" r="0" t="0"/>
          <a:stretch/>
        </p:blipFill>
        <p:spPr>
          <a:xfrm>
            <a:off x="6181499" y="766703"/>
            <a:ext cx="2467911" cy="4376795"/>
          </a:xfrm>
          <a:prstGeom prst="rect">
            <a:avLst/>
          </a:prstGeom>
          <a:noFill/>
          <a:ln>
            <a:noFill/>
          </a:ln>
        </p:spPr>
      </p:pic>
      <p:grpSp>
        <p:nvGrpSpPr>
          <p:cNvPr id="742" name="Google Shape;742;g3baff84d3b0_0_663"/>
          <p:cNvGrpSpPr/>
          <p:nvPr/>
        </p:nvGrpSpPr>
        <p:grpSpPr>
          <a:xfrm>
            <a:off x="674777" y="1008067"/>
            <a:ext cx="7740158" cy="3879735"/>
            <a:chOff x="3284968" y="3588739"/>
            <a:chExt cx="12967260" cy="6499808"/>
          </a:xfrm>
        </p:grpSpPr>
        <p:grpSp>
          <p:nvGrpSpPr>
            <p:cNvPr id="743" name="Google Shape;743;g3baff84d3b0_0_663"/>
            <p:cNvGrpSpPr/>
            <p:nvPr/>
          </p:nvGrpSpPr>
          <p:grpSpPr>
            <a:xfrm>
              <a:off x="7726745" y="3588739"/>
              <a:ext cx="4087276" cy="1917586"/>
              <a:chOff x="4889792" y="1917701"/>
              <a:chExt cx="4087276" cy="1917586"/>
            </a:xfrm>
          </p:grpSpPr>
          <p:pic>
            <p:nvPicPr>
              <p:cNvPr descr="Settings gear icon from lines, triangles and particle style design. Illustration vector" id="744" name="Google Shape;744;g3baff84d3b0_0_663"/>
              <p:cNvPicPr preferRelativeResize="0"/>
              <p:nvPr/>
            </p:nvPicPr>
            <p:blipFill rotWithShape="1">
              <a:blip r:embed="rId4">
                <a:alphaModFix/>
              </a:blip>
              <a:srcRect b="0" l="0" r="0" t="0"/>
              <a:stretch/>
            </p:blipFill>
            <p:spPr>
              <a:xfrm flipH="1">
                <a:off x="4889792" y="1917701"/>
                <a:ext cx="4087276" cy="1917586"/>
              </a:xfrm>
              <a:prstGeom prst="rect">
                <a:avLst/>
              </a:prstGeom>
              <a:noFill/>
              <a:ln>
                <a:noFill/>
              </a:ln>
            </p:spPr>
          </p:pic>
          <p:sp>
            <p:nvSpPr>
              <p:cNvPr id="745" name="Google Shape;745;g3baff84d3b0_0_663"/>
              <p:cNvSpPr txBox="1"/>
              <p:nvPr/>
            </p:nvSpPr>
            <p:spPr>
              <a:xfrm>
                <a:off x="4889792" y="3397156"/>
                <a:ext cx="4087200" cy="403200"/>
              </a:xfrm>
              <a:prstGeom prst="rect">
                <a:avLst/>
              </a:prstGeom>
              <a:solidFill>
                <a:srgbClr val="021E33">
                  <a:alpha val="60000"/>
                </a:srgbClr>
              </a:solidFill>
              <a:ln>
                <a:noFill/>
              </a:ln>
            </p:spPr>
            <p:txBody>
              <a:bodyPr anchorCtr="0" anchor="ctr" bIns="35775" lIns="35775" spcFirstLastPara="1" rIns="35775" wrap="square" tIns="35775">
                <a:spAutoFit/>
              </a:bodyPr>
              <a:lstStyle/>
              <a:p>
                <a:pPr indent="0" lvl="0" marL="0" marR="0" rtl="0" algn="ctr">
                  <a:lnSpc>
                    <a:spcPct val="100000"/>
                  </a:lnSpc>
                  <a:spcBef>
                    <a:spcPts val="0"/>
                  </a:spcBef>
                  <a:spcAft>
                    <a:spcPts val="0"/>
                  </a:spcAft>
                  <a:buClr>
                    <a:srgbClr val="000000"/>
                  </a:buClr>
                  <a:buSzPts val="1093"/>
                  <a:buFont typeface="Arial"/>
                  <a:buNone/>
                </a:pPr>
                <a:r>
                  <a:rPr b="1" i="0" lang="vi" sz="1093" u="none" cap="none" strike="noStrike">
                    <a:solidFill>
                      <a:srgbClr val="FFFFFF"/>
                    </a:solidFill>
                    <a:latin typeface="Calibri"/>
                    <a:ea typeface="Calibri"/>
                    <a:cs typeface="Calibri"/>
                    <a:sym typeface="Calibri"/>
                  </a:rPr>
                  <a:t>PROGRESS MEETING</a:t>
                </a:r>
                <a:endParaRPr b="0" i="0" sz="695" u="none" cap="none" strike="noStrike">
                  <a:solidFill>
                    <a:srgbClr val="000000"/>
                  </a:solidFill>
                  <a:latin typeface="Arial"/>
                  <a:ea typeface="Arial"/>
                  <a:cs typeface="Arial"/>
                  <a:sym typeface="Arial"/>
                </a:endParaRPr>
              </a:p>
            </p:txBody>
          </p:sp>
        </p:grpSp>
        <p:grpSp>
          <p:nvGrpSpPr>
            <p:cNvPr id="746" name="Google Shape;746;g3baff84d3b0_0_663"/>
            <p:cNvGrpSpPr/>
            <p:nvPr/>
          </p:nvGrpSpPr>
          <p:grpSpPr>
            <a:xfrm>
              <a:off x="7727835" y="5506325"/>
              <a:ext cx="4099675" cy="4576500"/>
              <a:chOff x="4901673" y="4211407"/>
              <a:chExt cx="4099675" cy="4576500"/>
            </a:xfrm>
          </p:grpSpPr>
          <p:sp>
            <p:nvSpPr>
              <p:cNvPr id="747" name="Google Shape;747;g3baff84d3b0_0_663"/>
              <p:cNvSpPr/>
              <p:nvPr/>
            </p:nvSpPr>
            <p:spPr>
              <a:xfrm>
                <a:off x="4901673" y="4211407"/>
                <a:ext cx="4093200" cy="4576500"/>
              </a:xfrm>
              <a:prstGeom prst="rect">
                <a:avLst/>
              </a:prstGeom>
              <a:solidFill>
                <a:srgbClr val="FFFFFF"/>
              </a:solidFill>
              <a:ln>
                <a:noFill/>
              </a:ln>
            </p:spPr>
            <p:txBody>
              <a:bodyPr anchorCtr="0" anchor="ctr" bIns="22700" lIns="45450" spcFirstLastPara="1" rIns="45450" wrap="square" tIns="22700">
                <a:noAutofit/>
              </a:bodyPr>
              <a:lstStyle/>
              <a:p>
                <a:pPr indent="0" lvl="0" marL="0" marR="0" rtl="0" algn="ctr">
                  <a:lnSpc>
                    <a:spcPct val="100000"/>
                  </a:lnSpc>
                  <a:spcBef>
                    <a:spcPts val="0"/>
                  </a:spcBef>
                  <a:spcAft>
                    <a:spcPts val="0"/>
                  </a:spcAft>
                  <a:buClr>
                    <a:srgbClr val="000000"/>
                  </a:buClr>
                  <a:buSzPts val="1342"/>
                  <a:buFont typeface="Arial"/>
                  <a:buNone/>
                </a:pPr>
                <a:r>
                  <a:t/>
                </a:r>
                <a:endParaRPr b="0" i="0" sz="1342" u="none" cap="none" strike="noStrike">
                  <a:solidFill>
                    <a:srgbClr val="FFFFFF"/>
                  </a:solidFill>
                  <a:latin typeface="Calibri"/>
                  <a:ea typeface="Calibri"/>
                  <a:cs typeface="Calibri"/>
                  <a:sym typeface="Calibri"/>
                </a:endParaRPr>
              </a:p>
            </p:txBody>
          </p:sp>
          <p:sp>
            <p:nvSpPr>
              <p:cNvPr id="748" name="Google Shape;748;g3baff84d3b0_0_663"/>
              <p:cNvSpPr txBox="1"/>
              <p:nvPr/>
            </p:nvSpPr>
            <p:spPr>
              <a:xfrm>
                <a:off x="5159840" y="4310276"/>
                <a:ext cx="3565200" cy="540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D94C9"/>
                  </a:buClr>
                  <a:buSzPts val="1253"/>
                  <a:buFont typeface="Arial"/>
                  <a:buNone/>
                </a:pPr>
                <a:r>
                  <a:rPr b="1" i="0" lang="vi" sz="893" u="none" cap="none" strike="noStrike">
                    <a:solidFill>
                      <a:srgbClr val="042D4D"/>
                    </a:solidFill>
                    <a:latin typeface="Calibri"/>
                    <a:ea typeface="Calibri"/>
                    <a:cs typeface="Calibri"/>
                    <a:sym typeface="Calibri"/>
                  </a:rPr>
                  <a:t>Ensure regular monitoring</a:t>
                </a:r>
                <a:endParaRPr b="0" i="0" sz="695" u="none" cap="none" strike="noStrike">
                  <a:solidFill>
                    <a:srgbClr val="000000"/>
                  </a:solidFill>
                  <a:latin typeface="Arial"/>
                  <a:ea typeface="Arial"/>
                  <a:cs typeface="Arial"/>
                  <a:sym typeface="Arial"/>
                </a:endParaRPr>
              </a:p>
              <a:p>
                <a:pPr indent="0" lvl="0" marL="0" marR="0" rtl="0" algn="ctr">
                  <a:lnSpc>
                    <a:spcPct val="90000"/>
                  </a:lnSpc>
                  <a:spcBef>
                    <a:spcPts val="75"/>
                  </a:spcBef>
                  <a:spcAft>
                    <a:spcPts val="0"/>
                  </a:spcAft>
                  <a:buClr>
                    <a:srgbClr val="1D94C9"/>
                  </a:buClr>
                  <a:buSzPts val="1253"/>
                  <a:buFont typeface="Arial"/>
                  <a:buNone/>
                </a:pPr>
                <a:r>
                  <a:rPr b="1" i="0" lang="vi" sz="893" u="none" cap="none" strike="noStrike">
                    <a:solidFill>
                      <a:srgbClr val="042D4D"/>
                    </a:solidFill>
                    <a:latin typeface="Calibri"/>
                    <a:ea typeface="Calibri"/>
                    <a:cs typeface="Calibri"/>
                    <a:sym typeface="Calibri"/>
                  </a:rPr>
                  <a:t>operational</a:t>
                </a:r>
                <a:endParaRPr b="0" i="0" sz="695" u="none" cap="none" strike="noStrike">
                  <a:solidFill>
                    <a:srgbClr val="000000"/>
                  </a:solidFill>
                  <a:latin typeface="Arial"/>
                  <a:ea typeface="Arial"/>
                  <a:cs typeface="Arial"/>
                  <a:sym typeface="Arial"/>
                </a:endParaRPr>
              </a:p>
            </p:txBody>
          </p:sp>
          <p:cxnSp>
            <p:nvCxnSpPr>
              <p:cNvPr id="749" name="Google Shape;749;g3baff84d3b0_0_663"/>
              <p:cNvCxnSpPr/>
              <p:nvPr/>
            </p:nvCxnSpPr>
            <p:spPr>
              <a:xfrm>
                <a:off x="6263525" y="4924166"/>
                <a:ext cx="1357800" cy="0"/>
              </a:xfrm>
              <a:prstGeom prst="straightConnector1">
                <a:avLst/>
              </a:prstGeom>
              <a:noFill/>
              <a:ln cap="flat" cmpd="sng" w="14200">
                <a:solidFill>
                  <a:srgbClr val="1D93C9"/>
                </a:solidFill>
                <a:prstDash val="solid"/>
                <a:miter lim="800000"/>
                <a:headEnd len="sm" w="sm" type="none"/>
                <a:tailEnd len="sm" w="sm" type="none"/>
              </a:ln>
            </p:spPr>
          </p:cxnSp>
          <p:sp>
            <p:nvSpPr>
              <p:cNvPr id="750" name="Google Shape;750;g3baff84d3b0_0_663"/>
              <p:cNvSpPr txBox="1"/>
              <p:nvPr/>
            </p:nvSpPr>
            <p:spPr>
              <a:xfrm>
                <a:off x="5142397" y="5143500"/>
                <a:ext cx="3600000" cy="839100"/>
              </a:xfrm>
              <a:prstGeom prst="rect">
                <a:avLst/>
              </a:prstGeom>
              <a:noFill/>
              <a:ln>
                <a:noFill/>
              </a:ln>
            </p:spPr>
            <p:txBody>
              <a:bodyPr anchorCtr="0" anchor="t" bIns="0" lIns="0" spcFirstLastPara="1" rIns="0" wrap="square" tIns="0">
                <a:spAutoFit/>
              </a:bodyPr>
              <a:lstStyle/>
              <a:p>
                <a:pPr indent="-170435" lvl="0" marL="170435" marR="0" rtl="0" algn="just">
                  <a:lnSpc>
                    <a:spcPct val="100000"/>
                  </a:lnSpc>
                  <a:spcBef>
                    <a:spcPts val="0"/>
                  </a:spcBef>
                  <a:spcAft>
                    <a:spcPts val="0"/>
                  </a:spcAft>
                  <a:buClr>
                    <a:srgbClr val="1D93C9"/>
                  </a:buClr>
                  <a:buSzPts val="974"/>
                  <a:buFont typeface="Arial"/>
                  <a:buChar char="•"/>
                </a:pPr>
                <a:r>
                  <a:rPr b="0" i="0" lang="vi" sz="695" u="none" cap="none" strike="noStrike">
                    <a:solidFill>
                      <a:srgbClr val="063C67"/>
                    </a:solidFill>
                    <a:latin typeface="Calibri"/>
                    <a:ea typeface="Calibri"/>
                    <a:cs typeface="Calibri"/>
                    <a:sym typeface="Calibri"/>
                  </a:rPr>
                  <a:t>Monitoring of work progress and actions taken</a:t>
                </a:r>
                <a:endParaRPr b="0" i="0" sz="695" u="none" cap="none" strike="noStrike">
                  <a:solidFill>
                    <a:srgbClr val="000000"/>
                  </a:solidFill>
                  <a:latin typeface="Arial"/>
                  <a:ea typeface="Arial"/>
                  <a:cs typeface="Arial"/>
                  <a:sym typeface="Arial"/>
                </a:endParaRPr>
              </a:p>
              <a:p>
                <a:pPr indent="-170435" lvl="0" marL="170435" marR="0" rtl="0" algn="just">
                  <a:lnSpc>
                    <a:spcPct val="100000"/>
                  </a:lnSpc>
                  <a:spcBef>
                    <a:spcPts val="199"/>
                  </a:spcBef>
                  <a:spcAft>
                    <a:spcPts val="0"/>
                  </a:spcAft>
                  <a:buClr>
                    <a:srgbClr val="1D93C9"/>
                  </a:buClr>
                  <a:buSzPts val="974"/>
                  <a:buFont typeface="Arial"/>
                  <a:buChar char="•"/>
                </a:pPr>
                <a:r>
                  <a:rPr b="0" i="0" lang="vi" sz="695" u="none" cap="none" strike="noStrike">
                    <a:solidFill>
                      <a:srgbClr val="063C67"/>
                    </a:solidFill>
                    <a:latin typeface="Calibri"/>
                    <a:ea typeface="Calibri"/>
                    <a:cs typeface="Calibri"/>
                    <a:sym typeface="Calibri"/>
                  </a:rPr>
                  <a:t>KPI tracking</a:t>
                </a:r>
                <a:endParaRPr b="0" i="0" sz="695" u="none" cap="none" strike="noStrike">
                  <a:solidFill>
                    <a:srgbClr val="000000"/>
                  </a:solidFill>
                  <a:latin typeface="Arial"/>
                  <a:ea typeface="Arial"/>
                  <a:cs typeface="Arial"/>
                  <a:sym typeface="Arial"/>
                </a:endParaRPr>
              </a:p>
              <a:p>
                <a:pPr indent="-170435" lvl="0" marL="170435" marR="0" rtl="0" algn="just">
                  <a:lnSpc>
                    <a:spcPct val="100000"/>
                  </a:lnSpc>
                  <a:spcBef>
                    <a:spcPts val="199"/>
                  </a:spcBef>
                  <a:spcAft>
                    <a:spcPts val="0"/>
                  </a:spcAft>
                  <a:buClr>
                    <a:srgbClr val="1D93C9"/>
                  </a:buClr>
                  <a:buSzPts val="974"/>
                  <a:buFont typeface="Arial"/>
                  <a:buChar char="•"/>
                </a:pPr>
                <a:r>
                  <a:rPr b="0" i="0" lang="vi" sz="695" u="none" cap="none" strike="noStrike">
                    <a:solidFill>
                      <a:srgbClr val="063C67"/>
                    </a:solidFill>
                    <a:latin typeface="Calibri"/>
                    <a:ea typeface="Calibri"/>
                    <a:cs typeface="Calibri"/>
                    <a:sym typeface="Calibri"/>
                  </a:rPr>
                  <a:t>Sharing the adjusted project schedule</a:t>
                </a:r>
                <a:endParaRPr b="0" i="0" sz="695" u="none" cap="none" strike="noStrike">
                  <a:solidFill>
                    <a:srgbClr val="000000"/>
                  </a:solidFill>
                  <a:latin typeface="Arial"/>
                  <a:ea typeface="Arial"/>
                  <a:cs typeface="Arial"/>
                  <a:sym typeface="Arial"/>
                </a:endParaRPr>
              </a:p>
            </p:txBody>
          </p:sp>
          <p:grpSp>
            <p:nvGrpSpPr>
              <p:cNvPr id="751" name="Google Shape;751;g3baff84d3b0_0_663"/>
              <p:cNvGrpSpPr/>
              <p:nvPr/>
            </p:nvGrpSpPr>
            <p:grpSpPr>
              <a:xfrm>
                <a:off x="4970869" y="6461690"/>
                <a:ext cx="4030479" cy="1721150"/>
                <a:chOff x="617244" y="6374606"/>
                <a:chExt cx="4030479" cy="1721150"/>
              </a:xfrm>
            </p:grpSpPr>
            <p:grpSp>
              <p:nvGrpSpPr>
                <p:cNvPr id="752" name="Google Shape;752;g3baff84d3b0_0_663"/>
                <p:cNvGrpSpPr/>
                <p:nvPr/>
              </p:nvGrpSpPr>
              <p:grpSpPr>
                <a:xfrm>
                  <a:off x="617244" y="6788656"/>
                  <a:ext cx="4030479" cy="1307100"/>
                  <a:chOff x="726771" y="7703459"/>
                  <a:chExt cx="4030479" cy="1307100"/>
                </a:xfrm>
              </p:grpSpPr>
              <p:sp>
                <p:nvSpPr>
                  <p:cNvPr id="753" name="Google Shape;753;g3baff84d3b0_0_663"/>
                  <p:cNvSpPr/>
                  <p:nvPr/>
                </p:nvSpPr>
                <p:spPr>
                  <a:xfrm>
                    <a:off x="2887950" y="7703459"/>
                    <a:ext cx="1869300" cy="1307100"/>
                  </a:xfrm>
                  <a:prstGeom prst="rect">
                    <a:avLst/>
                  </a:prstGeom>
                  <a:noFill/>
                  <a:ln>
                    <a:noFill/>
                  </a:ln>
                </p:spPr>
                <p:txBody>
                  <a:bodyPr anchorCtr="0" anchor="t" bIns="22700" lIns="45450" spcFirstLastPara="1" rIns="45450" wrap="square" tIns="22700">
                    <a:noAutofit/>
                  </a:bodyPr>
                  <a:lstStyle/>
                  <a:p>
                    <a:pPr indent="-142036" lvl="0" marL="142036" marR="0" rtl="0" algn="l">
                      <a:lnSpc>
                        <a:spcPct val="100000"/>
                      </a:lnSpc>
                      <a:spcBef>
                        <a:spcPts val="0"/>
                      </a:spcBef>
                      <a:spcAft>
                        <a:spcPts val="0"/>
                      </a:spcAft>
                      <a:buClr>
                        <a:srgbClr val="A6E3FA"/>
                      </a:buClr>
                      <a:buSzPts val="596"/>
                      <a:buFont typeface="Arial"/>
                      <a:buChar char="•"/>
                    </a:pPr>
                    <a:r>
                      <a:rPr b="1" i="0" lang="vi" sz="596" u="none" cap="none" strike="noStrike">
                        <a:solidFill>
                          <a:srgbClr val="063C67"/>
                        </a:solidFill>
                        <a:latin typeface="Calibri"/>
                        <a:ea typeface="Calibri"/>
                        <a:cs typeface="Calibri"/>
                        <a:sym typeface="Calibri"/>
                      </a:rPr>
                      <a:t>Customer</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Product Owner</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Project Manager</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t/>
                    </a:r>
                    <a:endParaRPr b="0" i="0" sz="596" u="none" cap="none" strike="noStrike">
                      <a:solidFill>
                        <a:srgbClr val="042D4D"/>
                      </a:solidFill>
                      <a:highlight>
                        <a:srgbClr val="FFFF00"/>
                      </a:highlight>
                      <a:latin typeface="Calibri"/>
                      <a:ea typeface="Calibri"/>
                      <a:cs typeface="Calibri"/>
                      <a:sym typeface="Calibri"/>
                    </a:endParaRPr>
                  </a:p>
                  <a:p>
                    <a:pPr indent="-142036" lvl="0" marL="142036" marR="0" rtl="0" algn="l">
                      <a:lnSpc>
                        <a:spcPct val="100000"/>
                      </a:lnSpc>
                      <a:spcBef>
                        <a:spcPts val="0"/>
                      </a:spcBef>
                      <a:spcAft>
                        <a:spcPts val="0"/>
                      </a:spcAft>
                      <a:buClr>
                        <a:srgbClr val="A6E3FA"/>
                      </a:buClr>
                      <a:buSzPts val="596"/>
                      <a:buFont typeface="Arial"/>
                      <a:buChar char="•"/>
                    </a:pPr>
                    <a:r>
                      <a:rPr b="1" i="0" lang="vi" sz="596" u="none" cap="none" strike="noStrike">
                        <a:solidFill>
                          <a:srgbClr val="063C67"/>
                        </a:solidFill>
                        <a:latin typeface="Calibri"/>
                        <a:ea typeface="Calibri"/>
                        <a:cs typeface="Calibri"/>
                        <a:sym typeface="Calibri"/>
                      </a:rPr>
                      <a:t>VMO</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Business Analysis</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Project Manager</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Account Manager</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Development Team (optional)</a:t>
                    </a:r>
                    <a:endParaRPr b="0" i="0" sz="695" u="none" cap="none" strike="noStrike">
                      <a:solidFill>
                        <a:srgbClr val="000000"/>
                      </a:solidFill>
                      <a:latin typeface="Arial"/>
                      <a:ea typeface="Arial"/>
                      <a:cs typeface="Arial"/>
                      <a:sym typeface="Arial"/>
                    </a:endParaRPr>
                  </a:p>
                </p:txBody>
              </p:sp>
              <p:grpSp>
                <p:nvGrpSpPr>
                  <p:cNvPr id="754" name="Google Shape;754;g3baff84d3b0_0_663"/>
                  <p:cNvGrpSpPr/>
                  <p:nvPr/>
                </p:nvGrpSpPr>
                <p:grpSpPr>
                  <a:xfrm flipH="1" rot="-5400000">
                    <a:off x="2596213" y="7772296"/>
                    <a:ext cx="231636" cy="1060500"/>
                    <a:chOff x="9388633" y="5813876"/>
                    <a:chExt cx="176700" cy="1060500"/>
                  </a:xfrm>
                </p:grpSpPr>
                <p:cxnSp>
                  <p:nvCxnSpPr>
                    <p:cNvPr id="755" name="Google Shape;755;g3baff84d3b0_0_663"/>
                    <p:cNvCxnSpPr/>
                    <p:nvPr/>
                  </p:nvCxnSpPr>
                  <p:spPr>
                    <a:xfrm rot="10800000">
                      <a:off x="9508303" y="5813876"/>
                      <a:ext cx="0" cy="1060500"/>
                    </a:xfrm>
                    <a:prstGeom prst="straightConnector1">
                      <a:avLst/>
                    </a:prstGeom>
                    <a:noFill/>
                    <a:ln cap="sq" cmpd="sng" w="14200">
                      <a:solidFill>
                        <a:srgbClr val="1D93C9"/>
                      </a:solidFill>
                      <a:prstDash val="solid"/>
                      <a:bevel/>
                      <a:headEnd len="sm" w="sm" type="none"/>
                      <a:tailEnd len="sm" w="sm" type="none"/>
                    </a:ln>
                  </p:spPr>
                </p:cxnSp>
                <p:sp>
                  <p:nvSpPr>
                    <p:cNvPr id="756" name="Google Shape;756;g3baff84d3b0_0_663"/>
                    <p:cNvSpPr/>
                    <p:nvPr/>
                  </p:nvSpPr>
                  <p:spPr>
                    <a:xfrm rot="10800000">
                      <a:off x="9388633" y="6337421"/>
                      <a:ext cx="176700" cy="152400"/>
                    </a:xfrm>
                    <a:prstGeom prst="triangle">
                      <a:avLst>
                        <a:gd fmla="val 50000" name="adj"/>
                      </a:avLst>
                    </a:prstGeom>
                    <a:solidFill>
                      <a:srgbClr val="1D93C9"/>
                    </a:solidFill>
                    <a:ln>
                      <a:noFill/>
                    </a:ln>
                  </p:spPr>
                  <p:txBody>
                    <a:bodyPr anchorCtr="0" anchor="ctr" bIns="22700" lIns="45450" spcFirstLastPara="1" rIns="45450" wrap="square" tIns="22700">
                      <a:noAutofit/>
                    </a:bodyPr>
                    <a:lstStyle/>
                    <a:p>
                      <a:pPr indent="0" lvl="0" marL="0" marR="0" rtl="0" algn="ctr">
                        <a:lnSpc>
                          <a:spcPct val="100000"/>
                        </a:lnSpc>
                        <a:spcBef>
                          <a:spcPts val="0"/>
                        </a:spcBef>
                        <a:spcAft>
                          <a:spcPts val="0"/>
                        </a:spcAft>
                        <a:buClr>
                          <a:srgbClr val="000000"/>
                        </a:buClr>
                        <a:buSzPts val="1392"/>
                        <a:buFont typeface="Arial"/>
                        <a:buNone/>
                      </a:pPr>
                      <a:r>
                        <a:t/>
                      </a:r>
                      <a:endParaRPr b="0" i="0" sz="1392" u="none" cap="none" strike="noStrike">
                        <a:solidFill>
                          <a:srgbClr val="042D4D"/>
                        </a:solidFill>
                        <a:latin typeface="Calibri"/>
                        <a:ea typeface="Calibri"/>
                        <a:cs typeface="Calibri"/>
                        <a:sym typeface="Calibri"/>
                      </a:endParaRPr>
                    </a:p>
                  </p:txBody>
                </p:sp>
              </p:grpSp>
              <p:grpSp>
                <p:nvGrpSpPr>
                  <p:cNvPr id="757" name="Google Shape;757;g3baff84d3b0_0_663"/>
                  <p:cNvGrpSpPr/>
                  <p:nvPr/>
                </p:nvGrpSpPr>
                <p:grpSpPr>
                  <a:xfrm>
                    <a:off x="726771" y="7861208"/>
                    <a:ext cx="1658100" cy="964102"/>
                    <a:chOff x="726771" y="8041785"/>
                    <a:chExt cx="1658100" cy="964102"/>
                  </a:xfrm>
                </p:grpSpPr>
                <p:sp>
                  <p:nvSpPr>
                    <p:cNvPr id="758" name="Google Shape;758;g3baff84d3b0_0_663"/>
                    <p:cNvSpPr/>
                    <p:nvPr/>
                  </p:nvSpPr>
                  <p:spPr>
                    <a:xfrm>
                      <a:off x="726771" y="8041785"/>
                      <a:ext cx="1658100" cy="412500"/>
                    </a:xfrm>
                    <a:prstGeom prst="roundRect">
                      <a:avLst>
                        <a:gd fmla="val 16667" name="adj"/>
                      </a:avLst>
                    </a:prstGeom>
                    <a:solidFill>
                      <a:srgbClr val="1D93C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96"/>
                        <a:buFont typeface="Arial"/>
                        <a:buNone/>
                      </a:pPr>
                      <a:r>
                        <a:rPr b="1" i="0" lang="vi" sz="596" u="none" cap="none" strike="noStrike">
                          <a:solidFill>
                            <a:srgbClr val="FFFFFF"/>
                          </a:solidFill>
                          <a:latin typeface="Calibri"/>
                          <a:ea typeface="Calibri"/>
                          <a:cs typeface="Calibri"/>
                          <a:sym typeface="Calibri"/>
                        </a:rPr>
                        <a:t>WEEKLY</a:t>
                      </a:r>
                      <a:endParaRPr b="0" i="0" sz="695" u="none" cap="none" strike="noStrike">
                        <a:solidFill>
                          <a:srgbClr val="000000"/>
                        </a:solidFill>
                        <a:latin typeface="Arial"/>
                        <a:ea typeface="Arial"/>
                        <a:cs typeface="Arial"/>
                        <a:sym typeface="Arial"/>
                      </a:endParaRPr>
                    </a:p>
                  </p:txBody>
                </p:sp>
                <p:grpSp>
                  <p:nvGrpSpPr>
                    <p:cNvPr id="759" name="Google Shape;759;g3baff84d3b0_0_663"/>
                    <p:cNvGrpSpPr/>
                    <p:nvPr/>
                  </p:nvGrpSpPr>
                  <p:grpSpPr>
                    <a:xfrm>
                      <a:off x="892715" y="8559653"/>
                      <a:ext cx="1326769" cy="446234"/>
                      <a:chOff x="766605" y="8571256"/>
                      <a:chExt cx="1326769" cy="446234"/>
                    </a:xfrm>
                  </p:grpSpPr>
                  <p:grpSp>
                    <p:nvGrpSpPr>
                      <p:cNvPr id="760" name="Google Shape;760;g3baff84d3b0_0_663"/>
                      <p:cNvGrpSpPr/>
                      <p:nvPr/>
                    </p:nvGrpSpPr>
                    <p:grpSpPr>
                      <a:xfrm>
                        <a:off x="766605" y="8588221"/>
                        <a:ext cx="450360" cy="429249"/>
                        <a:chOff x="766605" y="8588221"/>
                        <a:chExt cx="450360" cy="429249"/>
                      </a:xfrm>
                    </p:grpSpPr>
                    <p:sp>
                      <p:nvSpPr>
                        <p:cNvPr id="761" name="Google Shape;761;g3baff84d3b0_0_663"/>
                        <p:cNvSpPr/>
                        <p:nvPr/>
                      </p:nvSpPr>
                      <p:spPr>
                        <a:xfrm>
                          <a:off x="766605" y="8588221"/>
                          <a:ext cx="450360" cy="429249"/>
                        </a:xfrm>
                        <a:custGeom>
                          <a:rect b="b" l="l" r="r" t="t"/>
                          <a:pathLst>
                            <a:path extrusionOk="0" h="617625" w="648000">
                              <a:moveTo>
                                <a:pt x="635344" y="592313"/>
                              </a:moveTo>
                              <a:lnTo>
                                <a:pt x="579642" y="592313"/>
                              </a:lnTo>
                              <a:lnTo>
                                <a:pt x="579646" y="561912"/>
                              </a:lnTo>
                              <a:cubicBezTo>
                                <a:pt x="579652" y="502573"/>
                                <a:pt x="539660" y="450285"/>
                                <a:pt x="482389" y="434754"/>
                              </a:cubicBezTo>
                              <a:lnTo>
                                <a:pt x="392344" y="410336"/>
                              </a:lnTo>
                              <a:lnTo>
                                <a:pt x="392344" y="380320"/>
                              </a:lnTo>
                              <a:cubicBezTo>
                                <a:pt x="392344" y="378683"/>
                                <a:pt x="392022" y="377122"/>
                                <a:pt x="391457" y="375686"/>
                              </a:cubicBezTo>
                              <a:cubicBezTo>
                                <a:pt x="391649" y="375578"/>
                                <a:pt x="391845" y="375478"/>
                                <a:pt x="392037" y="375369"/>
                              </a:cubicBezTo>
                              <a:cubicBezTo>
                                <a:pt x="419536" y="359798"/>
                                <a:pt x="440153" y="335159"/>
                                <a:pt x="450998" y="306442"/>
                              </a:cubicBezTo>
                              <a:lnTo>
                                <a:pt x="474641" y="306442"/>
                              </a:lnTo>
                              <a:cubicBezTo>
                                <a:pt x="498169" y="306442"/>
                                <a:pt x="517312" y="287301"/>
                                <a:pt x="517312" y="263771"/>
                              </a:cubicBezTo>
                              <a:lnTo>
                                <a:pt x="517312" y="209512"/>
                              </a:lnTo>
                              <a:cubicBezTo>
                                <a:pt x="517312" y="197025"/>
                                <a:pt x="511920" y="185774"/>
                                <a:pt x="503343" y="177963"/>
                              </a:cubicBezTo>
                              <a:cubicBezTo>
                                <a:pt x="502508" y="79691"/>
                                <a:pt x="422377" y="0"/>
                                <a:pt x="323986" y="0"/>
                              </a:cubicBezTo>
                              <a:cubicBezTo>
                                <a:pt x="225765" y="0"/>
                                <a:pt x="145743" y="79418"/>
                                <a:pt x="144638" y="177456"/>
                              </a:cubicBezTo>
                              <a:cubicBezTo>
                                <a:pt x="135728" y="185282"/>
                                <a:pt x="130087" y="196746"/>
                                <a:pt x="130087" y="209510"/>
                              </a:cubicBezTo>
                              <a:lnTo>
                                <a:pt x="130087" y="263770"/>
                              </a:lnTo>
                              <a:cubicBezTo>
                                <a:pt x="130087" y="287299"/>
                                <a:pt x="149230" y="306442"/>
                                <a:pt x="172758" y="306442"/>
                              </a:cubicBezTo>
                              <a:lnTo>
                                <a:pt x="197165" y="306442"/>
                              </a:lnTo>
                              <a:cubicBezTo>
                                <a:pt x="208016" y="335163"/>
                                <a:pt x="228648" y="359810"/>
                                <a:pt x="256190" y="375407"/>
                              </a:cubicBezTo>
                              <a:lnTo>
                                <a:pt x="256245" y="375436"/>
                              </a:lnTo>
                              <a:cubicBezTo>
                                <a:pt x="256323" y="375481"/>
                                <a:pt x="256403" y="375521"/>
                                <a:pt x="256481" y="375565"/>
                              </a:cubicBezTo>
                              <a:cubicBezTo>
                                <a:pt x="255885" y="377035"/>
                                <a:pt x="255550" y="378637"/>
                                <a:pt x="255550" y="380320"/>
                              </a:cubicBezTo>
                              <a:lnTo>
                                <a:pt x="255550" y="410337"/>
                              </a:lnTo>
                              <a:lnTo>
                                <a:pt x="165582" y="434749"/>
                              </a:lnTo>
                              <a:cubicBezTo>
                                <a:pt x="108330" y="450283"/>
                                <a:pt x="68344" y="502565"/>
                                <a:pt x="68344" y="561888"/>
                              </a:cubicBezTo>
                              <a:lnTo>
                                <a:pt x="68344" y="592313"/>
                              </a:lnTo>
                              <a:lnTo>
                                <a:pt x="12656" y="592313"/>
                              </a:lnTo>
                              <a:cubicBezTo>
                                <a:pt x="5666" y="592313"/>
                                <a:pt x="0" y="597980"/>
                                <a:pt x="0" y="604969"/>
                              </a:cubicBezTo>
                              <a:cubicBezTo>
                                <a:pt x="0" y="611958"/>
                                <a:pt x="5666" y="617625"/>
                                <a:pt x="12656" y="617625"/>
                              </a:cubicBezTo>
                              <a:lnTo>
                                <a:pt x="635344" y="617625"/>
                              </a:lnTo>
                              <a:cubicBezTo>
                                <a:pt x="642334" y="617625"/>
                                <a:pt x="648000" y="611958"/>
                                <a:pt x="648000" y="604969"/>
                              </a:cubicBezTo>
                              <a:cubicBezTo>
                                <a:pt x="648000" y="597980"/>
                                <a:pt x="642334" y="592313"/>
                                <a:pt x="635344" y="592313"/>
                              </a:cubicBezTo>
                              <a:close/>
                              <a:moveTo>
                                <a:pt x="491998" y="209512"/>
                              </a:moveTo>
                              <a:lnTo>
                                <a:pt x="491998" y="263771"/>
                              </a:lnTo>
                              <a:cubicBezTo>
                                <a:pt x="491998" y="273343"/>
                                <a:pt x="484212" y="281129"/>
                                <a:pt x="474640" y="281129"/>
                              </a:cubicBezTo>
                              <a:lnTo>
                                <a:pt x="457799" y="281129"/>
                              </a:lnTo>
                              <a:cubicBezTo>
                                <a:pt x="458971" y="274039"/>
                                <a:pt x="459583" y="266809"/>
                                <a:pt x="459583" y="259495"/>
                              </a:cubicBezTo>
                              <a:lnTo>
                                <a:pt x="459583" y="192152"/>
                              </a:lnTo>
                              <a:lnTo>
                                <a:pt x="474640" y="192152"/>
                              </a:lnTo>
                              <a:cubicBezTo>
                                <a:pt x="484212" y="192152"/>
                                <a:pt x="491998" y="199940"/>
                                <a:pt x="491998" y="209512"/>
                              </a:cubicBezTo>
                              <a:close/>
                              <a:moveTo>
                                <a:pt x="172758" y="281129"/>
                              </a:moveTo>
                              <a:cubicBezTo>
                                <a:pt x="163186" y="281129"/>
                                <a:pt x="155400" y="273342"/>
                                <a:pt x="155400" y="263770"/>
                              </a:cubicBezTo>
                              <a:lnTo>
                                <a:pt x="155400" y="209510"/>
                              </a:lnTo>
                              <a:cubicBezTo>
                                <a:pt x="155400" y="199938"/>
                                <a:pt x="163187" y="192152"/>
                                <a:pt x="172758" y="192152"/>
                              </a:cubicBezTo>
                              <a:lnTo>
                                <a:pt x="188588" y="192152"/>
                              </a:lnTo>
                              <a:cubicBezTo>
                                <a:pt x="188588" y="192227"/>
                                <a:pt x="188578" y="192300"/>
                                <a:pt x="188578" y="192375"/>
                              </a:cubicBezTo>
                              <a:lnTo>
                                <a:pt x="188578" y="259495"/>
                              </a:lnTo>
                              <a:cubicBezTo>
                                <a:pt x="188578" y="266809"/>
                                <a:pt x="189189" y="274039"/>
                                <a:pt x="190361" y="281129"/>
                              </a:cubicBezTo>
                              <a:lnTo>
                                <a:pt x="172758" y="281129"/>
                              </a:lnTo>
                              <a:close/>
                              <a:moveTo>
                                <a:pt x="189086" y="166838"/>
                              </a:moveTo>
                              <a:lnTo>
                                <a:pt x="172758" y="166838"/>
                              </a:lnTo>
                              <a:cubicBezTo>
                                <a:pt x="171981" y="166838"/>
                                <a:pt x="171209" y="166863"/>
                                <a:pt x="170442" y="166903"/>
                              </a:cubicBezTo>
                              <a:cubicBezTo>
                                <a:pt x="176871" y="87753"/>
                                <a:pt x="243277" y="25313"/>
                                <a:pt x="323986" y="25313"/>
                              </a:cubicBezTo>
                              <a:cubicBezTo>
                                <a:pt x="404711" y="25313"/>
                                <a:pt x="471128" y="87777"/>
                                <a:pt x="477534" y="166949"/>
                              </a:cubicBezTo>
                              <a:cubicBezTo>
                                <a:pt x="476576" y="166884"/>
                                <a:pt x="475613" y="166840"/>
                                <a:pt x="474640" y="166840"/>
                              </a:cubicBezTo>
                              <a:lnTo>
                                <a:pt x="459207" y="166840"/>
                              </a:lnTo>
                              <a:cubicBezTo>
                                <a:pt x="459073" y="166290"/>
                                <a:pt x="458904" y="165754"/>
                                <a:pt x="458700" y="165235"/>
                              </a:cubicBezTo>
                              <a:cubicBezTo>
                                <a:pt x="452226" y="96541"/>
                                <a:pt x="394275" y="42609"/>
                                <a:pt x="323965" y="42609"/>
                              </a:cubicBezTo>
                              <a:cubicBezTo>
                                <a:pt x="253109" y="42609"/>
                                <a:pt x="194802" y="97381"/>
                                <a:pt x="189086" y="166838"/>
                              </a:cubicBezTo>
                              <a:close/>
                              <a:moveTo>
                                <a:pt x="213931" y="178054"/>
                              </a:moveTo>
                              <a:cubicBezTo>
                                <a:pt x="213931" y="117329"/>
                                <a:pt x="263292" y="67922"/>
                                <a:pt x="323965" y="67922"/>
                              </a:cubicBezTo>
                              <a:cubicBezTo>
                                <a:pt x="372027" y="67922"/>
                                <a:pt x="412984" y="98926"/>
                                <a:pt x="427936" y="141999"/>
                              </a:cubicBezTo>
                              <a:lnTo>
                                <a:pt x="397330" y="163096"/>
                              </a:lnTo>
                              <a:cubicBezTo>
                                <a:pt x="381556" y="173970"/>
                                <a:pt x="363090" y="179719"/>
                                <a:pt x="343929" y="179719"/>
                              </a:cubicBezTo>
                              <a:lnTo>
                                <a:pt x="213810" y="179719"/>
                              </a:lnTo>
                              <a:cubicBezTo>
                                <a:pt x="213882" y="179172"/>
                                <a:pt x="213931" y="178620"/>
                                <a:pt x="213931" y="178054"/>
                              </a:cubicBezTo>
                              <a:close/>
                              <a:moveTo>
                                <a:pt x="213891" y="259495"/>
                              </a:moveTo>
                              <a:lnTo>
                                <a:pt x="213891" y="205031"/>
                              </a:lnTo>
                              <a:lnTo>
                                <a:pt x="343929" y="205031"/>
                              </a:lnTo>
                              <a:cubicBezTo>
                                <a:pt x="368244" y="205031"/>
                                <a:pt x="391678" y="197736"/>
                                <a:pt x="411696" y="183937"/>
                              </a:cubicBezTo>
                              <a:lnTo>
                                <a:pt x="433609" y="168832"/>
                              </a:lnTo>
                              <a:cubicBezTo>
                                <a:pt x="433863" y="171873"/>
                                <a:pt x="433998" y="174947"/>
                                <a:pt x="433998" y="178053"/>
                              </a:cubicBezTo>
                              <a:cubicBezTo>
                                <a:pt x="433998" y="178948"/>
                                <a:pt x="434093" y="179819"/>
                                <a:pt x="434270" y="180662"/>
                              </a:cubicBezTo>
                              <a:lnTo>
                                <a:pt x="434270" y="259495"/>
                              </a:lnTo>
                              <a:cubicBezTo>
                                <a:pt x="434270" y="275937"/>
                                <a:pt x="430488" y="291866"/>
                                <a:pt x="423574" y="306226"/>
                              </a:cubicBezTo>
                              <a:lnTo>
                                <a:pt x="373825" y="306226"/>
                              </a:lnTo>
                              <a:cubicBezTo>
                                <a:pt x="372075" y="292759"/>
                                <a:pt x="360539" y="282323"/>
                                <a:pt x="346604" y="282323"/>
                              </a:cubicBezTo>
                              <a:lnTo>
                                <a:pt x="317286" y="282323"/>
                              </a:lnTo>
                              <a:cubicBezTo>
                                <a:pt x="302145" y="282323"/>
                                <a:pt x="289827" y="294640"/>
                                <a:pt x="289827" y="309781"/>
                              </a:cubicBezTo>
                              <a:lnTo>
                                <a:pt x="289827" y="322926"/>
                              </a:lnTo>
                              <a:cubicBezTo>
                                <a:pt x="289827" y="338066"/>
                                <a:pt x="302145" y="350384"/>
                                <a:pt x="317286" y="350384"/>
                              </a:cubicBezTo>
                              <a:lnTo>
                                <a:pt x="346604" y="350384"/>
                              </a:lnTo>
                              <a:cubicBezTo>
                                <a:pt x="358736" y="350384"/>
                                <a:pt x="369050" y="342471"/>
                                <a:pt x="372672" y="331537"/>
                              </a:cubicBezTo>
                              <a:lnTo>
                                <a:pt x="406639" y="331537"/>
                              </a:lnTo>
                              <a:cubicBezTo>
                                <a:pt x="398953" y="340108"/>
                                <a:pt x="389852" y="347517"/>
                                <a:pt x="379552" y="353349"/>
                              </a:cubicBezTo>
                              <a:cubicBezTo>
                                <a:pt x="345379" y="372747"/>
                                <a:pt x="302911" y="372773"/>
                                <a:pt x="268653" y="353373"/>
                              </a:cubicBezTo>
                              <a:lnTo>
                                <a:pt x="268599" y="353344"/>
                              </a:lnTo>
                              <a:cubicBezTo>
                                <a:pt x="234853" y="334235"/>
                                <a:pt x="213891" y="298274"/>
                                <a:pt x="213891" y="259495"/>
                              </a:cubicBezTo>
                              <a:close/>
                              <a:moveTo>
                                <a:pt x="348751" y="309781"/>
                              </a:moveTo>
                              <a:lnTo>
                                <a:pt x="348751" y="322926"/>
                              </a:lnTo>
                              <a:cubicBezTo>
                                <a:pt x="348751" y="324110"/>
                                <a:pt x="347787" y="325072"/>
                                <a:pt x="346604" y="325072"/>
                              </a:cubicBezTo>
                              <a:lnTo>
                                <a:pt x="317286" y="325072"/>
                              </a:lnTo>
                              <a:cubicBezTo>
                                <a:pt x="316103" y="325072"/>
                                <a:pt x="315139" y="324109"/>
                                <a:pt x="315139" y="322926"/>
                              </a:cubicBezTo>
                              <a:lnTo>
                                <a:pt x="315139" y="309781"/>
                              </a:lnTo>
                              <a:cubicBezTo>
                                <a:pt x="315139" y="308597"/>
                                <a:pt x="316103" y="307635"/>
                                <a:pt x="317286" y="307635"/>
                              </a:cubicBezTo>
                              <a:lnTo>
                                <a:pt x="346604" y="307635"/>
                              </a:lnTo>
                              <a:cubicBezTo>
                                <a:pt x="347787" y="307635"/>
                                <a:pt x="348751" y="308599"/>
                                <a:pt x="348751" y="309781"/>
                              </a:cubicBezTo>
                              <a:close/>
                              <a:moveTo>
                                <a:pt x="93656" y="592313"/>
                              </a:moveTo>
                              <a:lnTo>
                                <a:pt x="93656" y="561888"/>
                              </a:lnTo>
                              <a:cubicBezTo>
                                <a:pt x="93656" y="513964"/>
                                <a:pt x="125959" y="471728"/>
                                <a:pt x="172211" y="459179"/>
                              </a:cubicBezTo>
                              <a:lnTo>
                                <a:pt x="259667" y="435448"/>
                              </a:lnTo>
                              <a:lnTo>
                                <a:pt x="307313" y="592313"/>
                              </a:lnTo>
                              <a:lnTo>
                                <a:pt x="93656" y="592313"/>
                              </a:lnTo>
                              <a:close/>
                              <a:moveTo>
                                <a:pt x="280864" y="418137"/>
                              </a:moveTo>
                              <a:lnTo>
                                <a:pt x="280864" y="386313"/>
                              </a:lnTo>
                              <a:cubicBezTo>
                                <a:pt x="294863" y="390911"/>
                                <a:pt x="309472" y="393212"/>
                                <a:pt x="324082" y="393212"/>
                              </a:cubicBezTo>
                              <a:cubicBezTo>
                                <a:pt x="338599" y="393212"/>
                                <a:pt x="353114" y="390935"/>
                                <a:pt x="367031" y="386397"/>
                              </a:cubicBezTo>
                              <a:lnTo>
                                <a:pt x="367031" y="418142"/>
                              </a:lnTo>
                              <a:lnTo>
                                <a:pt x="323989" y="560120"/>
                              </a:lnTo>
                              <a:lnTo>
                                <a:pt x="280864" y="418137"/>
                              </a:lnTo>
                              <a:close/>
                              <a:moveTo>
                                <a:pt x="554330" y="592313"/>
                              </a:moveTo>
                              <a:lnTo>
                                <a:pt x="340678" y="592313"/>
                              </a:lnTo>
                              <a:lnTo>
                                <a:pt x="388234" y="435448"/>
                              </a:lnTo>
                              <a:lnTo>
                                <a:pt x="475764" y="459185"/>
                              </a:lnTo>
                              <a:cubicBezTo>
                                <a:pt x="522030" y="471731"/>
                                <a:pt x="554339" y="513974"/>
                                <a:pt x="554334" y="561911"/>
                              </a:cubicBezTo>
                              <a:lnTo>
                                <a:pt x="554330" y="592313"/>
                              </a:ln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62" name="Google Shape;762;g3baff84d3b0_0_663"/>
                        <p:cNvSpPr/>
                        <p:nvPr/>
                      </p:nvSpPr>
                      <p:spPr>
                        <a:xfrm>
                          <a:off x="1108559" y="8957674"/>
                          <a:ext cx="17592" cy="17592"/>
                        </a:xfrm>
                        <a:custGeom>
                          <a:rect b="b" l="l" r="r" t="t"/>
                          <a:pathLst>
                            <a:path extrusionOk="0" h="25312" w="25312">
                              <a:moveTo>
                                <a:pt x="21604" y="3708"/>
                              </a:moveTo>
                              <a:cubicBezTo>
                                <a:pt x="19250" y="1353"/>
                                <a:pt x="15985" y="0"/>
                                <a:pt x="12656" y="0"/>
                              </a:cubicBezTo>
                              <a:cubicBezTo>
                                <a:pt x="9328" y="0"/>
                                <a:pt x="6062" y="1353"/>
                                <a:pt x="3708" y="3708"/>
                              </a:cubicBezTo>
                              <a:cubicBezTo>
                                <a:pt x="1354" y="6064"/>
                                <a:pt x="0" y="9328"/>
                                <a:pt x="0" y="12656"/>
                              </a:cubicBezTo>
                              <a:cubicBezTo>
                                <a:pt x="0" y="15985"/>
                                <a:pt x="1354" y="19250"/>
                                <a:pt x="3708" y="21603"/>
                              </a:cubicBezTo>
                              <a:cubicBezTo>
                                <a:pt x="6062" y="23957"/>
                                <a:pt x="9328" y="25313"/>
                                <a:pt x="12656" y="25313"/>
                              </a:cubicBezTo>
                              <a:cubicBezTo>
                                <a:pt x="15985" y="25313"/>
                                <a:pt x="19250" y="23958"/>
                                <a:pt x="21604" y="21603"/>
                              </a:cubicBezTo>
                              <a:cubicBezTo>
                                <a:pt x="23958" y="19250"/>
                                <a:pt x="25313" y="15985"/>
                                <a:pt x="25313" y="12656"/>
                              </a:cubicBezTo>
                              <a:cubicBezTo>
                                <a:pt x="25313" y="9314"/>
                                <a:pt x="23958" y="6062"/>
                                <a:pt x="21604" y="3708"/>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63" name="Google Shape;763;g3baff84d3b0_0_663"/>
                        <p:cNvSpPr/>
                        <p:nvPr/>
                      </p:nvSpPr>
                      <p:spPr>
                        <a:xfrm>
                          <a:off x="1044574" y="8957674"/>
                          <a:ext cx="51896" cy="17592"/>
                        </a:xfrm>
                        <a:custGeom>
                          <a:rect b="b" l="l" r="r" t="t"/>
                          <a:pathLst>
                            <a:path extrusionOk="0" h="25312" w="74671">
                              <a:moveTo>
                                <a:pt x="62016" y="0"/>
                              </a:moveTo>
                              <a:lnTo>
                                <a:pt x="12656" y="0"/>
                              </a:lnTo>
                              <a:cubicBezTo>
                                <a:pt x="5666" y="0"/>
                                <a:pt x="0" y="5667"/>
                                <a:pt x="0" y="12656"/>
                              </a:cubicBezTo>
                              <a:cubicBezTo>
                                <a:pt x="0" y="19645"/>
                                <a:pt x="5666" y="25313"/>
                                <a:pt x="12656" y="25313"/>
                              </a:cubicBezTo>
                              <a:lnTo>
                                <a:pt x="62016" y="25313"/>
                              </a:lnTo>
                              <a:cubicBezTo>
                                <a:pt x="69006" y="25313"/>
                                <a:pt x="74672" y="19645"/>
                                <a:pt x="74672" y="12656"/>
                              </a:cubicBezTo>
                              <a:cubicBezTo>
                                <a:pt x="74672" y="5667"/>
                                <a:pt x="69006" y="0"/>
                                <a:pt x="62016" y="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grpSp>
                  <p:grpSp>
                    <p:nvGrpSpPr>
                      <p:cNvPr id="764" name="Google Shape;764;g3baff84d3b0_0_663"/>
                      <p:cNvGrpSpPr/>
                      <p:nvPr/>
                    </p:nvGrpSpPr>
                    <p:grpSpPr>
                      <a:xfrm>
                        <a:off x="1669359" y="8571256"/>
                        <a:ext cx="424015" cy="439293"/>
                        <a:chOff x="1669359" y="8571256"/>
                        <a:chExt cx="424015" cy="439293"/>
                      </a:xfrm>
                    </p:grpSpPr>
                    <p:sp>
                      <p:nvSpPr>
                        <p:cNvPr id="765" name="Google Shape;765;g3baff84d3b0_0_663"/>
                        <p:cNvSpPr/>
                        <p:nvPr/>
                      </p:nvSpPr>
                      <p:spPr>
                        <a:xfrm>
                          <a:off x="1865983" y="8571256"/>
                          <a:ext cx="227391" cy="181731"/>
                        </a:xfrm>
                        <a:custGeom>
                          <a:rect b="b" l="l" r="r" t="t"/>
                          <a:pathLst>
                            <a:path extrusionOk="0" h="291938" w="365286">
                              <a:moveTo>
                                <a:pt x="349166" y="0"/>
                              </a:moveTo>
                              <a:lnTo>
                                <a:pt x="16120" y="0"/>
                              </a:lnTo>
                              <a:cubicBezTo>
                                <a:pt x="7254" y="0"/>
                                <a:pt x="0" y="7254"/>
                                <a:pt x="0" y="16120"/>
                              </a:cubicBezTo>
                              <a:lnTo>
                                <a:pt x="0" y="224234"/>
                              </a:lnTo>
                              <a:cubicBezTo>
                                <a:pt x="0" y="233100"/>
                                <a:pt x="7254" y="240354"/>
                                <a:pt x="16120" y="240354"/>
                              </a:cubicBezTo>
                              <a:lnTo>
                                <a:pt x="55615" y="240354"/>
                              </a:lnTo>
                              <a:lnTo>
                                <a:pt x="54648" y="275335"/>
                              </a:lnTo>
                              <a:cubicBezTo>
                                <a:pt x="54487" y="281138"/>
                                <a:pt x="57549" y="286780"/>
                                <a:pt x="62547" y="289682"/>
                              </a:cubicBezTo>
                              <a:cubicBezTo>
                                <a:pt x="65126" y="291133"/>
                                <a:pt x="67866" y="291939"/>
                                <a:pt x="70768" y="291939"/>
                              </a:cubicBezTo>
                              <a:cubicBezTo>
                                <a:pt x="73670" y="291939"/>
                                <a:pt x="76410" y="291133"/>
                                <a:pt x="78990" y="289682"/>
                              </a:cubicBezTo>
                              <a:lnTo>
                                <a:pt x="161526" y="240354"/>
                              </a:lnTo>
                              <a:lnTo>
                                <a:pt x="349166" y="240354"/>
                              </a:lnTo>
                              <a:cubicBezTo>
                                <a:pt x="358032" y="240354"/>
                                <a:pt x="365286" y="233100"/>
                                <a:pt x="365286" y="224234"/>
                              </a:cubicBezTo>
                              <a:lnTo>
                                <a:pt x="365286" y="16120"/>
                              </a:lnTo>
                              <a:cubicBezTo>
                                <a:pt x="365286" y="7254"/>
                                <a:pt x="358032" y="0"/>
                                <a:pt x="349166" y="0"/>
                              </a:cubicBezTo>
                              <a:close/>
                              <a:moveTo>
                                <a:pt x="157012" y="208113"/>
                              </a:moveTo>
                              <a:cubicBezTo>
                                <a:pt x="154110" y="208113"/>
                                <a:pt x="151209" y="208919"/>
                                <a:pt x="148790" y="210370"/>
                              </a:cubicBezTo>
                              <a:lnTo>
                                <a:pt x="87694" y="246802"/>
                              </a:lnTo>
                              <a:lnTo>
                                <a:pt x="88339" y="224717"/>
                              </a:lnTo>
                              <a:cubicBezTo>
                                <a:pt x="88501" y="220365"/>
                                <a:pt x="86888" y="216173"/>
                                <a:pt x="83826" y="212949"/>
                              </a:cubicBezTo>
                              <a:cubicBezTo>
                                <a:pt x="80763" y="209886"/>
                                <a:pt x="76571" y="208113"/>
                                <a:pt x="72219" y="208113"/>
                              </a:cubicBezTo>
                              <a:lnTo>
                                <a:pt x="32241" y="208113"/>
                              </a:lnTo>
                              <a:lnTo>
                                <a:pt x="32241" y="32241"/>
                              </a:lnTo>
                              <a:lnTo>
                                <a:pt x="333046" y="32241"/>
                              </a:lnTo>
                              <a:lnTo>
                                <a:pt x="333046" y="208113"/>
                              </a:lnTo>
                              <a:lnTo>
                                <a:pt x="157012" y="208113"/>
                              </a:ln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66" name="Google Shape;766;g3baff84d3b0_0_663"/>
                        <p:cNvSpPr/>
                        <p:nvPr/>
                      </p:nvSpPr>
                      <p:spPr>
                        <a:xfrm>
                          <a:off x="2037165" y="8616406"/>
                          <a:ext cx="20069" cy="20094"/>
                        </a:xfrm>
                        <a:custGeom>
                          <a:rect b="b" l="l" r="r" t="t"/>
                          <a:pathLst>
                            <a:path extrusionOk="0" h="32280" w="32240">
                              <a:moveTo>
                                <a:pt x="27405" y="4715"/>
                              </a:moveTo>
                              <a:cubicBezTo>
                                <a:pt x="26599" y="3909"/>
                                <a:pt x="25793" y="3264"/>
                                <a:pt x="24986" y="2781"/>
                              </a:cubicBezTo>
                              <a:cubicBezTo>
                                <a:pt x="24180" y="2136"/>
                                <a:pt x="23213" y="1652"/>
                                <a:pt x="22246" y="1330"/>
                              </a:cubicBezTo>
                              <a:cubicBezTo>
                                <a:pt x="21279" y="1008"/>
                                <a:pt x="20312" y="685"/>
                                <a:pt x="19183" y="363"/>
                              </a:cubicBezTo>
                              <a:cubicBezTo>
                                <a:pt x="17088" y="-121"/>
                                <a:pt x="14992" y="-121"/>
                                <a:pt x="12896" y="363"/>
                              </a:cubicBezTo>
                              <a:cubicBezTo>
                                <a:pt x="11929" y="524"/>
                                <a:pt x="10801" y="846"/>
                                <a:pt x="9833" y="1330"/>
                              </a:cubicBezTo>
                              <a:cubicBezTo>
                                <a:pt x="8866" y="1652"/>
                                <a:pt x="7899" y="2297"/>
                                <a:pt x="7093" y="2781"/>
                              </a:cubicBezTo>
                              <a:cubicBezTo>
                                <a:pt x="6287" y="3426"/>
                                <a:pt x="5320" y="4070"/>
                                <a:pt x="4675" y="4715"/>
                              </a:cubicBezTo>
                              <a:cubicBezTo>
                                <a:pt x="3869" y="5521"/>
                                <a:pt x="3224" y="6327"/>
                                <a:pt x="2740" y="7133"/>
                              </a:cubicBezTo>
                              <a:cubicBezTo>
                                <a:pt x="2096" y="7939"/>
                                <a:pt x="1612" y="8906"/>
                                <a:pt x="1290" y="9874"/>
                              </a:cubicBezTo>
                              <a:cubicBezTo>
                                <a:pt x="967" y="10841"/>
                                <a:pt x="645" y="11808"/>
                                <a:pt x="322" y="12937"/>
                              </a:cubicBezTo>
                              <a:cubicBezTo>
                                <a:pt x="161" y="13904"/>
                                <a:pt x="0" y="15032"/>
                                <a:pt x="0" y="16161"/>
                              </a:cubicBezTo>
                              <a:cubicBezTo>
                                <a:pt x="0" y="17289"/>
                                <a:pt x="161" y="18256"/>
                                <a:pt x="322" y="19385"/>
                              </a:cubicBezTo>
                              <a:cubicBezTo>
                                <a:pt x="484" y="20352"/>
                                <a:pt x="806" y="21480"/>
                                <a:pt x="1290" y="22448"/>
                              </a:cubicBezTo>
                              <a:cubicBezTo>
                                <a:pt x="1773" y="23415"/>
                                <a:pt x="2257" y="24382"/>
                                <a:pt x="2740" y="25188"/>
                              </a:cubicBezTo>
                              <a:cubicBezTo>
                                <a:pt x="3385" y="25994"/>
                                <a:pt x="4030" y="26800"/>
                                <a:pt x="4675" y="27606"/>
                              </a:cubicBezTo>
                              <a:cubicBezTo>
                                <a:pt x="5481" y="28412"/>
                                <a:pt x="6287" y="29057"/>
                                <a:pt x="7093" y="29540"/>
                              </a:cubicBezTo>
                              <a:cubicBezTo>
                                <a:pt x="7899" y="30185"/>
                                <a:pt x="8866" y="30669"/>
                                <a:pt x="9833" y="30991"/>
                              </a:cubicBezTo>
                              <a:cubicBezTo>
                                <a:pt x="10801" y="31314"/>
                                <a:pt x="11768" y="31636"/>
                                <a:pt x="12896" y="31959"/>
                              </a:cubicBezTo>
                              <a:cubicBezTo>
                                <a:pt x="13863" y="32120"/>
                                <a:pt x="14992" y="32281"/>
                                <a:pt x="16120" y="32281"/>
                              </a:cubicBezTo>
                              <a:cubicBezTo>
                                <a:pt x="17088" y="32281"/>
                                <a:pt x="18216" y="32120"/>
                                <a:pt x="19344" y="31959"/>
                              </a:cubicBezTo>
                              <a:cubicBezTo>
                                <a:pt x="20312" y="31797"/>
                                <a:pt x="21440" y="31475"/>
                                <a:pt x="22407" y="30991"/>
                              </a:cubicBezTo>
                              <a:cubicBezTo>
                                <a:pt x="23374" y="30508"/>
                                <a:pt x="24342" y="30024"/>
                                <a:pt x="25148" y="29540"/>
                              </a:cubicBezTo>
                              <a:cubicBezTo>
                                <a:pt x="25954" y="28896"/>
                                <a:pt x="26921" y="28251"/>
                                <a:pt x="27566" y="27606"/>
                              </a:cubicBezTo>
                              <a:cubicBezTo>
                                <a:pt x="28372" y="26800"/>
                                <a:pt x="29017" y="25994"/>
                                <a:pt x="29500" y="25188"/>
                              </a:cubicBezTo>
                              <a:cubicBezTo>
                                <a:pt x="30145" y="24221"/>
                                <a:pt x="30629" y="23415"/>
                                <a:pt x="30951" y="22448"/>
                              </a:cubicBezTo>
                              <a:cubicBezTo>
                                <a:pt x="31273" y="21480"/>
                                <a:pt x="31596" y="20513"/>
                                <a:pt x="31918" y="19385"/>
                              </a:cubicBezTo>
                              <a:cubicBezTo>
                                <a:pt x="32079" y="18256"/>
                                <a:pt x="32241" y="17289"/>
                                <a:pt x="32241" y="16161"/>
                              </a:cubicBezTo>
                              <a:cubicBezTo>
                                <a:pt x="32079" y="11969"/>
                                <a:pt x="30467" y="7778"/>
                                <a:pt x="27405" y="4715"/>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67" name="Google Shape;767;g3baff84d3b0_0_663"/>
                        <p:cNvSpPr/>
                        <p:nvPr/>
                      </p:nvSpPr>
                      <p:spPr>
                        <a:xfrm>
                          <a:off x="1901742" y="8616431"/>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643" y="0"/>
                                <a:pt x="173777" y="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68" name="Google Shape;768;g3baff84d3b0_0_663"/>
                        <p:cNvSpPr/>
                        <p:nvPr/>
                      </p:nvSpPr>
                      <p:spPr>
                        <a:xfrm>
                          <a:off x="1901842" y="8656388"/>
                          <a:ext cx="20069" cy="19978"/>
                        </a:xfrm>
                        <a:custGeom>
                          <a:rect b="b" l="l" r="r" t="t"/>
                          <a:pathLst>
                            <a:path extrusionOk="0" h="32093" w="32240">
                              <a:moveTo>
                                <a:pt x="31757" y="12910"/>
                              </a:moveTo>
                              <a:cubicBezTo>
                                <a:pt x="31596" y="11943"/>
                                <a:pt x="31273" y="10815"/>
                                <a:pt x="30790" y="9848"/>
                              </a:cubicBezTo>
                              <a:cubicBezTo>
                                <a:pt x="30467" y="8880"/>
                                <a:pt x="29823" y="7913"/>
                                <a:pt x="29339" y="7107"/>
                              </a:cubicBezTo>
                              <a:cubicBezTo>
                                <a:pt x="28694" y="6301"/>
                                <a:pt x="28049" y="5334"/>
                                <a:pt x="27405" y="4689"/>
                              </a:cubicBezTo>
                              <a:cubicBezTo>
                                <a:pt x="23697" y="981"/>
                                <a:pt x="18055" y="-792"/>
                                <a:pt x="12896" y="337"/>
                              </a:cubicBezTo>
                              <a:cubicBezTo>
                                <a:pt x="11929" y="498"/>
                                <a:pt x="10801" y="820"/>
                                <a:pt x="9833" y="1304"/>
                              </a:cubicBezTo>
                              <a:cubicBezTo>
                                <a:pt x="8866" y="1626"/>
                                <a:pt x="7899" y="2271"/>
                                <a:pt x="7093" y="2755"/>
                              </a:cubicBezTo>
                              <a:cubicBezTo>
                                <a:pt x="6287" y="3399"/>
                                <a:pt x="5320" y="4044"/>
                                <a:pt x="4675" y="4689"/>
                              </a:cubicBezTo>
                              <a:cubicBezTo>
                                <a:pt x="3869" y="5495"/>
                                <a:pt x="3224" y="6301"/>
                                <a:pt x="2740" y="7107"/>
                              </a:cubicBezTo>
                              <a:cubicBezTo>
                                <a:pt x="2096" y="8074"/>
                                <a:pt x="1612" y="8880"/>
                                <a:pt x="1290" y="9848"/>
                              </a:cubicBezTo>
                              <a:cubicBezTo>
                                <a:pt x="967" y="10815"/>
                                <a:pt x="484" y="11782"/>
                                <a:pt x="322" y="12910"/>
                              </a:cubicBezTo>
                              <a:cubicBezTo>
                                <a:pt x="161" y="13878"/>
                                <a:pt x="0" y="15006"/>
                                <a:pt x="0" y="16135"/>
                              </a:cubicBezTo>
                              <a:cubicBezTo>
                                <a:pt x="0" y="17102"/>
                                <a:pt x="161" y="18230"/>
                                <a:pt x="322" y="19197"/>
                              </a:cubicBezTo>
                              <a:cubicBezTo>
                                <a:pt x="484" y="20165"/>
                                <a:pt x="806" y="21293"/>
                                <a:pt x="1290" y="22260"/>
                              </a:cubicBezTo>
                              <a:cubicBezTo>
                                <a:pt x="1612" y="23227"/>
                                <a:pt x="2096" y="24195"/>
                                <a:pt x="2740" y="25001"/>
                              </a:cubicBezTo>
                              <a:cubicBezTo>
                                <a:pt x="3385" y="25807"/>
                                <a:pt x="4030" y="26774"/>
                                <a:pt x="4675" y="27419"/>
                              </a:cubicBezTo>
                              <a:cubicBezTo>
                                <a:pt x="5481" y="28225"/>
                                <a:pt x="6287" y="28870"/>
                                <a:pt x="7093" y="29353"/>
                              </a:cubicBezTo>
                              <a:cubicBezTo>
                                <a:pt x="7899" y="29998"/>
                                <a:pt x="8866" y="30482"/>
                                <a:pt x="9833" y="30804"/>
                              </a:cubicBezTo>
                              <a:cubicBezTo>
                                <a:pt x="10801" y="31126"/>
                                <a:pt x="11768" y="31449"/>
                                <a:pt x="12896" y="31771"/>
                              </a:cubicBezTo>
                              <a:cubicBezTo>
                                <a:pt x="13863" y="31932"/>
                                <a:pt x="14992" y="32094"/>
                                <a:pt x="16120" y="32094"/>
                              </a:cubicBezTo>
                              <a:cubicBezTo>
                                <a:pt x="20312" y="32094"/>
                                <a:pt x="24503" y="30320"/>
                                <a:pt x="27566" y="27419"/>
                              </a:cubicBezTo>
                              <a:cubicBezTo>
                                <a:pt x="28372" y="26613"/>
                                <a:pt x="29017" y="25807"/>
                                <a:pt x="29500" y="25001"/>
                              </a:cubicBezTo>
                              <a:cubicBezTo>
                                <a:pt x="30145" y="24195"/>
                                <a:pt x="30629" y="23227"/>
                                <a:pt x="30951" y="22260"/>
                              </a:cubicBezTo>
                              <a:cubicBezTo>
                                <a:pt x="31273" y="21293"/>
                                <a:pt x="31596" y="20326"/>
                                <a:pt x="31918" y="19197"/>
                              </a:cubicBezTo>
                              <a:cubicBezTo>
                                <a:pt x="32079" y="18230"/>
                                <a:pt x="32241" y="17102"/>
                                <a:pt x="32241" y="16135"/>
                              </a:cubicBezTo>
                              <a:cubicBezTo>
                                <a:pt x="32079" y="15006"/>
                                <a:pt x="31918" y="13878"/>
                                <a:pt x="31757" y="1291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69" name="Google Shape;769;g3baff84d3b0_0_663"/>
                        <p:cNvSpPr/>
                        <p:nvPr/>
                      </p:nvSpPr>
                      <p:spPr>
                        <a:xfrm>
                          <a:off x="1939103" y="8656396"/>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804" y="0"/>
                                <a:pt x="173777" y="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70" name="Google Shape;770;g3baff84d3b0_0_663"/>
                        <p:cNvSpPr/>
                        <p:nvPr/>
                      </p:nvSpPr>
                      <p:spPr>
                        <a:xfrm>
                          <a:off x="1669359" y="8699367"/>
                          <a:ext cx="227491" cy="311182"/>
                        </a:xfrm>
                        <a:custGeom>
                          <a:rect b="b" l="l" r="r" t="t"/>
                          <a:pathLst>
                            <a:path extrusionOk="0" h="499890" w="365447">
                              <a:moveTo>
                                <a:pt x="365448" y="397527"/>
                              </a:moveTo>
                              <a:cubicBezTo>
                                <a:pt x="365448" y="366576"/>
                                <a:pt x="340300" y="341428"/>
                                <a:pt x="309349" y="341428"/>
                              </a:cubicBezTo>
                              <a:lnTo>
                                <a:pt x="248898" y="341428"/>
                              </a:lnTo>
                              <a:lnTo>
                                <a:pt x="240193" y="317087"/>
                              </a:lnTo>
                              <a:cubicBezTo>
                                <a:pt x="280816" y="295163"/>
                                <a:pt x="306286" y="253089"/>
                                <a:pt x="306286" y="206018"/>
                              </a:cubicBezTo>
                              <a:lnTo>
                                <a:pt x="306286" y="205856"/>
                              </a:lnTo>
                              <a:cubicBezTo>
                                <a:pt x="313863" y="185867"/>
                                <a:pt x="345136" y="95432"/>
                                <a:pt x="313379" y="54325"/>
                              </a:cubicBezTo>
                              <a:cubicBezTo>
                                <a:pt x="313379" y="54325"/>
                                <a:pt x="313379" y="54325"/>
                                <a:pt x="313379" y="54164"/>
                              </a:cubicBezTo>
                              <a:cubicBezTo>
                                <a:pt x="299032" y="35787"/>
                                <a:pt x="273401" y="30790"/>
                                <a:pt x="260504" y="30629"/>
                              </a:cubicBezTo>
                              <a:cubicBezTo>
                                <a:pt x="241805" y="30467"/>
                                <a:pt x="222138" y="24019"/>
                                <a:pt x="203761" y="12251"/>
                              </a:cubicBezTo>
                              <a:cubicBezTo>
                                <a:pt x="191187" y="4191"/>
                                <a:pt x="177485" y="0"/>
                                <a:pt x="163299" y="0"/>
                              </a:cubicBezTo>
                              <a:cubicBezTo>
                                <a:pt x="80924" y="0"/>
                                <a:pt x="37883" y="64965"/>
                                <a:pt x="37883" y="129124"/>
                              </a:cubicBezTo>
                              <a:cubicBezTo>
                                <a:pt x="37883" y="177968"/>
                                <a:pt x="48200" y="200376"/>
                                <a:pt x="53358" y="208436"/>
                              </a:cubicBezTo>
                              <a:cubicBezTo>
                                <a:pt x="54164" y="254540"/>
                                <a:pt x="79473" y="295647"/>
                                <a:pt x="119452" y="317248"/>
                              </a:cubicBezTo>
                              <a:lnTo>
                                <a:pt x="110747" y="341589"/>
                              </a:lnTo>
                              <a:lnTo>
                                <a:pt x="56099" y="341589"/>
                              </a:lnTo>
                              <a:cubicBezTo>
                                <a:pt x="25148" y="341589"/>
                                <a:pt x="0" y="366737"/>
                                <a:pt x="0" y="397688"/>
                              </a:cubicBezTo>
                              <a:lnTo>
                                <a:pt x="0" y="499891"/>
                              </a:lnTo>
                              <a:lnTo>
                                <a:pt x="32241" y="499891"/>
                              </a:lnTo>
                              <a:lnTo>
                                <a:pt x="32241" y="499891"/>
                              </a:lnTo>
                              <a:lnTo>
                                <a:pt x="32241" y="450402"/>
                              </a:lnTo>
                              <a:lnTo>
                                <a:pt x="32241" y="397366"/>
                              </a:lnTo>
                              <a:cubicBezTo>
                                <a:pt x="32241" y="384147"/>
                                <a:pt x="42880" y="373508"/>
                                <a:pt x="56099" y="373508"/>
                              </a:cubicBezTo>
                              <a:lnTo>
                                <a:pt x="114454" y="373508"/>
                              </a:lnTo>
                              <a:cubicBezTo>
                                <a:pt x="114938" y="374152"/>
                                <a:pt x="115583" y="374636"/>
                                <a:pt x="116227" y="375281"/>
                              </a:cubicBezTo>
                              <a:cubicBezTo>
                                <a:pt x="116711" y="375765"/>
                                <a:pt x="117033" y="376248"/>
                                <a:pt x="117517" y="376571"/>
                              </a:cubicBezTo>
                              <a:cubicBezTo>
                                <a:pt x="118323" y="377377"/>
                                <a:pt x="119129" y="378183"/>
                                <a:pt x="119935" y="378989"/>
                              </a:cubicBezTo>
                              <a:cubicBezTo>
                                <a:pt x="120258" y="379311"/>
                                <a:pt x="120580" y="379633"/>
                                <a:pt x="120902" y="379956"/>
                              </a:cubicBezTo>
                              <a:cubicBezTo>
                                <a:pt x="122031" y="381084"/>
                                <a:pt x="123320" y="382051"/>
                                <a:pt x="124610" y="383019"/>
                              </a:cubicBezTo>
                              <a:cubicBezTo>
                                <a:pt x="124932" y="383180"/>
                                <a:pt x="125094" y="383341"/>
                                <a:pt x="125416" y="383663"/>
                              </a:cubicBezTo>
                              <a:cubicBezTo>
                                <a:pt x="126383" y="384469"/>
                                <a:pt x="127350" y="385275"/>
                                <a:pt x="128479" y="385920"/>
                              </a:cubicBezTo>
                              <a:cubicBezTo>
                                <a:pt x="128962" y="386243"/>
                                <a:pt x="129446" y="386565"/>
                                <a:pt x="129930" y="386888"/>
                              </a:cubicBezTo>
                              <a:cubicBezTo>
                                <a:pt x="130736" y="387532"/>
                                <a:pt x="131542" y="388016"/>
                                <a:pt x="132509" y="388661"/>
                              </a:cubicBezTo>
                              <a:cubicBezTo>
                                <a:pt x="132993" y="388983"/>
                                <a:pt x="133637" y="389306"/>
                                <a:pt x="134121" y="389628"/>
                              </a:cubicBezTo>
                              <a:cubicBezTo>
                                <a:pt x="134927" y="390112"/>
                                <a:pt x="135733" y="390595"/>
                                <a:pt x="136539" y="391079"/>
                              </a:cubicBezTo>
                              <a:cubicBezTo>
                                <a:pt x="137184" y="391401"/>
                                <a:pt x="137667" y="391724"/>
                                <a:pt x="138312" y="392046"/>
                              </a:cubicBezTo>
                              <a:cubicBezTo>
                                <a:pt x="139118" y="392530"/>
                                <a:pt x="139924" y="392852"/>
                                <a:pt x="140730" y="393336"/>
                              </a:cubicBezTo>
                              <a:cubicBezTo>
                                <a:pt x="141375" y="393658"/>
                                <a:pt x="142020" y="393980"/>
                                <a:pt x="142665" y="394303"/>
                              </a:cubicBezTo>
                              <a:cubicBezTo>
                                <a:pt x="143471" y="394625"/>
                                <a:pt x="144277" y="395109"/>
                                <a:pt x="145083" y="395431"/>
                              </a:cubicBezTo>
                              <a:cubicBezTo>
                                <a:pt x="145728" y="395754"/>
                                <a:pt x="146372" y="395915"/>
                                <a:pt x="147017" y="396237"/>
                              </a:cubicBezTo>
                              <a:cubicBezTo>
                                <a:pt x="147823" y="396560"/>
                                <a:pt x="148629" y="396882"/>
                                <a:pt x="149435" y="397205"/>
                              </a:cubicBezTo>
                              <a:cubicBezTo>
                                <a:pt x="150080" y="397527"/>
                                <a:pt x="150725" y="397688"/>
                                <a:pt x="151370" y="397849"/>
                              </a:cubicBezTo>
                              <a:cubicBezTo>
                                <a:pt x="152176" y="398172"/>
                                <a:pt x="152982" y="398333"/>
                                <a:pt x="153949" y="398655"/>
                              </a:cubicBezTo>
                              <a:cubicBezTo>
                                <a:pt x="154594" y="398817"/>
                                <a:pt x="155239" y="399139"/>
                                <a:pt x="156045" y="399300"/>
                              </a:cubicBezTo>
                              <a:cubicBezTo>
                                <a:pt x="156851" y="399623"/>
                                <a:pt x="157818" y="399784"/>
                                <a:pt x="158624" y="399945"/>
                              </a:cubicBezTo>
                              <a:cubicBezTo>
                                <a:pt x="159269" y="400106"/>
                                <a:pt x="159914" y="400267"/>
                                <a:pt x="160720" y="400429"/>
                              </a:cubicBezTo>
                              <a:cubicBezTo>
                                <a:pt x="161687" y="400590"/>
                                <a:pt x="162493" y="400751"/>
                                <a:pt x="163460" y="400912"/>
                              </a:cubicBezTo>
                              <a:cubicBezTo>
                                <a:pt x="164105" y="401073"/>
                                <a:pt x="164750" y="401235"/>
                                <a:pt x="165394" y="401235"/>
                              </a:cubicBezTo>
                              <a:cubicBezTo>
                                <a:pt x="166362" y="401396"/>
                                <a:pt x="167329" y="401557"/>
                                <a:pt x="168296" y="401718"/>
                              </a:cubicBezTo>
                              <a:cubicBezTo>
                                <a:pt x="168941" y="401879"/>
                                <a:pt x="169586" y="401879"/>
                                <a:pt x="170231" y="402041"/>
                              </a:cubicBezTo>
                              <a:cubicBezTo>
                                <a:pt x="171359" y="402202"/>
                                <a:pt x="172326" y="402202"/>
                                <a:pt x="173455" y="402363"/>
                              </a:cubicBezTo>
                              <a:cubicBezTo>
                                <a:pt x="173938" y="402363"/>
                                <a:pt x="174583" y="402524"/>
                                <a:pt x="175067" y="402524"/>
                              </a:cubicBezTo>
                              <a:cubicBezTo>
                                <a:pt x="176679" y="402685"/>
                                <a:pt x="178291" y="402685"/>
                                <a:pt x="179903" y="402685"/>
                              </a:cubicBezTo>
                              <a:cubicBezTo>
                                <a:pt x="179903" y="402685"/>
                                <a:pt x="179903" y="402685"/>
                                <a:pt x="179903" y="402685"/>
                              </a:cubicBezTo>
                              <a:cubicBezTo>
                                <a:pt x="181515" y="402685"/>
                                <a:pt x="183127" y="402685"/>
                                <a:pt x="184739" y="402524"/>
                              </a:cubicBezTo>
                              <a:cubicBezTo>
                                <a:pt x="185222" y="402524"/>
                                <a:pt x="185867" y="402363"/>
                                <a:pt x="186351" y="402363"/>
                              </a:cubicBezTo>
                              <a:cubicBezTo>
                                <a:pt x="187479" y="402363"/>
                                <a:pt x="188446" y="402202"/>
                                <a:pt x="189575" y="402041"/>
                              </a:cubicBezTo>
                              <a:cubicBezTo>
                                <a:pt x="190220" y="402041"/>
                                <a:pt x="190865" y="401879"/>
                                <a:pt x="191509" y="401718"/>
                              </a:cubicBezTo>
                              <a:cubicBezTo>
                                <a:pt x="192477" y="401557"/>
                                <a:pt x="193444" y="401396"/>
                                <a:pt x="194411" y="401235"/>
                              </a:cubicBezTo>
                              <a:cubicBezTo>
                                <a:pt x="195056" y="401073"/>
                                <a:pt x="195701" y="400912"/>
                                <a:pt x="196345" y="400912"/>
                              </a:cubicBezTo>
                              <a:cubicBezTo>
                                <a:pt x="197313" y="400751"/>
                                <a:pt x="198119" y="400590"/>
                                <a:pt x="199086" y="400429"/>
                              </a:cubicBezTo>
                              <a:cubicBezTo>
                                <a:pt x="199731" y="400267"/>
                                <a:pt x="200375" y="400106"/>
                                <a:pt x="201182" y="399945"/>
                              </a:cubicBezTo>
                              <a:cubicBezTo>
                                <a:pt x="201988" y="399784"/>
                                <a:pt x="202955" y="399461"/>
                                <a:pt x="203761" y="399300"/>
                              </a:cubicBezTo>
                              <a:cubicBezTo>
                                <a:pt x="204406" y="399139"/>
                                <a:pt x="205050" y="398978"/>
                                <a:pt x="205856" y="398655"/>
                              </a:cubicBezTo>
                              <a:cubicBezTo>
                                <a:pt x="206662" y="398333"/>
                                <a:pt x="207630" y="398172"/>
                                <a:pt x="208436" y="397849"/>
                              </a:cubicBezTo>
                              <a:cubicBezTo>
                                <a:pt x="209080" y="397688"/>
                                <a:pt x="209725" y="397366"/>
                                <a:pt x="210370" y="397205"/>
                              </a:cubicBezTo>
                              <a:cubicBezTo>
                                <a:pt x="211176" y="396882"/>
                                <a:pt x="211982" y="396560"/>
                                <a:pt x="212788" y="396237"/>
                              </a:cubicBezTo>
                              <a:cubicBezTo>
                                <a:pt x="213433" y="395915"/>
                                <a:pt x="214078" y="395754"/>
                                <a:pt x="214723" y="395431"/>
                              </a:cubicBezTo>
                              <a:cubicBezTo>
                                <a:pt x="215529" y="395109"/>
                                <a:pt x="216335" y="394625"/>
                                <a:pt x="217141" y="394303"/>
                              </a:cubicBezTo>
                              <a:cubicBezTo>
                                <a:pt x="217785" y="393980"/>
                                <a:pt x="218430" y="393658"/>
                                <a:pt x="219075" y="393336"/>
                              </a:cubicBezTo>
                              <a:cubicBezTo>
                                <a:pt x="219881" y="393013"/>
                                <a:pt x="220687" y="392530"/>
                                <a:pt x="221493" y="392046"/>
                              </a:cubicBezTo>
                              <a:cubicBezTo>
                                <a:pt x="222138" y="391724"/>
                                <a:pt x="222622" y="391401"/>
                                <a:pt x="223266" y="391079"/>
                              </a:cubicBezTo>
                              <a:cubicBezTo>
                                <a:pt x="224072" y="390595"/>
                                <a:pt x="224878" y="390112"/>
                                <a:pt x="225684" y="389628"/>
                              </a:cubicBezTo>
                              <a:cubicBezTo>
                                <a:pt x="226168" y="389306"/>
                                <a:pt x="226813" y="388983"/>
                                <a:pt x="227296" y="388661"/>
                              </a:cubicBezTo>
                              <a:cubicBezTo>
                                <a:pt x="228102" y="388177"/>
                                <a:pt x="228908" y="387532"/>
                                <a:pt x="229714" y="387049"/>
                              </a:cubicBezTo>
                              <a:cubicBezTo>
                                <a:pt x="230198" y="386726"/>
                                <a:pt x="230682" y="386404"/>
                                <a:pt x="231165" y="386082"/>
                              </a:cubicBezTo>
                              <a:cubicBezTo>
                                <a:pt x="232132" y="385275"/>
                                <a:pt x="233100" y="384631"/>
                                <a:pt x="234228" y="383825"/>
                              </a:cubicBezTo>
                              <a:cubicBezTo>
                                <a:pt x="234551" y="383663"/>
                                <a:pt x="234712" y="383341"/>
                                <a:pt x="235034" y="383180"/>
                              </a:cubicBezTo>
                              <a:cubicBezTo>
                                <a:pt x="236324" y="382213"/>
                                <a:pt x="237452" y="381084"/>
                                <a:pt x="238742" y="380117"/>
                              </a:cubicBezTo>
                              <a:cubicBezTo>
                                <a:pt x="239064" y="379795"/>
                                <a:pt x="239387" y="379472"/>
                                <a:pt x="239709" y="379150"/>
                              </a:cubicBezTo>
                              <a:cubicBezTo>
                                <a:pt x="240515" y="378344"/>
                                <a:pt x="241321" y="377538"/>
                                <a:pt x="242127" y="376732"/>
                              </a:cubicBezTo>
                              <a:cubicBezTo>
                                <a:pt x="242611" y="376248"/>
                                <a:pt x="242933" y="375765"/>
                                <a:pt x="243417" y="375442"/>
                              </a:cubicBezTo>
                              <a:cubicBezTo>
                                <a:pt x="244062" y="374797"/>
                                <a:pt x="244545" y="374314"/>
                                <a:pt x="245190" y="373669"/>
                              </a:cubicBezTo>
                              <a:lnTo>
                                <a:pt x="309349" y="373669"/>
                              </a:lnTo>
                              <a:cubicBezTo>
                                <a:pt x="322567" y="373669"/>
                                <a:pt x="333207" y="384308"/>
                                <a:pt x="333207" y="397527"/>
                              </a:cubicBezTo>
                              <a:lnTo>
                                <a:pt x="333207" y="450563"/>
                              </a:lnTo>
                              <a:lnTo>
                                <a:pt x="333207" y="499891"/>
                              </a:lnTo>
                              <a:lnTo>
                                <a:pt x="333207" y="499891"/>
                              </a:lnTo>
                              <a:lnTo>
                                <a:pt x="365448" y="499891"/>
                              </a:lnTo>
                              <a:lnTo>
                                <a:pt x="365448" y="397527"/>
                              </a:lnTo>
                              <a:close/>
                              <a:moveTo>
                                <a:pt x="83020" y="155561"/>
                              </a:moveTo>
                              <a:cubicBezTo>
                                <a:pt x="82375" y="156045"/>
                                <a:pt x="81730" y="156367"/>
                                <a:pt x="81085" y="156851"/>
                              </a:cubicBezTo>
                              <a:cubicBezTo>
                                <a:pt x="80440" y="157334"/>
                                <a:pt x="79957" y="157657"/>
                                <a:pt x="79312" y="158140"/>
                              </a:cubicBezTo>
                              <a:cubicBezTo>
                                <a:pt x="79151" y="158301"/>
                                <a:pt x="78990" y="158301"/>
                                <a:pt x="78828" y="158463"/>
                              </a:cubicBezTo>
                              <a:cubicBezTo>
                                <a:pt x="76571" y="160075"/>
                                <a:pt x="74476" y="161848"/>
                                <a:pt x="72541" y="163621"/>
                              </a:cubicBezTo>
                              <a:cubicBezTo>
                                <a:pt x="71091" y="154755"/>
                                <a:pt x="70123" y="143310"/>
                                <a:pt x="70123" y="128963"/>
                              </a:cubicBezTo>
                              <a:cubicBezTo>
                                <a:pt x="70123" y="82214"/>
                                <a:pt x="99301" y="32079"/>
                                <a:pt x="163299" y="32079"/>
                              </a:cubicBezTo>
                              <a:cubicBezTo>
                                <a:pt x="171520" y="32079"/>
                                <a:pt x="178774" y="34336"/>
                                <a:pt x="186351" y="39172"/>
                              </a:cubicBezTo>
                              <a:cubicBezTo>
                                <a:pt x="209725" y="54325"/>
                                <a:pt x="235357" y="62547"/>
                                <a:pt x="260182" y="62708"/>
                              </a:cubicBezTo>
                              <a:cubicBezTo>
                                <a:pt x="268081" y="62869"/>
                                <a:pt x="281944" y="66416"/>
                                <a:pt x="288070" y="73992"/>
                              </a:cubicBezTo>
                              <a:cubicBezTo>
                                <a:pt x="300644" y="90435"/>
                                <a:pt x="295324" y="130091"/>
                                <a:pt x="285974" y="164105"/>
                              </a:cubicBezTo>
                              <a:cubicBezTo>
                                <a:pt x="285813" y="163944"/>
                                <a:pt x="285813" y="163782"/>
                                <a:pt x="285652" y="163621"/>
                              </a:cubicBezTo>
                              <a:cubicBezTo>
                                <a:pt x="285330" y="163138"/>
                                <a:pt x="285007" y="162493"/>
                                <a:pt x="284685" y="162009"/>
                              </a:cubicBezTo>
                              <a:cubicBezTo>
                                <a:pt x="284524" y="161526"/>
                                <a:pt x="284201" y="161203"/>
                                <a:pt x="284040" y="160720"/>
                              </a:cubicBezTo>
                              <a:cubicBezTo>
                                <a:pt x="283718" y="160075"/>
                                <a:pt x="283234" y="159430"/>
                                <a:pt x="282911" y="158785"/>
                              </a:cubicBezTo>
                              <a:cubicBezTo>
                                <a:pt x="282750" y="158463"/>
                                <a:pt x="282589" y="158140"/>
                                <a:pt x="282428" y="157818"/>
                              </a:cubicBezTo>
                              <a:cubicBezTo>
                                <a:pt x="281944" y="156851"/>
                                <a:pt x="281299" y="156045"/>
                                <a:pt x="280816" y="155077"/>
                              </a:cubicBezTo>
                              <a:cubicBezTo>
                                <a:pt x="280655" y="154755"/>
                                <a:pt x="280332" y="154271"/>
                                <a:pt x="280171" y="153949"/>
                              </a:cubicBezTo>
                              <a:cubicBezTo>
                                <a:pt x="279849" y="153465"/>
                                <a:pt x="279526" y="152821"/>
                                <a:pt x="279204" y="152337"/>
                              </a:cubicBezTo>
                              <a:cubicBezTo>
                                <a:pt x="278881" y="151853"/>
                                <a:pt x="278720" y="151531"/>
                                <a:pt x="278398" y="151047"/>
                              </a:cubicBezTo>
                              <a:cubicBezTo>
                                <a:pt x="278075" y="150564"/>
                                <a:pt x="277753" y="150080"/>
                                <a:pt x="277592" y="149597"/>
                              </a:cubicBezTo>
                              <a:cubicBezTo>
                                <a:pt x="277269" y="149113"/>
                                <a:pt x="277108" y="148790"/>
                                <a:pt x="276786" y="148307"/>
                              </a:cubicBezTo>
                              <a:cubicBezTo>
                                <a:pt x="276463" y="147823"/>
                                <a:pt x="276302" y="147340"/>
                                <a:pt x="275980" y="146856"/>
                              </a:cubicBezTo>
                              <a:cubicBezTo>
                                <a:pt x="275819" y="146372"/>
                                <a:pt x="275496" y="146050"/>
                                <a:pt x="275335" y="145566"/>
                              </a:cubicBezTo>
                              <a:cubicBezTo>
                                <a:pt x="275013" y="145083"/>
                                <a:pt x="274851" y="144599"/>
                                <a:pt x="274529" y="144116"/>
                              </a:cubicBezTo>
                              <a:cubicBezTo>
                                <a:pt x="274368" y="143793"/>
                                <a:pt x="274045" y="143310"/>
                                <a:pt x="273884" y="142987"/>
                              </a:cubicBezTo>
                              <a:cubicBezTo>
                                <a:pt x="273562" y="142504"/>
                                <a:pt x="273239" y="142020"/>
                                <a:pt x="273078" y="141375"/>
                              </a:cubicBezTo>
                              <a:cubicBezTo>
                                <a:pt x="272917" y="141053"/>
                                <a:pt x="272756" y="140730"/>
                                <a:pt x="272433" y="140247"/>
                              </a:cubicBezTo>
                              <a:cubicBezTo>
                                <a:pt x="272111" y="139602"/>
                                <a:pt x="271788" y="138957"/>
                                <a:pt x="271305" y="138312"/>
                              </a:cubicBezTo>
                              <a:cubicBezTo>
                                <a:pt x="271144" y="138151"/>
                                <a:pt x="271144" y="137990"/>
                                <a:pt x="270982" y="137829"/>
                              </a:cubicBezTo>
                              <a:cubicBezTo>
                                <a:pt x="270499" y="137023"/>
                                <a:pt x="270176" y="136217"/>
                                <a:pt x="269693" y="135411"/>
                              </a:cubicBezTo>
                              <a:cubicBezTo>
                                <a:pt x="269532" y="135088"/>
                                <a:pt x="269370" y="134927"/>
                                <a:pt x="269209" y="134605"/>
                              </a:cubicBezTo>
                              <a:cubicBezTo>
                                <a:pt x="268887" y="134121"/>
                                <a:pt x="268726" y="133637"/>
                                <a:pt x="268403" y="133154"/>
                              </a:cubicBezTo>
                              <a:cubicBezTo>
                                <a:pt x="268242" y="132831"/>
                                <a:pt x="268081" y="132670"/>
                                <a:pt x="267920" y="132348"/>
                              </a:cubicBezTo>
                              <a:cubicBezTo>
                                <a:pt x="267758" y="131864"/>
                                <a:pt x="267436" y="131381"/>
                                <a:pt x="267275" y="131058"/>
                              </a:cubicBezTo>
                              <a:cubicBezTo>
                                <a:pt x="267114" y="130736"/>
                                <a:pt x="266952" y="130575"/>
                                <a:pt x="266791" y="130252"/>
                              </a:cubicBezTo>
                              <a:cubicBezTo>
                                <a:pt x="266630" y="129769"/>
                                <a:pt x="266469" y="129446"/>
                                <a:pt x="266146" y="128963"/>
                              </a:cubicBezTo>
                              <a:cubicBezTo>
                                <a:pt x="265985" y="128640"/>
                                <a:pt x="265824" y="128479"/>
                                <a:pt x="265824" y="128156"/>
                              </a:cubicBezTo>
                              <a:cubicBezTo>
                                <a:pt x="265663" y="127834"/>
                                <a:pt x="265502" y="127350"/>
                                <a:pt x="265340" y="127028"/>
                              </a:cubicBezTo>
                              <a:cubicBezTo>
                                <a:pt x="265179" y="126867"/>
                                <a:pt x="265179" y="126544"/>
                                <a:pt x="265018" y="126383"/>
                              </a:cubicBezTo>
                              <a:cubicBezTo>
                                <a:pt x="264857" y="126061"/>
                                <a:pt x="264696" y="125577"/>
                                <a:pt x="264534" y="125255"/>
                              </a:cubicBezTo>
                              <a:cubicBezTo>
                                <a:pt x="264534" y="125094"/>
                                <a:pt x="264373" y="124932"/>
                                <a:pt x="264373" y="124771"/>
                              </a:cubicBezTo>
                              <a:cubicBezTo>
                                <a:pt x="264212" y="124288"/>
                                <a:pt x="263890" y="123804"/>
                                <a:pt x="263728" y="123320"/>
                              </a:cubicBezTo>
                              <a:cubicBezTo>
                                <a:pt x="261633" y="118001"/>
                                <a:pt x="256958" y="114132"/>
                                <a:pt x="251477" y="113165"/>
                              </a:cubicBezTo>
                              <a:cubicBezTo>
                                <a:pt x="250832" y="113003"/>
                                <a:pt x="250187" y="113003"/>
                                <a:pt x="249704" y="113003"/>
                              </a:cubicBezTo>
                              <a:cubicBezTo>
                                <a:pt x="249542" y="113003"/>
                                <a:pt x="249381" y="113003"/>
                                <a:pt x="249220" y="113003"/>
                              </a:cubicBezTo>
                              <a:cubicBezTo>
                                <a:pt x="249059" y="113003"/>
                                <a:pt x="248898" y="113003"/>
                                <a:pt x="248736" y="113003"/>
                              </a:cubicBezTo>
                              <a:cubicBezTo>
                                <a:pt x="248414" y="113003"/>
                                <a:pt x="248092" y="113003"/>
                                <a:pt x="247769" y="113003"/>
                              </a:cubicBezTo>
                              <a:cubicBezTo>
                                <a:pt x="247608" y="113003"/>
                                <a:pt x="247286" y="113003"/>
                                <a:pt x="247124" y="113003"/>
                              </a:cubicBezTo>
                              <a:cubicBezTo>
                                <a:pt x="246480" y="113003"/>
                                <a:pt x="245835" y="113165"/>
                                <a:pt x="245351" y="113326"/>
                              </a:cubicBezTo>
                              <a:cubicBezTo>
                                <a:pt x="245190" y="113326"/>
                                <a:pt x="245190" y="113326"/>
                                <a:pt x="245190" y="113326"/>
                              </a:cubicBezTo>
                              <a:cubicBezTo>
                                <a:pt x="244706" y="113487"/>
                                <a:pt x="244062" y="113648"/>
                                <a:pt x="243578" y="113809"/>
                              </a:cubicBezTo>
                              <a:cubicBezTo>
                                <a:pt x="243417" y="113809"/>
                                <a:pt x="243094" y="113971"/>
                                <a:pt x="242933" y="114132"/>
                              </a:cubicBezTo>
                              <a:cubicBezTo>
                                <a:pt x="242611" y="114293"/>
                                <a:pt x="242127" y="114454"/>
                                <a:pt x="241805" y="114615"/>
                              </a:cubicBezTo>
                              <a:cubicBezTo>
                                <a:pt x="241643" y="114777"/>
                                <a:pt x="241321" y="114777"/>
                                <a:pt x="241160" y="114938"/>
                              </a:cubicBezTo>
                              <a:cubicBezTo>
                                <a:pt x="240837" y="115099"/>
                                <a:pt x="240515" y="115260"/>
                                <a:pt x="240193" y="115583"/>
                              </a:cubicBezTo>
                              <a:cubicBezTo>
                                <a:pt x="240031" y="115744"/>
                                <a:pt x="239709" y="115905"/>
                                <a:pt x="239548" y="116066"/>
                              </a:cubicBezTo>
                              <a:cubicBezTo>
                                <a:pt x="239225" y="116389"/>
                                <a:pt x="238903" y="116550"/>
                                <a:pt x="238581" y="116872"/>
                              </a:cubicBezTo>
                              <a:cubicBezTo>
                                <a:pt x="238419" y="117033"/>
                                <a:pt x="238258" y="117195"/>
                                <a:pt x="238097" y="117356"/>
                              </a:cubicBezTo>
                              <a:cubicBezTo>
                                <a:pt x="237613" y="117839"/>
                                <a:pt x="237130" y="118323"/>
                                <a:pt x="236807" y="118807"/>
                              </a:cubicBezTo>
                              <a:cubicBezTo>
                                <a:pt x="226652" y="130575"/>
                                <a:pt x="173455" y="142987"/>
                                <a:pt x="133476" y="142987"/>
                              </a:cubicBezTo>
                              <a:cubicBezTo>
                                <a:pt x="111714" y="142987"/>
                                <a:pt x="95593" y="148468"/>
                                <a:pt x="83826" y="155883"/>
                              </a:cubicBezTo>
                              <a:cubicBezTo>
                                <a:pt x="83342" y="155400"/>
                                <a:pt x="83181" y="155561"/>
                                <a:pt x="83020" y="155561"/>
                              </a:cubicBezTo>
                              <a:close/>
                              <a:moveTo>
                                <a:pt x="214239" y="293551"/>
                              </a:moveTo>
                              <a:cubicBezTo>
                                <a:pt x="206179" y="296775"/>
                                <a:pt x="201988" y="305802"/>
                                <a:pt x="204889" y="314024"/>
                              </a:cubicBezTo>
                              <a:lnTo>
                                <a:pt x="219236" y="354163"/>
                              </a:lnTo>
                              <a:cubicBezTo>
                                <a:pt x="218591" y="354808"/>
                                <a:pt x="217947" y="355453"/>
                                <a:pt x="217141" y="356098"/>
                              </a:cubicBezTo>
                              <a:cubicBezTo>
                                <a:pt x="216979" y="356259"/>
                                <a:pt x="216818" y="356420"/>
                                <a:pt x="216657" y="356581"/>
                              </a:cubicBezTo>
                              <a:cubicBezTo>
                                <a:pt x="216012" y="357065"/>
                                <a:pt x="215529" y="357549"/>
                                <a:pt x="214884" y="358032"/>
                              </a:cubicBezTo>
                              <a:cubicBezTo>
                                <a:pt x="214561" y="358193"/>
                                <a:pt x="214400" y="358516"/>
                                <a:pt x="214078" y="358677"/>
                              </a:cubicBezTo>
                              <a:cubicBezTo>
                                <a:pt x="213594" y="358999"/>
                                <a:pt x="213111" y="359483"/>
                                <a:pt x="212627" y="359805"/>
                              </a:cubicBezTo>
                              <a:cubicBezTo>
                                <a:pt x="212305" y="359967"/>
                                <a:pt x="211982" y="360289"/>
                                <a:pt x="211660" y="360450"/>
                              </a:cubicBezTo>
                              <a:cubicBezTo>
                                <a:pt x="211176" y="360773"/>
                                <a:pt x="210692" y="361095"/>
                                <a:pt x="210209" y="361417"/>
                              </a:cubicBezTo>
                              <a:cubicBezTo>
                                <a:pt x="209886" y="361579"/>
                                <a:pt x="209564" y="361901"/>
                                <a:pt x="209242" y="362062"/>
                              </a:cubicBezTo>
                              <a:cubicBezTo>
                                <a:pt x="208758" y="362385"/>
                                <a:pt x="208274" y="362707"/>
                                <a:pt x="207630" y="363029"/>
                              </a:cubicBezTo>
                              <a:cubicBezTo>
                                <a:pt x="207307" y="363191"/>
                                <a:pt x="206985" y="363352"/>
                                <a:pt x="206662" y="363674"/>
                              </a:cubicBezTo>
                              <a:cubicBezTo>
                                <a:pt x="206179" y="363997"/>
                                <a:pt x="205534" y="364319"/>
                                <a:pt x="204889" y="364642"/>
                              </a:cubicBezTo>
                              <a:cubicBezTo>
                                <a:pt x="204567" y="364803"/>
                                <a:pt x="204244" y="364964"/>
                                <a:pt x="203922" y="365125"/>
                              </a:cubicBezTo>
                              <a:cubicBezTo>
                                <a:pt x="203277" y="365448"/>
                                <a:pt x="202471" y="365770"/>
                                <a:pt x="201665" y="366092"/>
                              </a:cubicBezTo>
                              <a:cubicBezTo>
                                <a:pt x="201504" y="366092"/>
                                <a:pt x="201343" y="366254"/>
                                <a:pt x="201182" y="366254"/>
                              </a:cubicBezTo>
                              <a:cubicBezTo>
                                <a:pt x="200214" y="366576"/>
                                <a:pt x="199408" y="367060"/>
                                <a:pt x="198441" y="367382"/>
                              </a:cubicBezTo>
                              <a:cubicBezTo>
                                <a:pt x="198119" y="367543"/>
                                <a:pt x="197957" y="367543"/>
                                <a:pt x="197635" y="367704"/>
                              </a:cubicBezTo>
                              <a:cubicBezTo>
                                <a:pt x="196990" y="367866"/>
                                <a:pt x="196345" y="368188"/>
                                <a:pt x="195701" y="368349"/>
                              </a:cubicBezTo>
                              <a:cubicBezTo>
                                <a:pt x="195378" y="368510"/>
                                <a:pt x="195056" y="368510"/>
                                <a:pt x="194572" y="368672"/>
                              </a:cubicBezTo>
                              <a:cubicBezTo>
                                <a:pt x="193927" y="368833"/>
                                <a:pt x="193444" y="368994"/>
                                <a:pt x="192799" y="369155"/>
                              </a:cubicBezTo>
                              <a:cubicBezTo>
                                <a:pt x="192477" y="369316"/>
                                <a:pt x="191993" y="369316"/>
                                <a:pt x="191671" y="369478"/>
                              </a:cubicBezTo>
                              <a:cubicBezTo>
                                <a:pt x="191026" y="369639"/>
                                <a:pt x="190542" y="369800"/>
                                <a:pt x="189897" y="369800"/>
                              </a:cubicBezTo>
                              <a:cubicBezTo>
                                <a:pt x="189575" y="369800"/>
                                <a:pt x="189091" y="369961"/>
                                <a:pt x="188769" y="369961"/>
                              </a:cubicBezTo>
                              <a:cubicBezTo>
                                <a:pt x="188124" y="370122"/>
                                <a:pt x="187479" y="370122"/>
                                <a:pt x="186996" y="370284"/>
                              </a:cubicBezTo>
                              <a:cubicBezTo>
                                <a:pt x="186673" y="370284"/>
                                <a:pt x="186190" y="370445"/>
                                <a:pt x="185867" y="370445"/>
                              </a:cubicBezTo>
                              <a:cubicBezTo>
                                <a:pt x="185222" y="370445"/>
                                <a:pt x="184578" y="370606"/>
                                <a:pt x="183933" y="370606"/>
                              </a:cubicBezTo>
                              <a:cubicBezTo>
                                <a:pt x="183610" y="370606"/>
                                <a:pt x="183288" y="370606"/>
                                <a:pt x="182966" y="370606"/>
                              </a:cubicBezTo>
                              <a:cubicBezTo>
                                <a:pt x="181998" y="370606"/>
                                <a:pt x="181031" y="370767"/>
                                <a:pt x="179903" y="370767"/>
                              </a:cubicBezTo>
                              <a:cubicBezTo>
                                <a:pt x="179903" y="370767"/>
                                <a:pt x="179903" y="370767"/>
                                <a:pt x="179903" y="370767"/>
                              </a:cubicBezTo>
                              <a:cubicBezTo>
                                <a:pt x="178935" y="370767"/>
                                <a:pt x="177807" y="370767"/>
                                <a:pt x="176840" y="370606"/>
                              </a:cubicBezTo>
                              <a:cubicBezTo>
                                <a:pt x="176517" y="370606"/>
                                <a:pt x="176195" y="370606"/>
                                <a:pt x="175873" y="370606"/>
                              </a:cubicBezTo>
                              <a:cubicBezTo>
                                <a:pt x="175228" y="370606"/>
                                <a:pt x="174583" y="370445"/>
                                <a:pt x="173777" y="370445"/>
                              </a:cubicBezTo>
                              <a:cubicBezTo>
                                <a:pt x="173455" y="370445"/>
                                <a:pt x="172971" y="370284"/>
                                <a:pt x="172649" y="370284"/>
                              </a:cubicBezTo>
                              <a:cubicBezTo>
                                <a:pt x="172004" y="370284"/>
                                <a:pt x="171359" y="370122"/>
                                <a:pt x="170875" y="369961"/>
                              </a:cubicBezTo>
                              <a:cubicBezTo>
                                <a:pt x="170553" y="369961"/>
                                <a:pt x="170069" y="369800"/>
                                <a:pt x="169747" y="369800"/>
                              </a:cubicBezTo>
                              <a:cubicBezTo>
                                <a:pt x="169102" y="369639"/>
                                <a:pt x="168618" y="369639"/>
                                <a:pt x="167974" y="369478"/>
                              </a:cubicBezTo>
                              <a:cubicBezTo>
                                <a:pt x="167651" y="369316"/>
                                <a:pt x="167168" y="369316"/>
                                <a:pt x="166845" y="369155"/>
                              </a:cubicBezTo>
                              <a:cubicBezTo>
                                <a:pt x="166200" y="368994"/>
                                <a:pt x="165556" y="368833"/>
                                <a:pt x="165072" y="368672"/>
                              </a:cubicBezTo>
                              <a:cubicBezTo>
                                <a:pt x="164750" y="368510"/>
                                <a:pt x="164427" y="368510"/>
                                <a:pt x="164105" y="368349"/>
                              </a:cubicBezTo>
                              <a:cubicBezTo>
                                <a:pt x="163460" y="368188"/>
                                <a:pt x="162815" y="367866"/>
                                <a:pt x="162009" y="367704"/>
                              </a:cubicBezTo>
                              <a:cubicBezTo>
                                <a:pt x="161687" y="367543"/>
                                <a:pt x="161526" y="367543"/>
                                <a:pt x="161203" y="367382"/>
                              </a:cubicBezTo>
                              <a:cubicBezTo>
                                <a:pt x="160236" y="367060"/>
                                <a:pt x="159430" y="366737"/>
                                <a:pt x="158463" y="366254"/>
                              </a:cubicBezTo>
                              <a:cubicBezTo>
                                <a:pt x="158301" y="366254"/>
                                <a:pt x="158140" y="366092"/>
                                <a:pt x="157979" y="366092"/>
                              </a:cubicBezTo>
                              <a:cubicBezTo>
                                <a:pt x="157173" y="365770"/>
                                <a:pt x="156528" y="365448"/>
                                <a:pt x="155722" y="365125"/>
                              </a:cubicBezTo>
                              <a:cubicBezTo>
                                <a:pt x="155400" y="364964"/>
                                <a:pt x="155077" y="364803"/>
                                <a:pt x="154755" y="364642"/>
                              </a:cubicBezTo>
                              <a:cubicBezTo>
                                <a:pt x="154110" y="364319"/>
                                <a:pt x="153627" y="363997"/>
                                <a:pt x="152982" y="363674"/>
                              </a:cubicBezTo>
                              <a:cubicBezTo>
                                <a:pt x="152659" y="363513"/>
                                <a:pt x="152337" y="363352"/>
                                <a:pt x="152015" y="363029"/>
                              </a:cubicBezTo>
                              <a:cubicBezTo>
                                <a:pt x="151531" y="362707"/>
                                <a:pt x="151047" y="362385"/>
                                <a:pt x="150403" y="362062"/>
                              </a:cubicBezTo>
                              <a:cubicBezTo>
                                <a:pt x="150080" y="361901"/>
                                <a:pt x="149758" y="361579"/>
                                <a:pt x="149435" y="361417"/>
                              </a:cubicBezTo>
                              <a:cubicBezTo>
                                <a:pt x="148952" y="361095"/>
                                <a:pt x="148468" y="360773"/>
                                <a:pt x="147984" y="360450"/>
                              </a:cubicBezTo>
                              <a:cubicBezTo>
                                <a:pt x="147662" y="360289"/>
                                <a:pt x="147340" y="359967"/>
                                <a:pt x="147017" y="359805"/>
                              </a:cubicBezTo>
                              <a:cubicBezTo>
                                <a:pt x="146534" y="359483"/>
                                <a:pt x="146050" y="358999"/>
                                <a:pt x="145566" y="358677"/>
                              </a:cubicBezTo>
                              <a:cubicBezTo>
                                <a:pt x="145244" y="358516"/>
                                <a:pt x="145083" y="358193"/>
                                <a:pt x="144760" y="358032"/>
                              </a:cubicBezTo>
                              <a:cubicBezTo>
                                <a:pt x="144116" y="357549"/>
                                <a:pt x="143632" y="357065"/>
                                <a:pt x="142987" y="356581"/>
                              </a:cubicBezTo>
                              <a:cubicBezTo>
                                <a:pt x="142826" y="356420"/>
                                <a:pt x="142665" y="356259"/>
                                <a:pt x="142504" y="356098"/>
                              </a:cubicBezTo>
                              <a:cubicBezTo>
                                <a:pt x="141859" y="355453"/>
                                <a:pt x="141053" y="354808"/>
                                <a:pt x="140408" y="354163"/>
                              </a:cubicBezTo>
                              <a:lnTo>
                                <a:pt x="154755" y="314024"/>
                              </a:lnTo>
                              <a:cubicBezTo>
                                <a:pt x="157657" y="305802"/>
                                <a:pt x="153627" y="296775"/>
                                <a:pt x="145405" y="293551"/>
                              </a:cubicBezTo>
                              <a:cubicBezTo>
                                <a:pt x="109135" y="279204"/>
                                <a:pt x="85599" y="244868"/>
                                <a:pt x="85599" y="205856"/>
                              </a:cubicBezTo>
                              <a:lnTo>
                                <a:pt x="85599" y="199408"/>
                              </a:lnTo>
                              <a:cubicBezTo>
                                <a:pt x="86727" y="196990"/>
                                <a:pt x="88178" y="194411"/>
                                <a:pt x="90274" y="191832"/>
                              </a:cubicBezTo>
                              <a:cubicBezTo>
                                <a:pt x="96238" y="184255"/>
                                <a:pt x="107684" y="175711"/>
                                <a:pt x="128962" y="174744"/>
                              </a:cubicBezTo>
                              <a:cubicBezTo>
                                <a:pt x="129124" y="174744"/>
                                <a:pt x="129446" y="174744"/>
                                <a:pt x="129607" y="174744"/>
                              </a:cubicBezTo>
                              <a:cubicBezTo>
                                <a:pt x="130736" y="174744"/>
                                <a:pt x="132025" y="174744"/>
                                <a:pt x="133154" y="174744"/>
                              </a:cubicBezTo>
                              <a:cubicBezTo>
                                <a:pt x="157657" y="174744"/>
                                <a:pt x="210854" y="168941"/>
                                <a:pt x="242450" y="152982"/>
                              </a:cubicBezTo>
                              <a:cubicBezTo>
                                <a:pt x="243094" y="154110"/>
                                <a:pt x="243578" y="155239"/>
                                <a:pt x="244223" y="156367"/>
                              </a:cubicBezTo>
                              <a:cubicBezTo>
                                <a:pt x="244384" y="156528"/>
                                <a:pt x="244384" y="156689"/>
                                <a:pt x="244545" y="157012"/>
                              </a:cubicBezTo>
                              <a:cubicBezTo>
                                <a:pt x="245190" y="158140"/>
                                <a:pt x="245674" y="159108"/>
                                <a:pt x="246318" y="160236"/>
                              </a:cubicBezTo>
                              <a:cubicBezTo>
                                <a:pt x="246480" y="160397"/>
                                <a:pt x="246641" y="160720"/>
                                <a:pt x="246641" y="160881"/>
                              </a:cubicBezTo>
                              <a:cubicBezTo>
                                <a:pt x="247286" y="162009"/>
                                <a:pt x="247930" y="163138"/>
                                <a:pt x="248575" y="164266"/>
                              </a:cubicBezTo>
                              <a:cubicBezTo>
                                <a:pt x="248575" y="164427"/>
                                <a:pt x="248736" y="164427"/>
                                <a:pt x="248736" y="164588"/>
                              </a:cubicBezTo>
                              <a:cubicBezTo>
                                <a:pt x="249381" y="165717"/>
                                <a:pt x="250026" y="166684"/>
                                <a:pt x="250510" y="167812"/>
                              </a:cubicBezTo>
                              <a:cubicBezTo>
                                <a:pt x="250671" y="167974"/>
                                <a:pt x="250671" y="168296"/>
                                <a:pt x="250832" y="168457"/>
                              </a:cubicBezTo>
                              <a:cubicBezTo>
                                <a:pt x="251477" y="169586"/>
                                <a:pt x="252122" y="170714"/>
                                <a:pt x="252767" y="171843"/>
                              </a:cubicBezTo>
                              <a:cubicBezTo>
                                <a:pt x="252928" y="172165"/>
                                <a:pt x="253089" y="172326"/>
                                <a:pt x="253250" y="172649"/>
                              </a:cubicBezTo>
                              <a:cubicBezTo>
                                <a:pt x="253895" y="173777"/>
                                <a:pt x="254540" y="174905"/>
                                <a:pt x="255185" y="175873"/>
                              </a:cubicBezTo>
                              <a:cubicBezTo>
                                <a:pt x="255346" y="176034"/>
                                <a:pt x="255346" y="176195"/>
                                <a:pt x="255507" y="176356"/>
                              </a:cubicBezTo>
                              <a:cubicBezTo>
                                <a:pt x="256152" y="177323"/>
                                <a:pt x="256635" y="178452"/>
                                <a:pt x="257280" y="179419"/>
                              </a:cubicBezTo>
                              <a:cubicBezTo>
                                <a:pt x="257441" y="179580"/>
                                <a:pt x="257441" y="179903"/>
                                <a:pt x="257603" y="180064"/>
                              </a:cubicBezTo>
                              <a:cubicBezTo>
                                <a:pt x="258247" y="181192"/>
                                <a:pt x="258892" y="182160"/>
                                <a:pt x="259537" y="183288"/>
                              </a:cubicBezTo>
                              <a:cubicBezTo>
                                <a:pt x="259698" y="183610"/>
                                <a:pt x="259859" y="183772"/>
                                <a:pt x="260021" y="184094"/>
                              </a:cubicBezTo>
                              <a:cubicBezTo>
                                <a:pt x="260665" y="185061"/>
                                <a:pt x="261310" y="186190"/>
                                <a:pt x="261794" y="187157"/>
                              </a:cubicBezTo>
                              <a:cubicBezTo>
                                <a:pt x="261955" y="187318"/>
                                <a:pt x="261955" y="187479"/>
                                <a:pt x="262116" y="187802"/>
                              </a:cubicBezTo>
                              <a:cubicBezTo>
                                <a:pt x="262600" y="188769"/>
                                <a:pt x="263245" y="189575"/>
                                <a:pt x="263728" y="190542"/>
                              </a:cubicBezTo>
                              <a:cubicBezTo>
                                <a:pt x="263890" y="190703"/>
                                <a:pt x="263890" y="190864"/>
                                <a:pt x="264051" y="191026"/>
                              </a:cubicBezTo>
                              <a:cubicBezTo>
                                <a:pt x="264696" y="191993"/>
                                <a:pt x="265179" y="192960"/>
                                <a:pt x="265663" y="193766"/>
                              </a:cubicBezTo>
                              <a:cubicBezTo>
                                <a:pt x="265824" y="194089"/>
                                <a:pt x="265985" y="194250"/>
                                <a:pt x="266146" y="194572"/>
                              </a:cubicBezTo>
                              <a:cubicBezTo>
                                <a:pt x="266630" y="195378"/>
                                <a:pt x="267114" y="196345"/>
                                <a:pt x="267597" y="197151"/>
                              </a:cubicBezTo>
                              <a:cubicBezTo>
                                <a:pt x="267758" y="197313"/>
                                <a:pt x="267920" y="197635"/>
                                <a:pt x="267920" y="197796"/>
                              </a:cubicBezTo>
                              <a:cubicBezTo>
                                <a:pt x="268403" y="198602"/>
                                <a:pt x="268887" y="199408"/>
                                <a:pt x="269370" y="200214"/>
                              </a:cubicBezTo>
                              <a:cubicBezTo>
                                <a:pt x="269370" y="200214"/>
                                <a:pt x="269532" y="200376"/>
                                <a:pt x="269532" y="200376"/>
                              </a:cubicBezTo>
                              <a:cubicBezTo>
                                <a:pt x="270015" y="201182"/>
                                <a:pt x="270499" y="201988"/>
                                <a:pt x="270982" y="202794"/>
                              </a:cubicBezTo>
                              <a:cubicBezTo>
                                <a:pt x="271144" y="202955"/>
                                <a:pt x="271144" y="203116"/>
                                <a:pt x="271305" y="203277"/>
                              </a:cubicBezTo>
                              <a:cubicBezTo>
                                <a:pt x="271788" y="203922"/>
                                <a:pt x="272111" y="204567"/>
                                <a:pt x="272433" y="205212"/>
                              </a:cubicBezTo>
                              <a:cubicBezTo>
                                <a:pt x="272594" y="205373"/>
                                <a:pt x="272594" y="205534"/>
                                <a:pt x="272756" y="205695"/>
                              </a:cubicBezTo>
                              <a:cubicBezTo>
                                <a:pt x="273078" y="206340"/>
                                <a:pt x="273562" y="206985"/>
                                <a:pt x="273884" y="207468"/>
                              </a:cubicBezTo>
                              <a:cubicBezTo>
                                <a:pt x="273562" y="245674"/>
                                <a:pt x="250187" y="279526"/>
                                <a:pt x="214239" y="293551"/>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grpSp>
                  <p:cxnSp>
                    <p:nvCxnSpPr>
                      <p:cNvPr id="771" name="Google Shape;771;g3baff84d3b0_0_663"/>
                      <p:cNvCxnSpPr/>
                      <p:nvPr/>
                    </p:nvCxnSpPr>
                    <p:spPr>
                      <a:xfrm rot="10800000">
                        <a:off x="1443172" y="8632890"/>
                        <a:ext cx="0" cy="384600"/>
                      </a:xfrm>
                      <a:prstGeom prst="straightConnector1">
                        <a:avLst/>
                      </a:prstGeom>
                      <a:noFill/>
                      <a:ln cap="flat" cmpd="sng" w="9525">
                        <a:solidFill>
                          <a:srgbClr val="1D93C9"/>
                        </a:solidFill>
                        <a:prstDash val="solid"/>
                        <a:miter lim="800000"/>
                        <a:headEnd len="sm" w="sm" type="none"/>
                        <a:tailEnd len="sm" w="sm" type="none"/>
                      </a:ln>
                    </p:spPr>
                  </p:cxnSp>
                </p:grpSp>
              </p:grpSp>
            </p:grpSp>
            <p:sp>
              <p:nvSpPr>
                <p:cNvPr id="772" name="Google Shape;772;g3baff84d3b0_0_663"/>
                <p:cNvSpPr txBox="1"/>
                <p:nvPr/>
              </p:nvSpPr>
              <p:spPr>
                <a:xfrm>
                  <a:off x="708878" y="6374606"/>
                  <a:ext cx="1524600" cy="256200"/>
                </a:xfrm>
                <a:prstGeom prst="rect">
                  <a:avLst/>
                </a:prstGeom>
                <a:noFill/>
                <a:ln>
                  <a:noFill/>
                </a:ln>
              </p:spPr>
              <p:txBody>
                <a:bodyPr anchorCtr="0" anchor="t" bIns="22700" lIns="45450" spcFirstLastPara="1" rIns="45450" wrap="square" tIns="22700">
                  <a:spAutoFit/>
                </a:bodyPr>
                <a:lstStyle/>
                <a:p>
                  <a:pPr indent="0" lvl="0" marL="0" marR="0" rtl="0" algn="l">
                    <a:lnSpc>
                      <a:spcPct val="100000"/>
                    </a:lnSpc>
                    <a:spcBef>
                      <a:spcPts val="0"/>
                    </a:spcBef>
                    <a:spcAft>
                      <a:spcPts val="0"/>
                    </a:spcAft>
                    <a:buClr>
                      <a:srgbClr val="000000"/>
                    </a:buClr>
                    <a:buSzPts val="695"/>
                    <a:buFont typeface="Arial"/>
                    <a:buNone/>
                  </a:pPr>
                  <a:r>
                    <a:rPr b="1" i="0" lang="vi" sz="695" u="none" cap="none" strike="noStrike">
                      <a:solidFill>
                        <a:srgbClr val="042D4D"/>
                      </a:solidFill>
                      <a:latin typeface="Calibri"/>
                      <a:ea typeface="Calibri"/>
                      <a:cs typeface="Calibri"/>
                      <a:sym typeface="Calibri"/>
                    </a:rPr>
                    <a:t>FREQUENCY</a:t>
                  </a:r>
                  <a:endParaRPr b="0" i="0" sz="695" u="none" cap="none" strike="noStrike">
                    <a:solidFill>
                      <a:srgbClr val="000000"/>
                    </a:solidFill>
                    <a:latin typeface="Arial"/>
                    <a:ea typeface="Arial"/>
                    <a:cs typeface="Arial"/>
                    <a:sym typeface="Arial"/>
                  </a:endParaRPr>
                </a:p>
              </p:txBody>
            </p:sp>
            <p:sp>
              <p:nvSpPr>
                <p:cNvPr id="773" name="Google Shape;773;g3baff84d3b0_0_663"/>
                <p:cNvSpPr txBox="1"/>
                <p:nvPr/>
              </p:nvSpPr>
              <p:spPr>
                <a:xfrm>
                  <a:off x="2666734" y="6374606"/>
                  <a:ext cx="1865100" cy="256200"/>
                </a:xfrm>
                <a:prstGeom prst="rect">
                  <a:avLst/>
                </a:prstGeom>
                <a:noFill/>
                <a:ln>
                  <a:noFill/>
                </a:ln>
              </p:spPr>
              <p:txBody>
                <a:bodyPr anchorCtr="0" anchor="t" bIns="22700" lIns="45450" spcFirstLastPara="1" rIns="45450" wrap="square" tIns="22700">
                  <a:spAutoFit/>
                </a:bodyPr>
                <a:lstStyle/>
                <a:p>
                  <a:pPr indent="0" lvl="0" marL="0" marR="0" rtl="0" algn="l">
                    <a:lnSpc>
                      <a:spcPct val="100000"/>
                    </a:lnSpc>
                    <a:spcBef>
                      <a:spcPts val="0"/>
                    </a:spcBef>
                    <a:spcAft>
                      <a:spcPts val="0"/>
                    </a:spcAft>
                    <a:buClr>
                      <a:srgbClr val="000000"/>
                    </a:buClr>
                    <a:buSzPts val="695"/>
                    <a:buFont typeface="Arial"/>
                    <a:buNone/>
                  </a:pPr>
                  <a:r>
                    <a:rPr b="1" i="0" lang="vi" sz="695" u="none" cap="none" strike="noStrike">
                      <a:solidFill>
                        <a:srgbClr val="042D4D"/>
                      </a:solidFill>
                      <a:latin typeface="Calibri"/>
                      <a:ea typeface="Calibri"/>
                      <a:cs typeface="Calibri"/>
                      <a:sym typeface="Calibri"/>
                    </a:rPr>
                    <a:t>PARTICIPANTS</a:t>
                  </a:r>
                  <a:endParaRPr b="0" i="0" sz="695" u="none" cap="none" strike="noStrike">
                    <a:solidFill>
                      <a:srgbClr val="000000"/>
                    </a:solidFill>
                    <a:latin typeface="Arial"/>
                    <a:ea typeface="Arial"/>
                    <a:cs typeface="Arial"/>
                    <a:sym typeface="Arial"/>
                  </a:endParaRPr>
                </a:p>
              </p:txBody>
            </p:sp>
          </p:grpSp>
        </p:grpSp>
        <p:sp>
          <p:nvSpPr>
            <p:cNvPr id="774" name="Google Shape;774;g3baff84d3b0_0_663"/>
            <p:cNvSpPr/>
            <p:nvPr/>
          </p:nvSpPr>
          <p:spPr>
            <a:xfrm>
              <a:off x="12150277" y="5506324"/>
              <a:ext cx="4088700" cy="4576500"/>
            </a:xfrm>
            <a:prstGeom prst="rect">
              <a:avLst/>
            </a:prstGeom>
            <a:solidFill>
              <a:srgbClr val="FFFFFF"/>
            </a:solidFill>
            <a:ln>
              <a:noFill/>
            </a:ln>
          </p:spPr>
          <p:txBody>
            <a:bodyPr anchorCtr="0" anchor="ctr" bIns="22700" lIns="45450" spcFirstLastPara="1" rIns="45450" wrap="square" tIns="22700">
              <a:noAutofit/>
            </a:bodyPr>
            <a:lstStyle/>
            <a:p>
              <a:pPr indent="0" lvl="0" marL="0" marR="0" rtl="0" algn="ctr">
                <a:lnSpc>
                  <a:spcPct val="100000"/>
                </a:lnSpc>
                <a:spcBef>
                  <a:spcPts val="0"/>
                </a:spcBef>
                <a:spcAft>
                  <a:spcPts val="0"/>
                </a:spcAft>
                <a:buClr>
                  <a:srgbClr val="000000"/>
                </a:buClr>
                <a:buSzPts val="1342"/>
                <a:buFont typeface="Arial"/>
                <a:buNone/>
              </a:pPr>
              <a:r>
                <a:t/>
              </a:r>
              <a:endParaRPr b="0" i="0" sz="1342" u="none" cap="none" strike="noStrike">
                <a:solidFill>
                  <a:srgbClr val="FFFFFF"/>
                </a:solidFill>
                <a:latin typeface="Calibri"/>
                <a:ea typeface="Calibri"/>
                <a:cs typeface="Calibri"/>
                <a:sym typeface="Calibri"/>
              </a:endParaRPr>
            </a:p>
          </p:txBody>
        </p:sp>
        <p:grpSp>
          <p:nvGrpSpPr>
            <p:cNvPr id="775" name="Google Shape;775;g3baff84d3b0_0_663"/>
            <p:cNvGrpSpPr/>
            <p:nvPr/>
          </p:nvGrpSpPr>
          <p:grpSpPr>
            <a:xfrm>
              <a:off x="12147452" y="3588739"/>
              <a:ext cx="4104776" cy="1917586"/>
              <a:chOff x="9307214" y="1917701"/>
              <a:chExt cx="4104776" cy="1917586"/>
            </a:xfrm>
          </p:grpSpPr>
          <p:pic>
            <p:nvPicPr>
              <p:cNvPr id="776" name="Google Shape;776;g3baff84d3b0_0_663"/>
              <p:cNvPicPr preferRelativeResize="0"/>
              <p:nvPr/>
            </p:nvPicPr>
            <p:blipFill rotWithShape="1">
              <a:blip r:embed="rId5">
                <a:alphaModFix/>
              </a:blip>
              <a:srcRect b="0" l="-280" r="0" t="0"/>
              <a:stretch/>
            </p:blipFill>
            <p:spPr>
              <a:xfrm>
                <a:off x="9307214" y="1917701"/>
                <a:ext cx="4104776" cy="1917586"/>
              </a:xfrm>
              <a:prstGeom prst="rect">
                <a:avLst/>
              </a:prstGeom>
              <a:solidFill>
                <a:srgbClr val="F1F1F3"/>
              </a:solidFill>
              <a:ln>
                <a:noFill/>
              </a:ln>
            </p:spPr>
          </p:pic>
          <p:sp>
            <p:nvSpPr>
              <p:cNvPr id="777" name="Google Shape;777;g3baff84d3b0_0_663"/>
              <p:cNvSpPr txBox="1"/>
              <p:nvPr/>
            </p:nvSpPr>
            <p:spPr>
              <a:xfrm>
                <a:off x="9314141" y="3351039"/>
                <a:ext cx="4097700" cy="403200"/>
              </a:xfrm>
              <a:prstGeom prst="rect">
                <a:avLst/>
              </a:prstGeom>
              <a:solidFill>
                <a:srgbClr val="021E33">
                  <a:alpha val="60000"/>
                </a:srgbClr>
              </a:solidFill>
              <a:ln>
                <a:noFill/>
              </a:ln>
            </p:spPr>
            <p:txBody>
              <a:bodyPr anchorCtr="0" anchor="ctr" bIns="35775" lIns="35775" spcFirstLastPara="1" rIns="35775" wrap="square" tIns="35775">
                <a:spAutoFit/>
              </a:bodyPr>
              <a:lstStyle/>
              <a:p>
                <a:pPr indent="0" lvl="0" marL="0" marR="0" rtl="0" algn="ctr">
                  <a:lnSpc>
                    <a:spcPct val="100000"/>
                  </a:lnSpc>
                  <a:spcBef>
                    <a:spcPts val="0"/>
                  </a:spcBef>
                  <a:spcAft>
                    <a:spcPts val="0"/>
                  </a:spcAft>
                  <a:buClr>
                    <a:srgbClr val="000000"/>
                  </a:buClr>
                  <a:buSzPts val="1093"/>
                  <a:buFont typeface="Arial"/>
                  <a:buNone/>
                </a:pPr>
                <a:r>
                  <a:rPr b="1" i="0" lang="vi" sz="1093" u="none" cap="none" strike="noStrike">
                    <a:solidFill>
                      <a:srgbClr val="FFFFFF"/>
                    </a:solidFill>
                    <a:latin typeface="Calibri"/>
                    <a:ea typeface="Calibri"/>
                    <a:cs typeface="Calibri"/>
                    <a:sym typeface="Calibri"/>
                  </a:rPr>
                  <a:t>STEERING COMMITTEE</a:t>
                </a:r>
                <a:endParaRPr b="0" i="0" sz="695" u="none" cap="none" strike="noStrike">
                  <a:solidFill>
                    <a:srgbClr val="000000"/>
                  </a:solidFill>
                  <a:latin typeface="Arial"/>
                  <a:ea typeface="Arial"/>
                  <a:cs typeface="Arial"/>
                  <a:sym typeface="Arial"/>
                </a:endParaRPr>
              </a:p>
            </p:txBody>
          </p:sp>
        </p:grpSp>
        <p:sp>
          <p:nvSpPr>
            <p:cNvPr id="778" name="Google Shape;778;g3baff84d3b0_0_663"/>
            <p:cNvSpPr txBox="1"/>
            <p:nvPr/>
          </p:nvSpPr>
          <p:spPr>
            <a:xfrm>
              <a:off x="12354117" y="5710054"/>
              <a:ext cx="3664800" cy="330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D94C9"/>
                </a:buClr>
                <a:buSzPts val="1253"/>
                <a:buFont typeface="Arial"/>
                <a:buNone/>
              </a:pPr>
              <a:r>
                <a:rPr b="1" i="0" lang="vi" sz="893" u="none" cap="none" strike="noStrike">
                  <a:solidFill>
                    <a:srgbClr val="042D4D"/>
                  </a:solidFill>
                  <a:latin typeface="Calibri"/>
                  <a:ea typeface="Calibri"/>
                  <a:cs typeface="Calibri"/>
                  <a:sym typeface="Calibri"/>
                </a:rPr>
                <a:t>Provide managerial monitoring</a:t>
              </a:r>
              <a:endParaRPr b="0" i="0" sz="695" u="none" cap="none" strike="noStrike">
                <a:solidFill>
                  <a:srgbClr val="000000"/>
                </a:solidFill>
                <a:latin typeface="Arial"/>
                <a:ea typeface="Arial"/>
                <a:cs typeface="Arial"/>
                <a:sym typeface="Arial"/>
              </a:endParaRPr>
            </a:p>
          </p:txBody>
        </p:sp>
        <p:cxnSp>
          <p:nvCxnSpPr>
            <p:cNvPr id="779" name="Google Shape;779;g3baff84d3b0_0_663"/>
            <p:cNvCxnSpPr/>
            <p:nvPr/>
          </p:nvCxnSpPr>
          <p:spPr>
            <a:xfrm>
              <a:off x="13507570" y="6219084"/>
              <a:ext cx="1357800" cy="0"/>
            </a:xfrm>
            <a:prstGeom prst="straightConnector1">
              <a:avLst/>
            </a:prstGeom>
            <a:noFill/>
            <a:ln cap="flat" cmpd="sng" w="14200">
              <a:solidFill>
                <a:srgbClr val="1D93C9"/>
              </a:solidFill>
              <a:prstDash val="solid"/>
              <a:miter lim="800000"/>
              <a:headEnd len="sm" w="sm" type="none"/>
              <a:tailEnd len="sm" w="sm" type="none"/>
            </a:ln>
          </p:spPr>
        </p:cxnSp>
        <p:sp>
          <p:nvSpPr>
            <p:cNvPr id="780" name="Google Shape;780;g3baff84d3b0_0_663"/>
            <p:cNvSpPr txBox="1"/>
            <p:nvPr/>
          </p:nvSpPr>
          <p:spPr>
            <a:xfrm>
              <a:off x="12386442" y="6438418"/>
              <a:ext cx="3600000" cy="1133100"/>
            </a:xfrm>
            <a:prstGeom prst="rect">
              <a:avLst/>
            </a:prstGeom>
            <a:noFill/>
            <a:ln>
              <a:noFill/>
            </a:ln>
          </p:spPr>
          <p:txBody>
            <a:bodyPr anchorCtr="0" anchor="t" bIns="0" lIns="0" spcFirstLastPara="1" rIns="0" wrap="square" tIns="0">
              <a:spAutoFit/>
            </a:bodyPr>
            <a:lstStyle/>
            <a:p>
              <a:pPr indent="-170435" lvl="0" marL="170435" marR="0" rtl="0" algn="just">
                <a:lnSpc>
                  <a:spcPct val="100000"/>
                </a:lnSpc>
                <a:spcBef>
                  <a:spcPts val="0"/>
                </a:spcBef>
                <a:spcAft>
                  <a:spcPts val="0"/>
                </a:spcAft>
                <a:buClr>
                  <a:srgbClr val="1D93C9"/>
                </a:buClr>
                <a:buSzPts val="974"/>
                <a:buFont typeface="Arial"/>
                <a:buChar char="•"/>
              </a:pPr>
              <a:r>
                <a:rPr b="0" i="0" lang="vi" sz="695" u="none" cap="none" strike="noStrike">
                  <a:solidFill>
                    <a:srgbClr val="063C67"/>
                  </a:solidFill>
                  <a:latin typeface="Calibri"/>
                  <a:ea typeface="Calibri"/>
                  <a:cs typeface="Calibri"/>
                  <a:sym typeface="Calibri"/>
                </a:rPr>
                <a:t>Monthly activity report</a:t>
              </a:r>
              <a:endParaRPr b="0" i="0" sz="695" u="none" cap="none" strike="noStrike">
                <a:solidFill>
                  <a:srgbClr val="000000"/>
                </a:solidFill>
                <a:latin typeface="Arial"/>
                <a:ea typeface="Arial"/>
                <a:cs typeface="Arial"/>
                <a:sym typeface="Arial"/>
              </a:endParaRPr>
            </a:p>
            <a:p>
              <a:pPr indent="-170435" lvl="0" marL="170435" marR="0" rtl="0" algn="just">
                <a:lnSpc>
                  <a:spcPct val="100000"/>
                </a:lnSpc>
                <a:spcBef>
                  <a:spcPts val="199"/>
                </a:spcBef>
                <a:spcAft>
                  <a:spcPts val="0"/>
                </a:spcAft>
                <a:buClr>
                  <a:srgbClr val="1D93C9"/>
                </a:buClr>
                <a:buSzPts val="974"/>
                <a:buFont typeface="Arial"/>
                <a:buChar char="•"/>
              </a:pPr>
              <a:r>
                <a:rPr b="0" i="0" lang="vi" sz="695" u="none" cap="none" strike="noStrike">
                  <a:solidFill>
                    <a:srgbClr val="063C67"/>
                  </a:solidFill>
                  <a:latin typeface="Calibri"/>
                  <a:ea typeface="Calibri"/>
                  <a:cs typeface="Calibri"/>
                  <a:sym typeface="Calibri"/>
                </a:rPr>
                <a:t>Change tracking</a:t>
              </a:r>
              <a:endParaRPr b="0" i="0" sz="695" u="none" cap="none" strike="noStrike">
                <a:solidFill>
                  <a:srgbClr val="000000"/>
                </a:solidFill>
                <a:latin typeface="Arial"/>
                <a:ea typeface="Arial"/>
                <a:cs typeface="Arial"/>
                <a:sym typeface="Arial"/>
              </a:endParaRPr>
            </a:p>
            <a:p>
              <a:pPr indent="-170435" lvl="0" marL="170435" marR="0" rtl="0" algn="just">
                <a:lnSpc>
                  <a:spcPct val="100000"/>
                </a:lnSpc>
                <a:spcBef>
                  <a:spcPts val="199"/>
                </a:spcBef>
                <a:spcAft>
                  <a:spcPts val="0"/>
                </a:spcAft>
                <a:buClr>
                  <a:srgbClr val="1D93C9"/>
                </a:buClr>
                <a:buSzPts val="974"/>
                <a:buFont typeface="Arial"/>
                <a:buChar char="•"/>
              </a:pPr>
              <a:r>
                <a:rPr b="0" i="0" lang="vi" sz="695" u="none" cap="none" strike="noStrike">
                  <a:solidFill>
                    <a:srgbClr val="063C67"/>
                  </a:solidFill>
                  <a:latin typeface="Calibri"/>
                  <a:ea typeface="Calibri"/>
                  <a:cs typeface="Calibri"/>
                  <a:sym typeface="Calibri"/>
                </a:rPr>
                <a:t>Review of forecast needs</a:t>
              </a:r>
              <a:endParaRPr b="0" i="0" sz="695" u="none" cap="none" strike="noStrike">
                <a:solidFill>
                  <a:srgbClr val="063C67"/>
                </a:solidFill>
                <a:latin typeface="Calibri"/>
                <a:ea typeface="Calibri"/>
                <a:cs typeface="Calibri"/>
                <a:sym typeface="Calibri"/>
              </a:endParaRPr>
            </a:p>
            <a:p>
              <a:pPr indent="-170435" lvl="0" marL="170435" marR="0" rtl="0" algn="just">
                <a:lnSpc>
                  <a:spcPct val="100000"/>
                </a:lnSpc>
                <a:spcBef>
                  <a:spcPts val="199"/>
                </a:spcBef>
                <a:spcAft>
                  <a:spcPts val="0"/>
                </a:spcAft>
                <a:buClr>
                  <a:srgbClr val="1D93C9"/>
                </a:buClr>
                <a:buSzPts val="974"/>
                <a:buFont typeface="Arial"/>
                <a:buChar char="•"/>
              </a:pPr>
              <a:r>
                <a:rPr b="0" i="0" lang="vi" sz="695" u="none" cap="none" strike="noStrike">
                  <a:solidFill>
                    <a:srgbClr val="063C67"/>
                  </a:solidFill>
                  <a:latin typeface="Calibri"/>
                  <a:ea typeface="Calibri"/>
                  <a:cs typeface="Calibri"/>
                  <a:sym typeface="Calibri"/>
                </a:rPr>
                <a:t>Review of risks, issues and actions</a:t>
              </a:r>
              <a:endParaRPr b="0" i="0" sz="695" u="none" cap="none" strike="noStrike">
                <a:solidFill>
                  <a:srgbClr val="000000"/>
                </a:solidFill>
                <a:latin typeface="Arial"/>
                <a:ea typeface="Arial"/>
                <a:cs typeface="Arial"/>
                <a:sym typeface="Arial"/>
              </a:endParaRPr>
            </a:p>
          </p:txBody>
        </p:sp>
        <p:grpSp>
          <p:nvGrpSpPr>
            <p:cNvPr id="781" name="Google Shape;781;g3baff84d3b0_0_663"/>
            <p:cNvGrpSpPr/>
            <p:nvPr/>
          </p:nvGrpSpPr>
          <p:grpSpPr>
            <a:xfrm>
              <a:off x="12198449" y="7756608"/>
              <a:ext cx="4030479" cy="2068087"/>
              <a:chOff x="617244" y="6374606"/>
              <a:chExt cx="4030479" cy="2068087"/>
            </a:xfrm>
          </p:grpSpPr>
          <p:grpSp>
            <p:nvGrpSpPr>
              <p:cNvPr id="782" name="Google Shape;782;g3baff84d3b0_0_663"/>
              <p:cNvGrpSpPr/>
              <p:nvPr/>
            </p:nvGrpSpPr>
            <p:grpSpPr>
              <a:xfrm>
                <a:off x="617244" y="6828093"/>
                <a:ext cx="4030479" cy="1614600"/>
                <a:chOff x="726771" y="7742896"/>
                <a:chExt cx="4030479" cy="1614600"/>
              </a:xfrm>
            </p:grpSpPr>
            <p:sp>
              <p:nvSpPr>
                <p:cNvPr id="783" name="Google Shape;783;g3baff84d3b0_0_663"/>
                <p:cNvSpPr/>
                <p:nvPr/>
              </p:nvSpPr>
              <p:spPr>
                <a:xfrm>
                  <a:off x="2887950" y="7742896"/>
                  <a:ext cx="1869300" cy="1614600"/>
                </a:xfrm>
                <a:prstGeom prst="rect">
                  <a:avLst/>
                </a:prstGeom>
                <a:noFill/>
                <a:ln>
                  <a:noFill/>
                </a:ln>
              </p:spPr>
              <p:txBody>
                <a:bodyPr anchorCtr="0" anchor="t" bIns="22700" lIns="45450" spcFirstLastPara="1" rIns="45450" wrap="square" tIns="22700">
                  <a:noAutofit/>
                </a:bodyPr>
                <a:lstStyle/>
                <a:p>
                  <a:pPr indent="-142036" lvl="0" marL="142036" marR="0" rtl="0" algn="l">
                    <a:lnSpc>
                      <a:spcPct val="100000"/>
                    </a:lnSpc>
                    <a:spcBef>
                      <a:spcPts val="0"/>
                    </a:spcBef>
                    <a:spcAft>
                      <a:spcPts val="0"/>
                    </a:spcAft>
                    <a:buClr>
                      <a:srgbClr val="A6E3FA"/>
                    </a:buClr>
                    <a:buSzPts val="596"/>
                    <a:buFont typeface="Arial"/>
                    <a:buChar char="•"/>
                  </a:pPr>
                  <a:r>
                    <a:rPr b="1" i="0" lang="vi" sz="596" u="none" cap="none" strike="noStrike">
                      <a:solidFill>
                        <a:srgbClr val="063C67"/>
                      </a:solidFill>
                      <a:latin typeface="Calibri"/>
                      <a:ea typeface="Calibri"/>
                      <a:cs typeface="Calibri"/>
                      <a:sym typeface="Calibri"/>
                    </a:rPr>
                    <a:t>Customer</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Product Owner</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Project Manager</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1" i="0" lang="vi" sz="596" u="none" cap="none" strike="noStrike">
                      <a:solidFill>
                        <a:srgbClr val="063C67"/>
                      </a:solidFill>
                      <a:latin typeface="Calibri"/>
                      <a:ea typeface="Calibri"/>
                      <a:cs typeface="Calibri"/>
                      <a:sym typeface="Calibri"/>
                    </a:rPr>
                    <a:t> </a:t>
                  </a:r>
                  <a:endParaRPr b="0" i="0" sz="695" u="none" cap="none" strike="noStrike">
                    <a:solidFill>
                      <a:srgbClr val="000000"/>
                    </a:solidFill>
                    <a:latin typeface="Arial"/>
                    <a:ea typeface="Arial"/>
                    <a:cs typeface="Arial"/>
                    <a:sym typeface="Arial"/>
                  </a:endParaRPr>
                </a:p>
                <a:p>
                  <a:pPr indent="-142036" lvl="0" marL="142036" marR="0" rtl="0" algn="l">
                    <a:lnSpc>
                      <a:spcPct val="100000"/>
                    </a:lnSpc>
                    <a:spcBef>
                      <a:spcPts val="0"/>
                    </a:spcBef>
                    <a:spcAft>
                      <a:spcPts val="0"/>
                    </a:spcAft>
                    <a:buClr>
                      <a:srgbClr val="A6E3FA"/>
                    </a:buClr>
                    <a:buSzPts val="596"/>
                    <a:buFont typeface="Arial"/>
                    <a:buChar char="•"/>
                  </a:pPr>
                  <a:r>
                    <a:rPr b="1" i="0" lang="vi" sz="596" u="none" cap="none" strike="noStrike">
                      <a:solidFill>
                        <a:srgbClr val="063C67"/>
                      </a:solidFill>
                      <a:latin typeface="Calibri"/>
                      <a:ea typeface="Calibri"/>
                      <a:cs typeface="Calibri"/>
                      <a:sym typeface="Calibri"/>
                    </a:rPr>
                    <a:t>VMO</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Project Director</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Account Manager</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Project Manager</a:t>
                  </a:r>
                  <a:endParaRPr b="0" i="0" sz="695" u="none" cap="none" strike="noStrike">
                    <a:solidFill>
                      <a:srgbClr val="000000"/>
                    </a:solidFill>
                    <a:latin typeface="Arial"/>
                    <a:ea typeface="Arial"/>
                    <a:cs typeface="Arial"/>
                    <a:sym typeface="Arial"/>
                  </a:endParaRPr>
                </a:p>
              </p:txBody>
            </p:sp>
            <p:grpSp>
              <p:nvGrpSpPr>
                <p:cNvPr id="784" name="Google Shape;784;g3baff84d3b0_0_663"/>
                <p:cNvGrpSpPr/>
                <p:nvPr/>
              </p:nvGrpSpPr>
              <p:grpSpPr>
                <a:xfrm flipH="1" rot="-5400000">
                  <a:off x="2596213" y="7861112"/>
                  <a:ext cx="231636" cy="1368000"/>
                  <a:chOff x="9573671" y="5660127"/>
                  <a:chExt cx="176700" cy="1368000"/>
                </a:xfrm>
              </p:grpSpPr>
              <p:cxnSp>
                <p:nvCxnSpPr>
                  <p:cNvPr id="785" name="Google Shape;785;g3baff84d3b0_0_663"/>
                  <p:cNvCxnSpPr/>
                  <p:nvPr/>
                </p:nvCxnSpPr>
                <p:spPr>
                  <a:xfrm rot="10800000">
                    <a:off x="9662052" y="5660127"/>
                    <a:ext cx="0" cy="1368000"/>
                  </a:xfrm>
                  <a:prstGeom prst="straightConnector1">
                    <a:avLst/>
                  </a:prstGeom>
                  <a:noFill/>
                  <a:ln cap="sq" cmpd="sng" w="14200">
                    <a:solidFill>
                      <a:srgbClr val="1D93C9"/>
                    </a:solidFill>
                    <a:prstDash val="solid"/>
                    <a:bevel/>
                    <a:headEnd len="sm" w="sm" type="none"/>
                    <a:tailEnd len="sm" w="sm" type="none"/>
                  </a:ln>
                </p:spPr>
              </p:cxnSp>
              <p:sp>
                <p:nvSpPr>
                  <p:cNvPr id="786" name="Google Shape;786;g3baff84d3b0_0_663"/>
                  <p:cNvSpPr/>
                  <p:nvPr/>
                </p:nvSpPr>
                <p:spPr>
                  <a:xfrm rot="10800000">
                    <a:off x="9573671" y="6337421"/>
                    <a:ext cx="176700" cy="152400"/>
                  </a:xfrm>
                  <a:prstGeom prst="triangle">
                    <a:avLst>
                      <a:gd fmla="val 50000" name="adj"/>
                    </a:avLst>
                  </a:prstGeom>
                  <a:solidFill>
                    <a:srgbClr val="1D93C9"/>
                  </a:solidFill>
                  <a:ln>
                    <a:noFill/>
                  </a:ln>
                </p:spPr>
                <p:txBody>
                  <a:bodyPr anchorCtr="0" anchor="ctr" bIns="22700" lIns="45450" spcFirstLastPara="1" rIns="45450" wrap="square" tIns="22700">
                    <a:noAutofit/>
                  </a:bodyPr>
                  <a:lstStyle/>
                  <a:p>
                    <a:pPr indent="0" lvl="0" marL="0" marR="0" rtl="0" algn="ctr">
                      <a:lnSpc>
                        <a:spcPct val="100000"/>
                      </a:lnSpc>
                      <a:spcBef>
                        <a:spcPts val="0"/>
                      </a:spcBef>
                      <a:spcAft>
                        <a:spcPts val="0"/>
                      </a:spcAft>
                      <a:buClr>
                        <a:srgbClr val="000000"/>
                      </a:buClr>
                      <a:buSzPts val="1392"/>
                      <a:buFont typeface="Arial"/>
                      <a:buNone/>
                    </a:pPr>
                    <a:r>
                      <a:t/>
                    </a:r>
                    <a:endParaRPr b="0" i="0" sz="1392" u="none" cap="none" strike="noStrike">
                      <a:solidFill>
                        <a:srgbClr val="042D4D"/>
                      </a:solidFill>
                      <a:latin typeface="Calibri"/>
                      <a:ea typeface="Calibri"/>
                      <a:cs typeface="Calibri"/>
                      <a:sym typeface="Calibri"/>
                    </a:endParaRPr>
                  </a:p>
                </p:txBody>
              </p:sp>
            </p:grpSp>
            <p:grpSp>
              <p:nvGrpSpPr>
                <p:cNvPr id="787" name="Google Shape;787;g3baff84d3b0_0_663"/>
                <p:cNvGrpSpPr/>
                <p:nvPr/>
              </p:nvGrpSpPr>
              <p:grpSpPr>
                <a:xfrm>
                  <a:off x="726771" y="7861208"/>
                  <a:ext cx="1658100" cy="964102"/>
                  <a:chOff x="726771" y="8041785"/>
                  <a:chExt cx="1658100" cy="964102"/>
                </a:xfrm>
              </p:grpSpPr>
              <p:sp>
                <p:nvSpPr>
                  <p:cNvPr id="788" name="Google Shape;788;g3baff84d3b0_0_663"/>
                  <p:cNvSpPr/>
                  <p:nvPr/>
                </p:nvSpPr>
                <p:spPr>
                  <a:xfrm>
                    <a:off x="726771" y="8041785"/>
                    <a:ext cx="1658100" cy="412500"/>
                  </a:xfrm>
                  <a:prstGeom prst="roundRect">
                    <a:avLst>
                      <a:gd fmla="val 16667" name="adj"/>
                    </a:avLst>
                  </a:prstGeom>
                  <a:solidFill>
                    <a:srgbClr val="1D93C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96"/>
                      <a:buFont typeface="Arial"/>
                      <a:buNone/>
                    </a:pPr>
                    <a:r>
                      <a:rPr b="1" i="0" lang="vi" sz="596" u="none" cap="none" strike="noStrike">
                        <a:solidFill>
                          <a:srgbClr val="FFFFFF"/>
                        </a:solidFill>
                        <a:latin typeface="Calibri"/>
                        <a:ea typeface="Calibri"/>
                        <a:cs typeface="Calibri"/>
                        <a:sym typeface="Calibri"/>
                      </a:rPr>
                      <a:t>MONTHLY</a:t>
                    </a:r>
                    <a:endParaRPr b="0" i="0" sz="695" u="none" cap="none" strike="noStrike">
                      <a:solidFill>
                        <a:srgbClr val="000000"/>
                      </a:solidFill>
                      <a:latin typeface="Arial"/>
                      <a:ea typeface="Arial"/>
                      <a:cs typeface="Arial"/>
                      <a:sym typeface="Arial"/>
                    </a:endParaRPr>
                  </a:p>
                </p:txBody>
              </p:sp>
              <p:grpSp>
                <p:nvGrpSpPr>
                  <p:cNvPr id="789" name="Google Shape;789;g3baff84d3b0_0_663"/>
                  <p:cNvGrpSpPr/>
                  <p:nvPr/>
                </p:nvGrpSpPr>
                <p:grpSpPr>
                  <a:xfrm>
                    <a:off x="892715" y="8559653"/>
                    <a:ext cx="1326769" cy="446234"/>
                    <a:chOff x="766605" y="8571256"/>
                    <a:chExt cx="1326769" cy="446234"/>
                  </a:xfrm>
                </p:grpSpPr>
                <p:grpSp>
                  <p:nvGrpSpPr>
                    <p:cNvPr id="790" name="Google Shape;790;g3baff84d3b0_0_663"/>
                    <p:cNvGrpSpPr/>
                    <p:nvPr/>
                  </p:nvGrpSpPr>
                  <p:grpSpPr>
                    <a:xfrm>
                      <a:off x="766605" y="8588221"/>
                      <a:ext cx="450360" cy="429249"/>
                      <a:chOff x="766605" y="8588221"/>
                      <a:chExt cx="450360" cy="429249"/>
                    </a:xfrm>
                  </p:grpSpPr>
                  <p:sp>
                    <p:nvSpPr>
                      <p:cNvPr id="791" name="Google Shape;791;g3baff84d3b0_0_663"/>
                      <p:cNvSpPr/>
                      <p:nvPr/>
                    </p:nvSpPr>
                    <p:spPr>
                      <a:xfrm>
                        <a:off x="766605" y="8588221"/>
                        <a:ext cx="450360" cy="429249"/>
                      </a:xfrm>
                      <a:custGeom>
                        <a:rect b="b" l="l" r="r" t="t"/>
                        <a:pathLst>
                          <a:path extrusionOk="0" h="617625" w="648000">
                            <a:moveTo>
                              <a:pt x="635344" y="592313"/>
                            </a:moveTo>
                            <a:lnTo>
                              <a:pt x="579642" y="592313"/>
                            </a:lnTo>
                            <a:lnTo>
                              <a:pt x="579646" y="561912"/>
                            </a:lnTo>
                            <a:cubicBezTo>
                              <a:pt x="579652" y="502573"/>
                              <a:pt x="539660" y="450285"/>
                              <a:pt x="482389" y="434754"/>
                            </a:cubicBezTo>
                            <a:lnTo>
                              <a:pt x="392344" y="410336"/>
                            </a:lnTo>
                            <a:lnTo>
                              <a:pt x="392344" y="380320"/>
                            </a:lnTo>
                            <a:cubicBezTo>
                              <a:pt x="392344" y="378683"/>
                              <a:pt x="392022" y="377122"/>
                              <a:pt x="391457" y="375686"/>
                            </a:cubicBezTo>
                            <a:cubicBezTo>
                              <a:pt x="391649" y="375578"/>
                              <a:pt x="391845" y="375478"/>
                              <a:pt x="392037" y="375369"/>
                            </a:cubicBezTo>
                            <a:cubicBezTo>
                              <a:pt x="419536" y="359798"/>
                              <a:pt x="440153" y="335159"/>
                              <a:pt x="450998" y="306442"/>
                            </a:cubicBezTo>
                            <a:lnTo>
                              <a:pt x="474641" y="306442"/>
                            </a:lnTo>
                            <a:cubicBezTo>
                              <a:pt x="498169" y="306442"/>
                              <a:pt x="517312" y="287301"/>
                              <a:pt x="517312" y="263771"/>
                            </a:cubicBezTo>
                            <a:lnTo>
                              <a:pt x="517312" y="209512"/>
                            </a:lnTo>
                            <a:cubicBezTo>
                              <a:pt x="517312" y="197025"/>
                              <a:pt x="511920" y="185774"/>
                              <a:pt x="503343" y="177963"/>
                            </a:cubicBezTo>
                            <a:cubicBezTo>
                              <a:pt x="502508" y="79691"/>
                              <a:pt x="422377" y="0"/>
                              <a:pt x="323986" y="0"/>
                            </a:cubicBezTo>
                            <a:cubicBezTo>
                              <a:pt x="225765" y="0"/>
                              <a:pt x="145743" y="79418"/>
                              <a:pt x="144638" y="177456"/>
                            </a:cubicBezTo>
                            <a:cubicBezTo>
                              <a:pt x="135728" y="185282"/>
                              <a:pt x="130087" y="196746"/>
                              <a:pt x="130087" y="209510"/>
                            </a:cubicBezTo>
                            <a:lnTo>
                              <a:pt x="130087" y="263770"/>
                            </a:lnTo>
                            <a:cubicBezTo>
                              <a:pt x="130087" y="287299"/>
                              <a:pt x="149230" y="306442"/>
                              <a:pt x="172758" y="306442"/>
                            </a:cubicBezTo>
                            <a:lnTo>
                              <a:pt x="197165" y="306442"/>
                            </a:lnTo>
                            <a:cubicBezTo>
                              <a:pt x="208016" y="335163"/>
                              <a:pt x="228648" y="359810"/>
                              <a:pt x="256190" y="375407"/>
                            </a:cubicBezTo>
                            <a:lnTo>
                              <a:pt x="256245" y="375436"/>
                            </a:lnTo>
                            <a:cubicBezTo>
                              <a:pt x="256323" y="375481"/>
                              <a:pt x="256403" y="375521"/>
                              <a:pt x="256481" y="375565"/>
                            </a:cubicBezTo>
                            <a:cubicBezTo>
                              <a:pt x="255885" y="377035"/>
                              <a:pt x="255550" y="378637"/>
                              <a:pt x="255550" y="380320"/>
                            </a:cubicBezTo>
                            <a:lnTo>
                              <a:pt x="255550" y="410337"/>
                            </a:lnTo>
                            <a:lnTo>
                              <a:pt x="165582" y="434749"/>
                            </a:lnTo>
                            <a:cubicBezTo>
                              <a:pt x="108330" y="450283"/>
                              <a:pt x="68344" y="502565"/>
                              <a:pt x="68344" y="561888"/>
                            </a:cubicBezTo>
                            <a:lnTo>
                              <a:pt x="68344" y="592313"/>
                            </a:lnTo>
                            <a:lnTo>
                              <a:pt x="12656" y="592313"/>
                            </a:lnTo>
                            <a:cubicBezTo>
                              <a:pt x="5666" y="592313"/>
                              <a:pt x="0" y="597980"/>
                              <a:pt x="0" y="604969"/>
                            </a:cubicBezTo>
                            <a:cubicBezTo>
                              <a:pt x="0" y="611958"/>
                              <a:pt x="5666" y="617625"/>
                              <a:pt x="12656" y="617625"/>
                            </a:cubicBezTo>
                            <a:lnTo>
                              <a:pt x="635344" y="617625"/>
                            </a:lnTo>
                            <a:cubicBezTo>
                              <a:pt x="642334" y="617625"/>
                              <a:pt x="648000" y="611958"/>
                              <a:pt x="648000" y="604969"/>
                            </a:cubicBezTo>
                            <a:cubicBezTo>
                              <a:pt x="648000" y="597980"/>
                              <a:pt x="642334" y="592313"/>
                              <a:pt x="635344" y="592313"/>
                            </a:cubicBezTo>
                            <a:close/>
                            <a:moveTo>
                              <a:pt x="491998" y="209512"/>
                            </a:moveTo>
                            <a:lnTo>
                              <a:pt x="491998" y="263771"/>
                            </a:lnTo>
                            <a:cubicBezTo>
                              <a:pt x="491998" y="273343"/>
                              <a:pt x="484212" y="281129"/>
                              <a:pt x="474640" y="281129"/>
                            </a:cubicBezTo>
                            <a:lnTo>
                              <a:pt x="457799" y="281129"/>
                            </a:lnTo>
                            <a:cubicBezTo>
                              <a:pt x="458971" y="274039"/>
                              <a:pt x="459583" y="266809"/>
                              <a:pt x="459583" y="259495"/>
                            </a:cubicBezTo>
                            <a:lnTo>
                              <a:pt x="459583" y="192152"/>
                            </a:lnTo>
                            <a:lnTo>
                              <a:pt x="474640" y="192152"/>
                            </a:lnTo>
                            <a:cubicBezTo>
                              <a:pt x="484212" y="192152"/>
                              <a:pt x="491998" y="199940"/>
                              <a:pt x="491998" y="209512"/>
                            </a:cubicBezTo>
                            <a:close/>
                            <a:moveTo>
                              <a:pt x="172758" y="281129"/>
                            </a:moveTo>
                            <a:cubicBezTo>
                              <a:pt x="163186" y="281129"/>
                              <a:pt x="155400" y="273342"/>
                              <a:pt x="155400" y="263770"/>
                            </a:cubicBezTo>
                            <a:lnTo>
                              <a:pt x="155400" y="209510"/>
                            </a:lnTo>
                            <a:cubicBezTo>
                              <a:pt x="155400" y="199938"/>
                              <a:pt x="163187" y="192152"/>
                              <a:pt x="172758" y="192152"/>
                            </a:cubicBezTo>
                            <a:lnTo>
                              <a:pt x="188588" y="192152"/>
                            </a:lnTo>
                            <a:cubicBezTo>
                              <a:pt x="188588" y="192227"/>
                              <a:pt x="188578" y="192300"/>
                              <a:pt x="188578" y="192375"/>
                            </a:cubicBezTo>
                            <a:lnTo>
                              <a:pt x="188578" y="259495"/>
                            </a:lnTo>
                            <a:cubicBezTo>
                              <a:pt x="188578" y="266809"/>
                              <a:pt x="189189" y="274039"/>
                              <a:pt x="190361" y="281129"/>
                            </a:cubicBezTo>
                            <a:lnTo>
                              <a:pt x="172758" y="281129"/>
                            </a:lnTo>
                            <a:close/>
                            <a:moveTo>
                              <a:pt x="189086" y="166838"/>
                            </a:moveTo>
                            <a:lnTo>
                              <a:pt x="172758" y="166838"/>
                            </a:lnTo>
                            <a:cubicBezTo>
                              <a:pt x="171981" y="166838"/>
                              <a:pt x="171209" y="166863"/>
                              <a:pt x="170442" y="166903"/>
                            </a:cubicBezTo>
                            <a:cubicBezTo>
                              <a:pt x="176871" y="87753"/>
                              <a:pt x="243277" y="25313"/>
                              <a:pt x="323986" y="25313"/>
                            </a:cubicBezTo>
                            <a:cubicBezTo>
                              <a:pt x="404711" y="25313"/>
                              <a:pt x="471128" y="87777"/>
                              <a:pt x="477534" y="166949"/>
                            </a:cubicBezTo>
                            <a:cubicBezTo>
                              <a:pt x="476576" y="166884"/>
                              <a:pt x="475613" y="166840"/>
                              <a:pt x="474640" y="166840"/>
                            </a:cubicBezTo>
                            <a:lnTo>
                              <a:pt x="459207" y="166840"/>
                            </a:lnTo>
                            <a:cubicBezTo>
                              <a:pt x="459073" y="166290"/>
                              <a:pt x="458904" y="165754"/>
                              <a:pt x="458700" y="165235"/>
                            </a:cubicBezTo>
                            <a:cubicBezTo>
                              <a:pt x="452226" y="96541"/>
                              <a:pt x="394275" y="42609"/>
                              <a:pt x="323965" y="42609"/>
                            </a:cubicBezTo>
                            <a:cubicBezTo>
                              <a:pt x="253109" y="42609"/>
                              <a:pt x="194802" y="97381"/>
                              <a:pt x="189086" y="166838"/>
                            </a:cubicBezTo>
                            <a:close/>
                            <a:moveTo>
                              <a:pt x="213931" y="178054"/>
                            </a:moveTo>
                            <a:cubicBezTo>
                              <a:pt x="213931" y="117329"/>
                              <a:pt x="263292" y="67922"/>
                              <a:pt x="323965" y="67922"/>
                            </a:cubicBezTo>
                            <a:cubicBezTo>
                              <a:pt x="372027" y="67922"/>
                              <a:pt x="412984" y="98926"/>
                              <a:pt x="427936" y="141999"/>
                            </a:cubicBezTo>
                            <a:lnTo>
                              <a:pt x="397330" y="163096"/>
                            </a:lnTo>
                            <a:cubicBezTo>
                              <a:pt x="381556" y="173970"/>
                              <a:pt x="363090" y="179719"/>
                              <a:pt x="343929" y="179719"/>
                            </a:cubicBezTo>
                            <a:lnTo>
                              <a:pt x="213810" y="179719"/>
                            </a:lnTo>
                            <a:cubicBezTo>
                              <a:pt x="213882" y="179172"/>
                              <a:pt x="213931" y="178620"/>
                              <a:pt x="213931" y="178054"/>
                            </a:cubicBezTo>
                            <a:close/>
                            <a:moveTo>
                              <a:pt x="213891" y="259495"/>
                            </a:moveTo>
                            <a:lnTo>
                              <a:pt x="213891" y="205031"/>
                            </a:lnTo>
                            <a:lnTo>
                              <a:pt x="343929" y="205031"/>
                            </a:lnTo>
                            <a:cubicBezTo>
                              <a:pt x="368244" y="205031"/>
                              <a:pt x="391678" y="197736"/>
                              <a:pt x="411696" y="183937"/>
                            </a:cubicBezTo>
                            <a:lnTo>
                              <a:pt x="433609" y="168832"/>
                            </a:lnTo>
                            <a:cubicBezTo>
                              <a:pt x="433863" y="171873"/>
                              <a:pt x="433998" y="174947"/>
                              <a:pt x="433998" y="178053"/>
                            </a:cubicBezTo>
                            <a:cubicBezTo>
                              <a:pt x="433998" y="178948"/>
                              <a:pt x="434093" y="179819"/>
                              <a:pt x="434270" y="180662"/>
                            </a:cubicBezTo>
                            <a:lnTo>
                              <a:pt x="434270" y="259495"/>
                            </a:lnTo>
                            <a:cubicBezTo>
                              <a:pt x="434270" y="275937"/>
                              <a:pt x="430488" y="291866"/>
                              <a:pt x="423574" y="306226"/>
                            </a:cubicBezTo>
                            <a:lnTo>
                              <a:pt x="373825" y="306226"/>
                            </a:lnTo>
                            <a:cubicBezTo>
                              <a:pt x="372075" y="292759"/>
                              <a:pt x="360539" y="282323"/>
                              <a:pt x="346604" y="282323"/>
                            </a:cubicBezTo>
                            <a:lnTo>
                              <a:pt x="317286" y="282323"/>
                            </a:lnTo>
                            <a:cubicBezTo>
                              <a:pt x="302145" y="282323"/>
                              <a:pt x="289827" y="294640"/>
                              <a:pt x="289827" y="309781"/>
                            </a:cubicBezTo>
                            <a:lnTo>
                              <a:pt x="289827" y="322926"/>
                            </a:lnTo>
                            <a:cubicBezTo>
                              <a:pt x="289827" y="338066"/>
                              <a:pt x="302145" y="350384"/>
                              <a:pt x="317286" y="350384"/>
                            </a:cubicBezTo>
                            <a:lnTo>
                              <a:pt x="346604" y="350384"/>
                            </a:lnTo>
                            <a:cubicBezTo>
                              <a:pt x="358736" y="350384"/>
                              <a:pt x="369050" y="342471"/>
                              <a:pt x="372672" y="331537"/>
                            </a:cubicBezTo>
                            <a:lnTo>
                              <a:pt x="406639" y="331537"/>
                            </a:lnTo>
                            <a:cubicBezTo>
                              <a:pt x="398953" y="340108"/>
                              <a:pt x="389852" y="347517"/>
                              <a:pt x="379552" y="353349"/>
                            </a:cubicBezTo>
                            <a:cubicBezTo>
                              <a:pt x="345379" y="372747"/>
                              <a:pt x="302911" y="372773"/>
                              <a:pt x="268653" y="353373"/>
                            </a:cubicBezTo>
                            <a:lnTo>
                              <a:pt x="268599" y="353344"/>
                            </a:lnTo>
                            <a:cubicBezTo>
                              <a:pt x="234853" y="334235"/>
                              <a:pt x="213891" y="298274"/>
                              <a:pt x="213891" y="259495"/>
                            </a:cubicBezTo>
                            <a:close/>
                            <a:moveTo>
                              <a:pt x="348751" y="309781"/>
                            </a:moveTo>
                            <a:lnTo>
                              <a:pt x="348751" y="322926"/>
                            </a:lnTo>
                            <a:cubicBezTo>
                              <a:pt x="348751" y="324110"/>
                              <a:pt x="347787" y="325072"/>
                              <a:pt x="346604" y="325072"/>
                            </a:cubicBezTo>
                            <a:lnTo>
                              <a:pt x="317286" y="325072"/>
                            </a:lnTo>
                            <a:cubicBezTo>
                              <a:pt x="316103" y="325072"/>
                              <a:pt x="315139" y="324109"/>
                              <a:pt x="315139" y="322926"/>
                            </a:cubicBezTo>
                            <a:lnTo>
                              <a:pt x="315139" y="309781"/>
                            </a:lnTo>
                            <a:cubicBezTo>
                              <a:pt x="315139" y="308597"/>
                              <a:pt x="316103" y="307635"/>
                              <a:pt x="317286" y="307635"/>
                            </a:cubicBezTo>
                            <a:lnTo>
                              <a:pt x="346604" y="307635"/>
                            </a:lnTo>
                            <a:cubicBezTo>
                              <a:pt x="347787" y="307635"/>
                              <a:pt x="348751" y="308599"/>
                              <a:pt x="348751" y="309781"/>
                            </a:cubicBezTo>
                            <a:close/>
                            <a:moveTo>
                              <a:pt x="93656" y="592313"/>
                            </a:moveTo>
                            <a:lnTo>
                              <a:pt x="93656" y="561888"/>
                            </a:lnTo>
                            <a:cubicBezTo>
                              <a:pt x="93656" y="513964"/>
                              <a:pt x="125959" y="471728"/>
                              <a:pt x="172211" y="459179"/>
                            </a:cubicBezTo>
                            <a:lnTo>
                              <a:pt x="259667" y="435448"/>
                            </a:lnTo>
                            <a:lnTo>
                              <a:pt x="307313" y="592313"/>
                            </a:lnTo>
                            <a:lnTo>
                              <a:pt x="93656" y="592313"/>
                            </a:lnTo>
                            <a:close/>
                            <a:moveTo>
                              <a:pt x="280864" y="418137"/>
                            </a:moveTo>
                            <a:lnTo>
                              <a:pt x="280864" y="386313"/>
                            </a:lnTo>
                            <a:cubicBezTo>
                              <a:pt x="294863" y="390911"/>
                              <a:pt x="309472" y="393212"/>
                              <a:pt x="324082" y="393212"/>
                            </a:cubicBezTo>
                            <a:cubicBezTo>
                              <a:pt x="338599" y="393212"/>
                              <a:pt x="353114" y="390935"/>
                              <a:pt x="367031" y="386397"/>
                            </a:cubicBezTo>
                            <a:lnTo>
                              <a:pt x="367031" y="418142"/>
                            </a:lnTo>
                            <a:lnTo>
                              <a:pt x="323989" y="560120"/>
                            </a:lnTo>
                            <a:lnTo>
                              <a:pt x="280864" y="418137"/>
                            </a:lnTo>
                            <a:close/>
                            <a:moveTo>
                              <a:pt x="554330" y="592313"/>
                            </a:moveTo>
                            <a:lnTo>
                              <a:pt x="340678" y="592313"/>
                            </a:lnTo>
                            <a:lnTo>
                              <a:pt x="388234" y="435448"/>
                            </a:lnTo>
                            <a:lnTo>
                              <a:pt x="475764" y="459185"/>
                            </a:lnTo>
                            <a:cubicBezTo>
                              <a:pt x="522030" y="471731"/>
                              <a:pt x="554339" y="513974"/>
                              <a:pt x="554334" y="561911"/>
                            </a:cubicBezTo>
                            <a:lnTo>
                              <a:pt x="554330" y="592313"/>
                            </a:ln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92" name="Google Shape;792;g3baff84d3b0_0_663"/>
                      <p:cNvSpPr/>
                      <p:nvPr/>
                    </p:nvSpPr>
                    <p:spPr>
                      <a:xfrm>
                        <a:off x="1108559" y="8957674"/>
                        <a:ext cx="17592" cy="17592"/>
                      </a:xfrm>
                      <a:custGeom>
                        <a:rect b="b" l="l" r="r" t="t"/>
                        <a:pathLst>
                          <a:path extrusionOk="0" h="25312" w="25312">
                            <a:moveTo>
                              <a:pt x="21604" y="3708"/>
                            </a:moveTo>
                            <a:cubicBezTo>
                              <a:pt x="19250" y="1353"/>
                              <a:pt x="15985" y="0"/>
                              <a:pt x="12656" y="0"/>
                            </a:cubicBezTo>
                            <a:cubicBezTo>
                              <a:pt x="9328" y="0"/>
                              <a:pt x="6062" y="1353"/>
                              <a:pt x="3708" y="3708"/>
                            </a:cubicBezTo>
                            <a:cubicBezTo>
                              <a:pt x="1354" y="6064"/>
                              <a:pt x="0" y="9328"/>
                              <a:pt x="0" y="12656"/>
                            </a:cubicBezTo>
                            <a:cubicBezTo>
                              <a:pt x="0" y="15985"/>
                              <a:pt x="1354" y="19250"/>
                              <a:pt x="3708" y="21603"/>
                            </a:cubicBezTo>
                            <a:cubicBezTo>
                              <a:pt x="6062" y="23957"/>
                              <a:pt x="9328" y="25313"/>
                              <a:pt x="12656" y="25313"/>
                            </a:cubicBezTo>
                            <a:cubicBezTo>
                              <a:pt x="15985" y="25313"/>
                              <a:pt x="19250" y="23958"/>
                              <a:pt x="21604" y="21603"/>
                            </a:cubicBezTo>
                            <a:cubicBezTo>
                              <a:pt x="23958" y="19250"/>
                              <a:pt x="25313" y="15985"/>
                              <a:pt x="25313" y="12656"/>
                            </a:cubicBezTo>
                            <a:cubicBezTo>
                              <a:pt x="25313" y="9314"/>
                              <a:pt x="23958" y="6062"/>
                              <a:pt x="21604" y="3708"/>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93" name="Google Shape;793;g3baff84d3b0_0_663"/>
                      <p:cNvSpPr/>
                      <p:nvPr/>
                    </p:nvSpPr>
                    <p:spPr>
                      <a:xfrm>
                        <a:off x="1044574" y="8957674"/>
                        <a:ext cx="51896" cy="17592"/>
                      </a:xfrm>
                      <a:custGeom>
                        <a:rect b="b" l="l" r="r" t="t"/>
                        <a:pathLst>
                          <a:path extrusionOk="0" h="25312" w="74671">
                            <a:moveTo>
                              <a:pt x="62016" y="0"/>
                            </a:moveTo>
                            <a:lnTo>
                              <a:pt x="12656" y="0"/>
                            </a:lnTo>
                            <a:cubicBezTo>
                              <a:pt x="5666" y="0"/>
                              <a:pt x="0" y="5667"/>
                              <a:pt x="0" y="12656"/>
                            </a:cubicBezTo>
                            <a:cubicBezTo>
                              <a:pt x="0" y="19645"/>
                              <a:pt x="5666" y="25313"/>
                              <a:pt x="12656" y="25313"/>
                            </a:cubicBezTo>
                            <a:lnTo>
                              <a:pt x="62016" y="25313"/>
                            </a:lnTo>
                            <a:cubicBezTo>
                              <a:pt x="69006" y="25313"/>
                              <a:pt x="74672" y="19645"/>
                              <a:pt x="74672" y="12656"/>
                            </a:cubicBezTo>
                            <a:cubicBezTo>
                              <a:pt x="74672" y="5667"/>
                              <a:pt x="69006" y="0"/>
                              <a:pt x="62016" y="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grpSp>
                <p:grpSp>
                  <p:nvGrpSpPr>
                    <p:cNvPr id="794" name="Google Shape;794;g3baff84d3b0_0_663"/>
                    <p:cNvGrpSpPr/>
                    <p:nvPr/>
                  </p:nvGrpSpPr>
                  <p:grpSpPr>
                    <a:xfrm>
                      <a:off x="1669359" y="8571256"/>
                      <a:ext cx="424015" cy="439293"/>
                      <a:chOff x="1669359" y="8571256"/>
                      <a:chExt cx="424015" cy="439293"/>
                    </a:xfrm>
                  </p:grpSpPr>
                  <p:sp>
                    <p:nvSpPr>
                      <p:cNvPr id="795" name="Google Shape;795;g3baff84d3b0_0_663"/>
                      <p:cNvSpPr/>
                      <p:nvPr/>
                    </p:nvSpPr>
                    <p:spPr>
                      <a:xfrm>
                        <a:off x="1865983" y="8571256"/>
                        <a:ext cx="227391" cy="181731"/>
                      </a:xfrm>
                      <a:custGeom>
                        <a:rect b="b" l="l" r="r" t="t"/>
                        <a:pathLst>
                          <a:path extrusionOk="0" h="291938" w="365286">
                            <a:moveTo>
                              <a:pt x="349166" y="0"/>
                            </a:moveTo>
                            <a:lnTo>
                              <a:pt x="16120" y="0"/>
                            </a:lnTo>
                            <a:cubicBezTo>
                              <a:pt x="7254" y="0"/>
                              <a:pt x="0" y="7254"/>
                              <a:pt x="0" y="16120"/>
                            </a:cubicBezTo>
                            <a:lnTo>
                              <a:pt x="0" y="224234"/>
                            </a:lnTo>
                            <a:cubicBezTo>
                              <a:pt x="0" y="233100"/>
                              <a:pt x="7254" y="240354"/>
                              <a:pt x="16120" y="240354"/>
                            </a:cubicBezTo>
                            <a:lnTo>
                              <a:pt x="55615" y="240354"/>
                            </a:lnTo>
                            <a:lnTo>
                              <a:pt x="54648" y="275335"/>
                            </a:lnTo>
                            <a:cubicBezTo>
                              <a:pt x="54487" y="281138"/>
                              <a:pt x="57549" y="286780"/>
                              <a:pt x="62547" y="289682"/>
                            </a:cubicBezTo>
                            <a:cubicBezTo>
                              <a:pt x="65126" y="291133"/>
                              <a:pt x="67866" y="291939"/>
                              <a:pt x="70768" y="291939"/>
                            </a:cubicBezTo>
                            <a:cubicBezTo>
                              <a:pt x="73670" y="291939"/>
                              <a:pt x="76410" y="291133"/>
                              <a:pt x="78990" y="289682"/>
                            </a:cubicBezTo>
                            <a:lnTo>
                              <a:pt x="161526" y="240354"/>
                            </a:lnTo>
                            <a:lnTo>
                              <a:pt x="349166" y="240354"/>
                            </a:lnTo>
                            <a:cubicBezTo>
                              <a:pt x="358032" y="240354"/>
                              <a:pt x="365286" y="233100"/>
                              <a:pt x="365286" y="224234"/>
                            </a:cubicBezTo>
                            <a:lnTo>
                              <a:pt x="365286" y="16120"/>
                            </a:lnTo>
                            <a:cubicBezTo>
                              <a:pt x="365286" y="7254"/>
                              <a:pt x="358032" y="0"/>
                              <a:pt x="349166" y="0"/>
                            </a:cubicBezTo>
                            <a:close/>
                            <a:moveTo>
                              <a:pt x="157012" y="208113"/>
                            </a:moveTo>
                            <a:cubicBezTo>
                              <a:pt x="154110" y="208113"/>
                              <a:pt x="151209" y="208919"/>
                              <a:pt x="148790" y="210370"/>
                            </a:cubicBezTo>
                            <a:lnTo>
                              <a:pt x="87694" y="246802"/>
                            </a:lnTo>
                            <a:lnTo>
                              <a:pt x="88339" y="224717"/>
                            </a:lnTo>
                            <a:cubicBezTo>
                              <a:pt x="88501" y="220365"/>
                              <a:pt x="86888" y="216173"/>
                              <a:pt x="83826" y="212949"/>
                            </a:cubicBezTo>
                            <a:cubicBezTo>
                              <a:pt x="80763" y="209886"/>
                              <a:pt x="76571" y="208113"/>
                              <a:pt x="72219" y="208113"/>
                            </a:cubicBezTo>
                            <a:lnTo>
                              <a:pt x="32241" y="208113"/>
                            </a:lnTo>
                            <a:lnTo>
                              <a:pt x="32241" y="32241"/>
                            </a:lnTo>
                            <a:lnTo>
                              <a:pt x="333046" y="32241"/>
                            </a:lnTo>
                            <a:lnTo>
                              <a:pt x="333046" y="208113"/>
                            </a:lnTo>
                            <a:lnTo>
                              <a:pt x="157012" y="208113"/>
                            </a:ln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96" name="Google Shape;796;g3baff84d3b0_0_663"/>
                      <p:cNvSpPr/>
                      <p:nvPr/>
                    </p:nvSpPr>
                    <p:spPr>
                      <a:xfrm>
                        <a:off x="2037165" y="8616406"/>
                        <a:ext cx="20069" cy="20094"/>
                      </a:xfrm>
                      <a:custGeom>
                        <a:rect b="b" l="l" r="r" t="t"/>
                        <a:pathLst>
                          <a:path extrusionOk="0" h="32280" w="32240">
                            <a:moveTo>
                              <a:pt x="27405" y="4715"/>
                            </a:moveTo>
                            <a:cubicBezTo>
                              <a:pt x="26599" y="3909"/>
                              <a:pt x="25793" y="3264"/>
                              <a:pt x="24986" y="2781"/>
                            </a:cubicBezTo>
                            <a:cubicBezTo>
                              <a:pt x="24180" y="2136"/>
                              <a:pt x="23213" y="1652"/>
                              <a:pt x="22246" y="1330"/>
                            </a:cubicBezTo>
                            <a:cubicBezTo>
                              <a:pt x="21279" y="1008"/>
                              <a:pt x="20312" y="685"/>
                              <a:pt x="19183" y="363"/>
                            </a:cubicBezTo>
                            <a:cubicBezTo>
                              <a:pt x="17088" y="-121"/>
                              <a:pt x="14992" y="-121"/>
                              <a:pt x="12896" y="363"/>
                            </a:cubicBezTo>
                            <a:cubicBezTo>
                              <a:pt x="11929" y="524"/>
                              <a:pt x="10801" y="846"/>
                              <a:pt x="9833" y="1330"/>
                            </a:cubicBezTo>
                            <a:cubicBezTo>
                              <a:pt x="8866" y="1652"/>
                              <a:pt x="7899" y="2297"/>
                              <a:pt x="7093" y="2781"/>
                            </a:cubicBezTo>
                            <a:cubicBezTo>
                              <a:pt x="6287" y="3426"/>
                              <a:pt x="5320" y="4070"/>
                              <a:pt x="4675" y="4715"/>
                            </a:cubicBezTo>
                            <a:cubicBezTo>
                              <a:pt x="3869" y="5521"/>
                              <a:pt x="3224" y="6327"/>
                              <a:pt x="2740" y="7133"/>
                            </a:cubicBezTo>
                            <a:cubicBezTo>
                              <a:pt x="2096" y="7939"/>
                              <a:pt x="1612" y="8906"/>
                              <a:pt x="1290" y="9874"/>
                            </a:cubicBezTo>
                            <a:cubicBezTo>
                              <a:pt x="967" y="10841"/>
                              <a:pt x="645" y="11808"/>
                              <a:pt x="322" y="12937"/>
                            </a:cubicBezTo>
                            <a:cubicBezTo>
                              <a:pt x="161" y="13904"/>
                              <a:pt x="0" y="15032"/>
                              <a:pt x="0" y="16161"/>
                            </a:cubicBezTo>
                            <a:cubicBezTo>
                              <a:pt x="0" y="17289"/>
                              <a:pt x="161" y="18256"/>
                              <a:pt x="322" y="19385"/>
                            </a:cubicBezTo>
                            <a:cubicBezTo>
                              <a:pt x="484" y="20352"/>
                              <a:pt x="806" y="21480"/>
                              <a:pt x="1290" y="22448"/>
                            </a:cubicBezTo>
                            <a:cubicBezTo>
                              <a:pt x="1773" y="23415"/>
                              <a:pt x="2257" y="24382"/>
                              <a:pt x="2740" y="25188"/>
                            </a:cubicBezTo>
                            <a:cubicBezTo>
                              <a:pt x="3385" y="25994"/>
                              <a:pt x="4030" y="26800"/>
                              <a:pt x="4675" y="27606"/>
                            </a:cubicBezTo>
                            <a:cubicBezTo>
                              <a:pt x="5481" y="28412"/>
                              <a:pt x="6287" y="29057"/>
                              <a:pt x="7093" y="29540"/>
                            </a:cubicBezTo>
                            <a:cubicBezTo>
                              <a:pt x="7899" y="30185"/>
                              <a:pt x="8866" y="30669"/>
                              <a:pt x="9833" y="30991"/>
                            </a:cubicBezTo>
                            <a:cubicBezTo>
                              <a:pt x="10801" y="31314"/>
                              <a:pt x="11768" y="31636"/>
                              <a:pt x="12896" y="31959"/>
                            </a:cubicBezTo>
                            <a:cubicBezTo>
                              <a:pt x="13863" y="32120"/>
                              <a:pt x="14992" y="32281"/>
                              <a:pt x="16120" y="32281"/>
                            </a:cubicBezTo>
                            <a:cubicBezTo>
                              <a:pt x="17088" y="32281"/>
                              <a:pt x="18216" y="32120"/>
                              <a:pt x="19344" y="31959"/>
                            </a:cubicBezTo>
                            <a:cubicBezTo>
                              <a:pt x="20312" y="31797"/>
                              <a:pt x="21440" y="31475"/>
                              <a:pt x="22407" y="30991"/>
                            </a:cubicBezTo>
                            <a:cubicBezTo>
                              <a:pt x="23374" y="30508"/>
                              <a:pt x="24342" y="30024"/>
                              <a:pt x="25148" y="29540"/>
                            </a:cubicBezTo>
                            <a:cubicBezTo>
                              <a:pt x="25954" y="28896"/>
                              <a:pt x="26921" y="28251"/>
                              <a:pt x="27566" y="27606"/>
                            </a:cubicBezTo>
                            <a:cubicBezTo>
                              <a:pt x="28372" y="26800"/>
                              <a:pt x="29017" y="25994"/>
                              <a:pt x="29500" y="25188"/>
                            </a:cubicBezTo>
                            <a:cubicBezTo>
                              <a:pt x="30145" y="24221"/>
                              <a:pt x="30629" y="23415"/>
                              <a:pt x="30951" y="22448"/>
                            </a:cubicBezTo>
                            <a:cubicBezTo>
                              <a:pt x="31273" y="21480"/>
                              <a:pt x="31596" y="20513"/>
                              <a:pt x="31918" y="19385"/>
                            </a:cubicBezTo>
                            <a:cubicBezTo>
                              <a:pt x="32079" y="18256"/>
                              <a:pt x="32241" y="17289"/>
                              <a:pt x="32241" y="16161"/>
                            </a:cubicBezTo>
                            <a:cubicBezTo>
                              <a:pt x="32079" y="11969"/>
                              <a:pt x="30467" y="7778"/>
                              <a:pt x="27405" y="4715"/>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97" name="Google Shape;797;g3baff84d3b0_0_663"/>
                      <p:cNvSpPr/>
                      <p:nvPr/>
                    </p:nvSpPr>
                    <p:spPr>
                      <a:xfrm>
                        <a:off x="1901742" y="8616431"/>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643" y="0"/>
                              <a:pt x="173777" y="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98" name="Google Shape;798;g3baff84d3b0_0_663"/>
                      <p:cNvSpPr/>
                      <p:nvPr/>
                    </p:nvSpPr>
                    <p:spPr>
                      <a:xfrm>
                        <a:off x="1901842" y="8656388"/>
                        <a:ext cx="20069" cy="19978"/>
                      </a:xfrm>
                      <a:custGeom>
                        <a:rect b="b" l="l" r="r" t="t"/>
                        <a:pathLst>
                          <a:path extrusionOk="0" h="32093" w="32240">
                            <a:moveTo>
                              <a:pt x="31757" y="12910"/>
                            </a:moveTo>
                            <a:cubicBezTo>
                              <a:pt x="31596" y="11943"/>
                              <a:pt x="31273" y="10815"/>
                              <a:pt x="30790" y="9848"/>
                            </a:cubicBezTo>
                            <a:cubicBezTo>
                              <a:pt x="30467" y="8880"/>
                              <a:pt x="29823" y="7913"/>
                              <a:pt x="29339" y="7107"/>
                            </a:cubicBezTo>
                            <a:cubicBezTo>
                              <a:pt x="28694" y="6301"/>
                              <a:pt x="28049" y="5334"/>
                              <a:pt x="27405" y="4689"/>
                            </a:cubicBezTo>
                            <a:cubicBezTo>
                              <a:pt x="23697" y="981"/>
                              <a:pt x="18055" y="-792"/>
                              <a:pt x="12896" y="337"/>
                            </a:cubicBezTo>
                            <a:cubicBezTo>
                              <a:pt x="11929" y="498"/>
                              <a:pt x="10801" y="820"/>
                              <a:pt x="9833" y="1304"/>
                            </a:cubicBezTo>
                            <a:cubicBezTo>
                              <a:pt x="8866" y="1626"/>
                              <a:pt x="7899" y="2271"/>
                              <a:pt x="7093" y="2755"/>
                            </a:cubicBezTo>
                            <a:cubicBezTo>
                              <a:pt x="6287" y="3399"/>
                              <a:pt x="5320" y="4044"/>
                              <a:pt x="4675" y="4689"/>
                            </a:cubicBezTo>
                            <a:cubicBezTo>
                              <a:pt x="3869" y="5495"/>
                              <a:pt x="3224" y="6301"/>
                              <a:pt x="2740" y="7107"/>
                            </a:cubicBezTo>
                            <a:cubicBezTo>
                              <a:pt x="2096" y="8074"/>
                              <a:pt x="1612" y="8880"/>
                              <a:pt x="1290" y="9848"/>
                            </a:cubicBezTo>
                            <a:cubicBezTo>
                              <a:pt x="967" y="10815"/>
                              <a:pt x="484" y="11782"/>
                              <a:pt x="322" y="12910"/>
                            </a:cubicBezTo>
                            <a:cubicBezTo>
                              <a:pt x="161" y="13878"/>
                              <a:pt x="0" y="15006"/>
                              <a:pt x="0" y="16135"/>
                            </a:cubicBezTo>
                            <a:cubicBezTo>
                              <a:pt x="0" y="17102"/>
                              <a:pt x="161" y="18230"/>
                              <a:pt x="322" y="19197"/>
                            </a:cubicBezTo>
                            <a:cubicBezTo>
                              <a:pt x="484" y="20165"/>
                              <a:pt x="806" y="21293"/>
                              <a:pt x="1290" y="22260"/>
                            </a:cubicBezTo>
                            <a:cubicBezTo>
                              <a:pt x="1612" y="23227"/>
                              <a:pt x="2096" y="24195"/>
                              <a:pt x="2740" y="25001"/>
                            </a:cubicBezTo>
                            <a:cubicBezTo>
                              <a:pt x="3385" y="25807"/>
                              <a:pt x="4030" y="26774"/>
                              <a:pt x="4675" y="27419"/>
                            </a:cubicBezTo>
                            <a:cubicBezTo>
                              <a:pt x="5481" y="28225"/>
                              <a:pt x="6287" y="28870"/>
                              <a:pt x="7093" y="29353"/>
                            </a:cubicBezTo>
                            <a:cubicBezTo>
                              <a:pt x="7899" y="29998"/>
                              <a:pt x="8866" y="30482"/>
                              <a:pt x="9833" y="30804"/>
                            </a:cubicBezTo>
                            <a:cubicBezTo>
                              <a:pt x="10801" y="31126"/>
                              <a:pt x="11768" y="31449"/>
                              <a:pt x="12896" y="31771"/>
                            </a:cubicBezTo>
                            <a:cubicBezTo>
                              <a:pt x="13863" y="31932"/>
                              <a:pt x="14992" y="32094"/>
                              <a:pt x="16120" y="32094"/>
                            </a:cubicBezTo>
                            <a:cubicBezTo>
                              <a:pt x="20312" y="32094"/>
                              <a:pt x="24503" y="30320"/>
                              <a:pt x="27566" y="27419"/>
                            </a:cubicBezTo>
                            <a:cubicBezTo>
                              <a:pt x="28372" y="26613"/>
                              <a:pt x="29017" y="25807"/>
                              <a:pt x="29500" y="25001"/>
                            </a:cubicBezTo>
                            <a:cubicBezTo>
                              <a:pt x="30145" y="24195"/>
                              <a:pt x="30629" y="23227"/>
                              <a:pt x="30951" y="22260"/>
                            </a:cubicBezTo>
                            <a:cubicBezTo>
                              <a:pt x="31273" y="21293"/>
                              <a:pt x="31596" y="20326"/>
                              <a:pt x="31918" y="19197"/>
                            </a:cubicBezTo>
                            <a:cubicBezTo>
                              <a:pt x="32079" y="18230"/>
                              <a:pt x="32241" y="17102"/>
                              <a:pt x="32241" y="16135"/>
                            </a:cubicBezTo>
                            <a:cubicBezTo>
                              <a:pt x="32079" y="15006"/>
                              <a:pt x="31918" y="13878"/>
                              <a:pt x="31757" y="1291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799" name="Google Shape;799;g3baff84d3b0_0_663"/>
                      <p:cNvSpPr/>
                      <p:nvPr/>
                    </p:nvSpPr>
                    <p:spPr>
                      <a:xfrm>
                        <a:off x="1939103" y="8656396"/>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804" y="0"/>
                              <a:pt x="173777" y="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800" name="Google Shape;800;g3baff84d3b0_0_663"/>
                      <p:cNvSpPr/>
                      <p:nvPr/>
                    </p:nvSpPr>
                    <p:spPr>
                      <a:xfrm>
                        <a:off x="1669359" y="8699367"/>
                        <a:ext cx="227491" cy="311182"/>
                      </a:xfrm>
                      <a:custGeom>
                        <a:rect b="b" l="l" r="r" t="t"/>
                        <a:pathLst>
                          <a:path extrusionOk="0" h="499890" w="365447">
                            <a:moveTo>
                              <a:pt x="365448" y="397527"/>
                            </a:moveTo>
                            <a:cubicBezTo>
                              <a:pt x="365448" y="366576"/>
                              <a:pt x="340300" y="341428"/>
                              <a:pt x="309349" y="341428"/>
                            </a:cubicBezTo>
                            <a:lnTo>
                              <a:pt x="248898" y="341428"/>
                            </a:lnTo>
                            <a:lnTo>
                              <a:pt x="240193" y="317087"/>
                            </a:lnTo>
                            <a:cubicBezTo>
                              <a:pt x="280816" y="295163"/>
                              <a:pt x="306286" y="253089"/>
                              <a:pt x="306286" y="206018"/>
                            </a:cubicBezTo>
                            <a:lnTo>
                              <a:pt x="306286" y="205856"/>
                            </a:lnTo>
                            <a:cubicBezTo>
                              <a:pt x="313863" y="185867"/>
                              <a:pt x="345136" y="95432"/>
                              <a:pt x="313379" y="54325"/>
                            </a:cubicBezTo>
                            <a:cubicBezTo>
                              <a:pt x="313379" y="54325"/>
                              <a:pt x="313379" y="54325"/>
                              <a:pt x="313379" y="54164"/>
                            </a:cubicBezTo>
                            <a:cubicBezTo>
                              <a:pt x="299032" y="35787"/>
                              <a:pt x="273401" y="30790"/>
                              <a:pt x="260504" y="30629"/>
                            </a:cubicBezTo>
                            <a:cubicBezTo>
                              <a:pt x="241805" y="30467"/>
                              <a:pt x="222138" y="24019"/>
                              <a:pt x="203761" y="12251"/>
                            </a:cubicBezTo>
                            <a:cubicBezTo>
                              <a:pt x="191187" y="4191"/>
                              <a:pt x="177485" y="0"/>
                              <a:pt x="163299" y="0"/>
                            </a:cubicBezTo>
                            <a:cubicBezTo>
                              <a:pt x="80924" y="0"/>
                              <a:pt x="37883" y="64965"/>
                              <a:pt x="37883" y="129124"/>
                            </a:cubicBezTo>
                            <a:cubicBezTo>
                              <a:pt x="37883" y="177968"/>
                              <a:pt x="48200" y="200376"/>
                              <a:pt x="53358" y="208436"/>
                            </a:cubicBezTo>
                            <a:cubicBezTo>
                              <a:pt x="54164" y="254540"/>
                              <a:pt x="79473" y="295647"/>
                              <a:pt x="119452" y="317248"/>
                            </a:cubicBezTo>
                            <a:lnTo>
                              <a:pt x="110747" y="341589"/>
                            </a:lnTo>
                            <a:lnTo>
                              <a:pt x="56099" y="341589"/>
                            </a:lnTo>
                            <a:cubicBezTo>
                              <a:pt x="25148" y="341589"/>
                              <a:pt x="0" y="366737"/>
                              <a:pt x="0" y="397688"/>
                            </a:cubicBezTo>
                            <a:lnTo>
                              <a:pt x="0" y="499891"/>
                            </a:lnTo>
                            <a:lnTo>
                              <a:pt x="32241" y="499891"/>
                            </a:lnTo>
                            <a:lnTo>
                              <a:pt x="32241" y="499891"/>
                            </a:lnTo>
                            <a:lnTo>
                              <a:pt x="32241" y="450402"/>
                            </a:lnTo>
                            <a:lnTo>
                              <a:pt x="32241" y="397366"/>
                            </a:lnTo>
                            <a:cubicBezTo>
                              <a:pt x="32241" y="384147"/>
                              <a:pt x="42880" y="373508"/>
                              <a:pt x="56099" y="373508"/>
                            </a:cubicBezTo>
                            <a:lnTo>
                              <a:pt x="114454" y="373508"/>
                            </a:lnTo>
                            <a:cubicBezTo>
                              <a:pt x="114938" y="374152"/>
                              <a:pt x="115583" y="374636"/>
                              <a:pt x="116227" y="375281"/>
                            </a:cubicBezTo>
                            <a:cubicBezTo>
                              <a:pt x="116711" y="375765"/>
                              <a:pt x="117033" y="376248"/>
                              <a:pt x="117517" y="376571"/>
                            </a:cubicBezTo>
                            <a:cubicBezTo>
                              <a:pt x="118323" y="377377"/>
                              <a:pt x="119129" y="378183"/>
                              <a:pt x="119935" y="378989"/>
                            </a:cubicBezTo>
                            <a:cubicBezTo>
                              <a:pt x="120258" y="379311"/>
                              <a:pt x="120580" y="379633"/>
                              <a:pt x="120902" y="379956"/>
                            </a:cubicBezTo>
                            <a:cubicBezTo>
                              <a:pt x="122031" y="381084"/>
                              <a:pt x="123320" y="382051"/>
                              <a:pt x="124610" y="383019"/>
                            </a:cubicBezTo>
                            <a:cubicBezTo>
                              <a:pt x="124932" y="383180"/>
                              <a:pt x="125094" y="383341"/>
                              <a:pt x="125416" y="383663"/>
                            </a:cubicBezTo>
                            <a:cubicBezTo>
                              <a:pt x="126383" y="384469"/>
                              <a:pt x="127350" y="385275"/>
                              <a:pt x="128479" y="385920"/>
                            </a:cubicBezTo>
                            <a:cubicBezTo>
                              <a:pt x="128962" y="386243"/>
                              <a:pt x="129446" y="386565"/>
                              <a:pt x="129930" y="386888"/>
                            </a:cubicBezTo>
                            <a:cubicBezTo>
                              <a:pt x="130736" y="387532"/>
                              <a:pt x="131542" y="388016"/>
                              <a:pt x="132509" y="388661"/>
                            </a:cubicBezTo>
                            <a:cubicBezTo>
                              <a:pt x="132993" y="388983"/>
                              <a:pt x="133637" y="389306"/>
                              <a:pt x="134121" y="389628"/>
                            </a:cubicBezTo>
                            <a:cubicBezTo>
                              <a:pt x="134927" y="390112"/>
                              <a:pt x="135733" y="390595"/>
                              <a:pt x="136539" y="391079"/>
                            </a:cubicBezTo>
                            <a:cubicBezTo>
                              <a:pt x="137184" y="391401"/>
                              <a:pt x="137667" y="391724"/>
                              <a:pt x="138312" y="392046"/>
                            </a:cubicBezTo>
                            <a:cubicBezTo>
                              <a:pt x="139118" y="392530"/>
                              <a:pt x="139924" y="392852"/>
                              <a:pt x="140730" y="393336"/>
                            </a:cubicBezTo>
                            <a:cubicBezTo>
                              <a:pt x="141375" y="393658"/>
                              <a:pt x="142020" y="393980"/>
                              <a:pt x="142665" y="394303"/>
                            </a:cubicBezTo>
                            <a:cubicBezTo>
                              <a:pt x="143471" y="394625"/>
                              <a:pt x="144277" y="395109"/>
                              <a:pt x="145083" y="395431"/>
                            </a:cubicBezTo>
                            <a:cubicBezTo>
                              <a:pt x="145728" y="395754"/>
                              <a:pt x="146372" y="395915"/>
                              <a:pt x="147017" y="396237"/>
                            </a:cubicBezTo>
                            <a:cubicBezTo>
                              <a:pt x="147823" y="396560"/>
                              <a:pt x="148629" y="396882"/>
                              <a:pt x="149435" y="397205"/>
                            </a:cubicBezTo>
                            <a:cubicBezTo>
                              <a:pt x="150080" y="397527"/>
                              <a:pt x="150725" y="397688"/>
                              <a:pt x="151370" y="397849"/>
                            </a:cubicBezTo>
                            <a:cubicBezTo>
                              <a:pt x="152176" y="398172"/>
                              <a:pt x="152982" y="398333"/>
                              <a:pt x="153949" y="398655"/>
                            </a:cubicBezTo>
                            <a:cubicBezTo>
                              <a:pt x="154594" y="398817"/>
                              <a:pt x="155239" y="399139"/>
                              <a:pt x="156045" y="399300"/>
                            </a:cubicBezTo>
                            <a:cubicBezTo>
                              <a:pt x="156851" y="399623"/>
                              <a:pt x="157818" y="399784"/>
                              <a:pt x="158624" y="399945"/>
                            </a:cubicBezTo>
                            <a:cubicBezTo>
                              <a:pt x="159269" y="400106"/>
                              <a:pt x="159914" y="400267"/>
                              <a:pt x="160720" y="400429"/>
                            </a:cubicBezTo>
                            <a:cubicBezTo>
                              <a:pt x="161687" y="400590"/>
                              <a:pt x="162493" y="400751"/>
                              <a:pt x="163460" y="400912"/>
                            </a:cubicBezTo>
                            <a:cubicBezTo>
                              <a:pt x="164105" y="401073"/>
                              <a:pt x="164750" y="401235"/>
                              <a:pt x="165394" y="401235"/>
                            </a:cubicBezTo>
                            <a:cubicBezTo>
                              <a:pt x="166362" y="401396"/>
                              <a:pt x="167329" y="401557"/>
                              <a:pt x="168296" y="401718"/>
                            </a:cubicBezTo>
                            <a:cubicBezTo>
                              <a:pt x="168941" y="401879"/>
                              <a:pt x="169586" y="401879"/>
                              <a:pt x="170231" y="402041"/>
                            </a:cubicBezTo>
                            <a:cubicBezTo>
                              <a:pt x="171359" y="402202"/>
                              <a:pt x="172326" y="402202"/>
                              <a:pt x="173455" y="402363"/>
                            </a:cubicBezTo>
                            <a:cubicBezTo>
                              <a:pt x="173938" y="402363"/>
                              <a:pt x="174583" y="402524"/>
                              <a:pt x="175067" y="402524"/>
                            </a:cubicBezTo>
                            <a:cubicBezTo>
                              <a:pt x="176679" y="402685"/>
                              <a:pt x="178291" y="402685"/>
                              <a:pt x="179903" y="402685"/>
                            </a:cubicBezTo>
                            <a:cubicBezTo>
                              <a:pt x="179903" y="402685"/>
                              <a:pt x="179903" y="402685"/>
                              <a:pt x="179903" y="402685"/>
                            </a:cubicBezTo>
                            <a:cubicBezTo>
                              <a:pt x="181515" y="402685"/>
                              <a:pt x="183127" y="402685"/>
                              <a:pt x="184739" y="402524"/>
                            </a:cubicBezTo>
                            <a:cubicBezTo>
                              <a:pt x="185222" y="402524"/>
                              <a:pt x="185867" y="402363"/>
                              <a:pt x="186351" y="402363"/>
                            </a:cubicBezTo>
                            <a:cubicBezTo>
                              <a:pt x="187479" y="402363"/>
                              <a:pt x="188446" y="402202"/>
                              <a:pt x="189575" y="402041"/>
                            </a:cubicBezTo>
                            <a:cubicBezTo>
                              <a:pt x="190220" y="402041"/>
                              <a:pt x="190865" y="401879"/>
                              <a:pt x="191509" y="401718"/>
                            </a:cubicBezTo>
                            <a:cubicBezTo>
                              <a:pt x="192477" y="401557"/>
                              <a:pt x="193444" y="401396"/>
                              <a:pt x="194411" y="401235"/>
                            </a:cubicBezTo>
                            <a:cubicBezTo>
                              <a:pt x="195056" y="401073"/>
                              <a:pt x="195701" y="400912"/>
                              <a:pt x="196345" y="400912"/>
                            </a:cubicBezTo>
                            <a:cubicBezTo>
                              <a:pt x="197313" y="400751"/>
                              <a:pt x="198119" y="400590"/>
                              <a:pt x="199086" y="400429"/>
                            </a:cubicBezTo>
                            <a:cubicBezTo>
                              <a:pt x="199731" y="400267"/>
                              <a:pt x="200375" y="400106"/>
                              <a:pt x="201182" y="399945"/>
                            </a:cubicBezTo>
                            <a:cubicBezTo>
                              <a:pt x="201988" y="399784"/>
                              <a:pt x="202955" y="399461"/>
                              <a:pt x="203761" y="399300"/>
                            </a:cubicBezTo>
                            <a:cubicBezTo>
                              <a:pt x="204406" y="399139"/>
                              <a:pt x="205050" y="398978"/>
                              <a:pt x="205856" y="398655"/>
                            </a:cubicBezTo>
                            <a:cubicBezTo>
                              <a:pt x="206662" y="398333"/>
                              <a:pt x="207630" y="398172"/>
                              <a:pt x="208436" y="397849"/>
                            </a:cubicBezTo>
                            <a:cubicBezTo>
                              <a:pt x="209080" y="397688"/>
                              <a:pt x="209725" y="397366"/>
                              <a:pt x="210370" y="397205"/>
                            </a:cubicBezTo>
                            <a:cubicBezTo>
                              <a:pt x="211176" y="396882"/>
                              <a:pt x="211982" y="396560"/>
                              <a:pt x="212788" y="396237"/>
                            </a:cubicBezTo>
                            <a:cubicBezTo>
                              <a:pt x="213433" y="395915"/>
                              <a:pt x="214078" y="395754"/>
                              <a:pt x="214723" y="395431"/>
                            </a:cubicBezTo>
                            <a:cubicBezTo>
                              <a:pt x="215529" y="395109"/>
                              <a:pt x="216335" y="394625"/>
                              <a:pt x="217141" y="394303"/>
                            </a:cubicBezTo>
                            <a:cubicBezTo>
                              <a:pt x="217785" y="393980"/>
                              <a:pt x="218430" y="393658"/>
                              <a:pt x="219075" y="393336"/>
                            </a:cubicBezTo>
                            <a:cubicBezTo>
                              <a:pt x="219881" y="393013"/>
                              <a:pt x="220687" y="392530"/>
                              <a:pt x="221493" y="392046"/>
                            </a:cubicBezTo>
                            <a:cubicBezTo>
                              <a:pt x="222138" y="391724"/>
                              <a:pt x="222622" y="391401"/>
                              <a:pt x="223266" y="391079"/>
                            </a:cubicBezTo>
                            <a:cubicBezTo>
                              <a:pt x="224072" y="390595"/>
                              <a:pt x="224878" y="390112"/>
                              <a:pt x="225684" y="389628"/>
                            </a:cubicBezTo>
                            <a:cubicBezTo>
                              <a:pt x="226168" y="389306"/>
                              <a:pt x="226813" y="388983"/>
                              <a:pt x="227296" y="388661"/>
                            </a:cubicBezTo>
                            <a:cubicBezTo>
                              <a:pt x="228102" y="388177"/>
                              <a:pt x="228908" y="387532"/>
                              <a:pt x="229714" y="387049"/>
                            </a:cubicBezTo>
                            <a:cubicBezTo>
                              <a:pt x="230198" y="386726"/>
                              <a:pt x="230682" y="386404"/>
                              <a:pt x="231165" y="386082"/>
                            </a:cubicBezTo>
                            <a:cubicBezTo>
                              <a:pt x="232132" y="385275"/>
                              <a:pt x="233100" y="384631"/>
                              <a:pt x="234228" y="383825"/>
                            </a:cubicBezTo>
                            <a:cubicBezTo>
                              <a:pt x="234551" y="383663"/>
                              <a:pt x="234712" y="383341"/>
                              <a:pt x="235034" y="383180"/>
                            </a:cubicBezTo>
                            <a:cubicBezTo>
                              <a:pt x="236324" y="382213"/>
                              <a:pt x="237452" y="381084"/>
                              <a:pt x="238742" y="380117"/>
                            </a:cubicBezTo>
                            <a:cubicBezTo>
                              <a:pt x="239064" y="379795"/>
                              <a:pt x="239387" y="379472"/>
                              <a:pt x="239709" y="379150"/>
                            </a:cubicBezTo>
                            <a:cubicBezTo>
                              <a:pt x="240515" y="378344"/>
                              <a:pt x="241321" y="377538"/>
                              <a:pt x="242127" y="376732"/>
                            </a:cubicBezTo>
                            <a:cubicBezTo>
                              <a:pt x="242611" y="376248"/>
                              <a:pt x="242933" y="375765"/>
                              <a:pt x="243417" y="375442"/>
                            </a:cubicBezTo>
                            <a:cubicBezTo>
                              <a:pt x="244062" y="374797"/>
                              <a:pt x="244545" y="374314"/>
                              <a:pt x="245190" y="373669"/>
                            </a:cubicBezTo>
                            <a:lnTo>
                              <a:pt x="309349" y="373669"/>
                            </a:lnTo>
                            <a:cubicBezTo>
                              <a:pt x="322567" y="373669"/>
                              <a:pt x="333207" y="384308"/>
                              <a:pt x="333207" y="397527"/>
                            </a:cubicBezTo>
                            <a:lnTo>
                              <a:pt x="333207" y="450563"/>
                            </a:lnTo>
                            <a:lnTo>
                              <a:pt x="333207" y="499891"/>
                            </a:lnTo>
                            <a:lnTo>
                              <a:pt x="333207" y="499891"/>
                            </a:lnTo>
                            <a:lnTo>
                              <a:pt x="365448" y="499891"/>
                            </a:lnTo>
                            <a:lnTo>
                              <a:pt x="365448" y="397527"/>
                            </a:lnTo>
                            <a:close/>
                            <a:moveTo>
                              <a:pt x="83020" y="155561"/>
                            </a:moveTo>
                            <a:cubicBezTo>
                              <a:pt x="82375" y="156045"/>
                              <a:pt x="81730" y="156367"/>
                              <a:pt x="81085" y="156851"/>
                            </a:cubicBezTo>
                            <a:cubicBezTo>
                              <a:pt x="80440" y="157334"/>
                              <a:pt x="79957" y="157657"/>
                              <a:pt x="79312" y="158140"/>
                            </a:cubicBezTo>
                            <a:cubicBezTo>
                              <a:pt x="79151" y="158301"/>
                              <a:pt x="78990" y="158301"/>
                              <a:pt x="78828" y="158463"/>
                            </a:cubicBezTo>
                            <a:cubicBezTo>
                              <a:pt x="76571" y="160075"/>
                              <a:pt x="74476" y="161848"/>
                              <a:pt x="72541" y="163621"/>
                            </a:cubicBezTo>
                            <a:cubicBezTo>
                              <a:pt x="71091" y="154755"/>
                              <a:pt x="70123" y="143310"/>
                              <a:pt x="70123" y="128963"/>
                            </a:cubicBezTo>
                            <a:cubicBezTo>
                              <a:pt x="70123" y="82214"/>
                              <a:pt x="99301" y="32079"/>
                              <a:pt x="163299" y="32079"/>
                            </a:cubicBezTo>
                            <a:cubicBezTo>
                              <a:pt x="171520" y="32079"/>
                              <a:pt x="178774" y="34336"/>
                              <a:pt x="186351" y="39172"/>
                            </a:cubicBezTo>
                            <a:cubicBezTo>
                              <a:pt x="209725" y="54325"/>
                              <a:pt x="235357" y="62547"/>
                              <a:pt x="260182" y="62708"/>
                            </a:cubicBezTo>
                            <a:cubicBezTo>
                              <a:pt x="268081" y="62869"/>
                              <a:pt x="281944" y="66416"/>
                              <a:pt x="288070" y="73992"/>
                            </a:cubicBezTo>
                            <a:cubicBezTo>
                              <a:pt x="300644" y="90435"/>
                              <a:pt x="295324" y="130091"/>
                              <a:pt x="285974" y="164105"/>
                            </a:cubicBezTo>
                            <a:cubicBezTo>
                              <a:pt x="285813" y="163944"/>
                              <a:pt x="285813" y="163782"/>
                              <a:pt x="285652" y="163621"/>
                            </a:cubicBezTo>
                            <a:cubicBezTo>
                              <a:pt x="285330" y="163138"/>
                              <a:pt x="285007" y="162493"/>
                              <a:pt x="284685" y="162009"/>
                            </a:cubicBezTo>
                            <a:cubicBezTo>
                              <a:pt x="284524" y="161526"/>
                              <a:pt x="284201" y="161203"/>
                              <a:pt x="284040" y="160720"/>
                            </a:cubicBezTo>
                            <a:cubicBezTo>
                              <a:pt x="283718" y="160075"/>
                              <a:pt x="283234" y="159430"/>
                              <a:pt x="282911" y="158785"/>
                            </a:cubicBezTo>
                            <a:cubicBezTo>
                              <a:pt x="282750" y="158463"/>
                              <a:pt x="282589" y="158140"/>
                              <a:pt x="282428" y="157818"/>
                            </a:cubicBezTo>
                            <a:cubicBezTo>
                              <a:pt x="281944" y="156851"/>
                              <a:pt x="281299" y="156045"/>
                              <a:pt x="280816" y="155077"/>
                            </a:cubicBezTo>
                            <a:cubicBezTo>
                              <a:pt x="280655" y="154755"/>
                              <a:pt x="280332" y="154271"/>
                              <a:pt x="280171" y="153949"/>
                            </a:cubicBezTo>
                            <a:cubicBezTo>
                              <a:pt x="279849" y="153465"/>
                              <a:pt x="279526" y="152821"/>
                              <a:pt x="279204" y="152337"/>
                            </a:cubicBezTo>
                            <a:cubicBezTo>
                              <a:pt x="278881" y="151853"/>
                              <a:pt x="278720" y="151531"/>
                              <a:pt x="278398" y="151047"/>
                            </a:cubicBezTo>
                            <a:cubicBezTo>
                              <a:pt x="278075" y="150564"/>
                              <a:pt x="277753" y="150080"/>
                              <a:pt x="277592" y="149597"/>
                            </a:cubicBezTo>
                            <a:cubicBezTo>
                              <a:pt x="277269" y="149113"/>
                              <a:pt x="277108" y="148790"/>
                              <a:pt x="276786" y="148307"/>
                            </a:cubicBezTo>
                            <a:cubicBezTo>
                              <a:pt x="276463" y="147823"/>
                              <a:pt x="276302" y="147340"/>
                              <a:pt x="275980" y="146856"/>
                            </a:cubicBezTo>
                            <a:cubicBezTo>
                              <a:pt x="275819" y="146372"/>
                              <a:pt x="275496" y="146050"/>
                              <a:pt x="275335" y="145566"/>
                            </a:cubicBezTo>
                            <a:cubicBezTo>
                              <a:pt x="275013" y="145083"/>
                              <a:pt x="274851" y="144599"/>
                              <a:pt x="274529" y="144116"/>
                            </a:cubicBezTo>
                            <a:cubicBezTo>
                              <a:pt x="274368" y="143793"/>
                              <a:pt x="274045" y="143310"/>
                              <a:pt x="273884" y="142987"/>
                            </a:cubicBezTo>
                            <a:cubicBezTo>
                              <a:pt x="273562" y="142504"/>
                              <a:pt x="273239" y="142020"/>
                              <a:pt x="273078" y="141375"/>
                            </a:cubicBezTo>
                            <a:cubicBezTo>
                              <a:pt x="272917" y="141053"/>
                              <a:pt x="272756" y="140730"/>
                              <a:pt x="272433" y="140247"/>
                            </a:cubicBezTo>
                            <a:cubicBezTo>
                              <a:pt x="272111" y="139602"/>
                              <a:pt x="271788" y="138957"/>
                              <a:pt x="271305" y="138312"/>
                            </a:cubicBezTo>
                            <a:cubicBezTo>
                              <a:pt x="271144" y="138151"/>
                              <a:pt x="271144" y="137990"/>
                              <a:pt x="270982" y="137829"/>
                            </a:cubicBezTo>
                            <a:cubicBezTo>
                              <a:pt x="270499" y="137023"/>
                              <a:pt x="270176" y="136217"/>
                              <a:pt x="269693" y="135411"/>
                            </a:cubicBezTo>
                            <a:cubicBezTo>
                              <a:pt x="269532" y="135088"/>
                              <a:pt x="269370" y="134927"/>
                              <a:pt x="269209" y="134605"/>
                            </a:cubicBezTo>
                            <a:cubicBezTo>
                              <a:pt x="268887" y="134121"/>
                              <a:pt x="268726" y="133637"/>
                              <a:pt x="268403" y="133154"/>
                            </a:cubicBezTo>
                            <a:cubicBezTo>
                              <a:pt x="268242" y="132831"/>
                              <a:pt x="268081" y="132670"/>
                              <a:pt x="267920" y="132348"/>
                            </a:cubicBezTo>
                            <a:cubicBezTo>
                              <a:pt x="267758" y="131864"/>
                              <a:pt x="267436" y="131381"/>
                              <a:pt x="267275" y="131058"/>
                            </a:cubicBezTo>
                            <a:cubicBezTo>
                              <a:pt x="267114" y="130736"/>
                              <a:pt x="266952" y="130575"/>
                              <a:pt x="266791" y="130252"/>
                            </a:cubicBezTo>
                            <a:cubicBezTo>
                              <a:pt x="266630" y="129769"/>
                              <a:pt x="266469" y="129446"/>
                              <a:pt x="266146" y="128963"/>
                            </a:cubicBezTo>
                            <a:cubicBezTo>
                              <a:pt x="265985" y="128640"/>
                              <a:pt x="265824" y="128479"/>
                              <a:pt x="265824" y="128156"/>
                            </a:cubicBezTo>
                            <a:cubicBezTo>
                              <a:pt x="265663" y="127834"/>
                              <a:pt x="265502" y="127350"/>
                              <a:pt x="265340" y="127028"/>
                            </a:cubicBezTo>
                            <a:cubicBezTo>
                              <a:pt x="265179" y="126867"/>
                              <a:pt x="265179" y="126544"/>
                              <a:pt x="265018" y="126383"/>
                            </a:cubicBezTo>
                            <a:cubicBezTo>
                              <a:pt x="264857" y="126061"/>
                              <a:pt x="264696" y="125577"/>
                              <a:pt x="264534" y="125255"/>
                            </a:cubicBezTo>
                            <a:cubicBezTo>
                              <a:pt x="264534" y="125094"/>
                              <a:pt x="264373" y="124932"/>
                              <a:pt x="264373" y="124771"/>
                            </a:cubicBezTo>
                            <a:cubicBezTo>
                              <a:pt x="264212" y="124288"/>
                              <a:pt x="263890" y="123804"/>
                              <a:pt x="263728" y="123320"/>
                            </a:cubicBezTo>
                            <a:cubicBezTo>
                              <a:pt x="261633" y="118001"/>
                              <a:pt x="256958" y="114132"/>
                              <a:pt x="251477" y="113165"/>
                            </a:cubicBezTo>
                            <a:cubicBezTo>
                              <a:pt x="250832" y="113003"/>
                              <a:pt x="250187" y="113003"/>
                              <a:pt x="249704" y="113003"/>
                            </a:cubicBezTo>
                            <a:cubicBezTo>
                              <a:pt x="249542" y="113003"/>
                              <a:pt x="249381" y="113003"/>
                              <a:pt x="249220" y="113003"/>
                            </a:cubicBezTo>
                            <a:cubicBezTo>
                              <a:pt x="249059" y="113003"/>
                              <a:pt x="248898" y="113003"/>
                              <a:pt x="248736" y="113003"/>
                            </a:cubicBezTo>
                            <a:cubicBezTo>
                              <a:pt x="248414" y="113003"/>
                              <a:pt x="248092" y="113003"/>
                              <a:pt x="247769" y="113003"/>
                            </a:cubicBezTo>
                            <a:cubicBezTo>
                              <a:pt x="247608" y="113003"/>
                              <a:pt x="247286" y="113003"/>
                              <a:pt x="247124" y="113003"/>
                            </a:cubicBezTo>
                            <a:cubicBezTo>
                              <a:pt x="246480" y="113003"/>
                              <a:pt x="245835" y="113165"/>
                              <a:pt x="245351" y="113326"/>
                            </a:cubicBezTo>
                            <a:cubicBezTo>
                              <a:pt x="245190" y="113326"/>
                              <a:pt x="245190" y="113326"/>
                              <a:pt x="245190" y="113326"/>
                            </a:cubicBezTo>
                            <a:cubicBezTo>
                              <a:pt x="244706" y="113487"/>
                              <a:pt x="244062" y="113648"/>
                              <a:pt x="243578" y="113809"/>
                            </a:cubicBezTo>
                            <a:cubicBezTo>
                              <a:pt x="243417" y="113809"/>
                              <a:pt x="243094" y="113971"/>
                              <a:pt x="242933" y="114132"/>
                            </a:cubicBezTo>
                            <a:cubicBezTo>
                              <a:pt x="242611" y="114293"/>
                              <a:pt x="242127" y="114454"/>
                              <a:pt x="241805" y="114615"/>
                            </a:cubicBezTo>
                            <a:cubicBezTo>
                              <a:pt x="241643" y="114777"/>
                              <a:pt x="241321" y="114777"/>
                              <a:pt x="241160" y="114938"/>
                            </a:cubicBezTo>
                            <a:cubicBezTo>
                              <a:pt x="240837" y="115099"/>
                              <a:pt x="240515" y="115260"/>
                              <a:pt x="240193" y="115583"/>
                            </a:cubicBezTo>
                            <a:cubicBezTo>
                              <a:pt x="240031" y="115744"/>
                              <a:pt x="239709" y="115905"/>
                              <a:pt x="239548" y="116066"/>
                            </a:cubicBezTo>
                            <a:cubicBezTo>
                              <a:pt x="239225" y="116389"/>
                              <a:pt x="238903" y="116550"/>
                              <a:pt x="238581" y="116872"/>
                            </a:cubicBezTo>
                            <a:cubicBezTo>
                              <a:pt x="238419" y="117033"/>
                              <a:pt x="238258" y="117195"/>
                              <a:pt x="238097" y="117356"/>
                            </a:cubicBezTo>
                            <a:cubicBezTo>
                              <a:pt x="237613" y="117839"/>
                              <a:pt x="237130" y="118323"/>
                              <a:pt x="236807" y="118807"/>
                            </a:cubicBezTo>
                            <a:cubicBezTo>
                              <a:pt x="226652" y="130575"/>
                              <a:pt x="173455" y="142987"/>
                              <a:pt x="133476" y="142987"/>
                            </a:cubicBezTo>
                            <a:cubicBezTo>
                              <a:pt x="111714" y="142987"/>
                              <a:pt x="95593" y="148468"/>
                              <a:pt x="83826" y="155883"/>
                            </a:cubicBezTo>
                            <a:cubicBezTo>
                              <a:pt x="83342" y="155400"/>
                              <a:pt x="83181" y="155561"/>
                              <a:pt x="83020" y="155561"/>
                            </a:cubicBezTo>
                            <a:close/>
                            <a:moveTo>
                              <a:pt x="214239" y="293551"/>
                            </a:moveTo>
                            <a:cubicBezTo>
                              <a:pt x="206179" y="296775"/>
                              <a:pt x="201988" y="305802"/>
                              <a:pt x="204889" y="314024"/>
                            </a:cubicBezTo>
                            <a:lnTo>
                              <a:pt x="219236" y="354163"/>
                            </a:lnTo>
                            <a:cubicBezTo>
                              <a:pt x="218591" y="354808"/>
                              <a:pt x="217947" y="355453"/>
                              <a:pt x="217141" y="356098"/>
                            </a:cubicBezTo>
                            <a:cubicBezTo>
                              <a:pt x="216979" y="356259"/>
                              <a:pt x="216818" y="356420"/>
                              <a:pt x="216657" y="356581"/>
                            </a:cubicBezTo>
                            <a:cubicBezTo>
                              <a:pt x="216012" y="357065"/>
                              <a:pt x="215529" y="357549"/>
                              <a:pt x="214884" y="358032"/>
                            </a:cubicBezTo>
                            <a:cubicBezTo>
                              <a:pt x="214561" y="358193"/>
                              <a:pt x="214400" y="358516"/>
                              <a:pt x="214078" y="358677"/>
                            </a:cubicBezTo>
                            <a:cubicBezTo>
                              <a:pt x="213594" y="358999"/>
                              <a:pt x="213111" y="359483"/>
                              <a:pt x="212627" y="359805"/>
                            </a:cubicBezTo>
                            <a:cubicBezTo>
                              <a:pt x="212305" y="359967"/>
                              <a:pt x="211982" y="360289"/>
                              <a:pt x="211660" y="360450"/>
                            </a:cubicBezTo>
                            <a:cubicBezTo>
                              <a:pt x="211176" y="360773"/>
                              <a:pt x="210692" y="361095"/>
                              <a:pt x="210209" y="361417"/>
                            </a:cubicBezTo>
                            <a:cubicBezTo>
                              <a:pt x="209886" y="361579"/>
                              <a:pt x="209564" y="361901"/>
                              <a:pt x="209242" y="362062"/>
                            </a:cubicBezTo>
                            <a:cubicBezTo>
                              <a:pt x="208758" y="362385"/>
                              <a:pt x="208274" y="362707"/>
                              <a:pt x="207630" y="363029"/>
                            </a:cubicBezTo>
                            <a:cubicBezTo>
                              <a:pt x="207307" y="363191"/>
                              <a:pt x="206985" y="363352"/>
                              <a:pt x="206662" y="363674"/>
                            </a:cubicBezTo>
                            <a:cubicBezTo>
                              <a:pt x="206179" y="363997"/>
                              <a:pt x="205534" y="364319"/>
                              <a:pt x="204889" y="364642"/>
                            </a:cubicBezTo>
                            <a:cubicBezTo>
                              <a:pt x="204567" y="364803"/>
                              <a:pt x="204244" y="364964"/>
                              <a:pt x="203922" y="365125"/>
                            </a:cubicBezTo>
                            <a:cubicBezTo>
                              <a:pt x="203277" y="365448"/>
                              <a:pt x="202471" y="365770"/>
                              <a:pt x="201665" y="366092"/>
                            </a:cubicBezTo>
                            <a:cubicBezTo>
                              <a:pt x="201504" y="366092"/>
                              <a:pt x="201343" y="366254"/>
                              <a:pt x="201182" y="366254"/>
                            </a:cubicBezTo>
                            <a:cubicBezTo>
                              <a:pt x="200214" y="366576"/>
                              <a:pt x="199408" y="367060"/>
                              <a:pt x="198441" y="367382"/>
                            </a:cubicBezTo>
                            <a:cubicBezTo>
                              <a:pt x="198119" y="367543"/>
                              <a:pt x="197957" y="367543"/>
                              <a:pt x="197635" y="367704"/>
                            </a:cubicBezTo>
                            <a:cubicBezTo>
                              <a:pt x="196990" y="367866"/>
                              <a:pt x="196345" y="368188"/>
                              <a:pt x="195701" y="368349"/>
                            </a:cubicBezTo>
                            <a:cubicBezTo>
                              <a:pt x="195378" y="368510"/>
                              <a:pt x="195056" y="368510"/>
                              <a:pt x="194572" y="368672"/>
                            </a:cubicBezTo>
                            <a:cubicBezTo>
                              <a:pt x="193927" y="368833"/>
                              <a:pt x="193444" y="368994"/>
                              <a:pt x="192799" y="369155"/>
                            </a:cubicBezTo>
                            <a:cubicBezTo>
                              <a:pt x="192477" y="369316"/>
                              <a:pt x="191993" y="369316"/>
                              <a:pt x="191671" y="369478"/>
                            </a:cubicBezTo>
                            <a:cubicBezTo>
                              <a:pt x="191026" y="369639"/>
                              <a:pt x="190542" y="369800"/>
                              <a:pt x="189897" y="369800"/>
                            </a:cubicBezTo>
                            <a:cubicBezTo>
                              <a:pt x="189575" y="369800"/>
                              <a:pt x="189091" y="369961"/>
                              <a:pt x="188769" y="369961"/>
                            </a:cubicBezTo>
                            <a:cubicBezTo>
                              <a:pt x="188124" y="370122"/>
                              <a:pt x="187479" y="370122"/>
                              <a:pt x="186996" y="370284"/>
                            </a:cubicBezTo>
                            <a:cubicBezTo>
                              <a:pt x="186673" y="370284"/>
                              <a:pt x="186190" y="370445"/>
                              <a:pt x="185867" y="370445"/>
                            </a:cubicBezTo>
                            <a:cubicBezTo>
                              <a:pt x="185222" y="370445"/>
                              <a:pt x="184578" y="370606"/>
                              <a:pt x="183933" y="370606"/>
                            </a:cubicBezTo>
                            <a:cubicBezTo>
                              <a:pt x="183610" y="370606"/>
                              <a:pt x="183288" y="370606"/>
                              <a:pt x="182966" y="370606"/>
                            </a:cubicBezTo>
                            <a:cubicBezTo>
                              <a:pt x="181998" y="370606"/>
                              <a:pt x="181031" y="370767"/>
                              <a:pt x="179903" y="370767"/>
                            </a:cubicBezTo>
                            <a:cubicBezTo>
                              <a:pt x="179903" y="370767"/>
                              <a:pt x="179903" y="370767"/>
                              <a:pt x="179903" y="370767"/>
                            </a:cubicBezTo>
                            <a:cubicBezTo>
                              <a:pt x="178935" y="370767"/>
                              <a:pt x="177807" y="370767"/>
                              <a:pt x="176840" y="370606"/>
                            </a:cubicBezTo>
                            <a:cubicBezTo>
                              <a:pt x="176517" y="370606"/>
                              <a:pt x="176195" y="370606"/>
                              <a:pt x="175873" y="370606"/>
                            </a:cubicBezTo>
                            <a:cubicBezTo>
                              <a:pt x="175228" y="370606"/>
                              <a:pt x="174583" y="370445"/>
                              <a:pt x="173777" y="370445"/>
                            </a:cubicBezTo>
                            <a:cubicBezTo>
                              <a:pt x="173455" y="370445"/>
                              <a:pt x="172971" y="370284"/>
                              <a:pt x="172649" y="370284"/>
                            </a:cubicBezTo>
                            <a:cubicBezTo>
                              <a:pt x="172004" y="370284"/>
                              <a:pt x="171359" y="370122"/>
                              <a:pt x="170875" y="369961"/>
                            </a:cubicBezTo>
                            <a:cubicBezTo>
                              <a:pt x="170553" y="369961"/>
                              <a:pt x="170069" y="369800"/>
                              <a:pt x="169747" y="369800"/>
                            </a:cubicBezTo>
                            <a:cubicBezTo>
                              <a:pt x="169102" y="369639"/>
                              <a:pt x="168618" y="369639"/>
                              <a:pt x="167974" y="369478"/>
                            </a:cubicBezTo>
                            <a:cubicBezTo>
                              <a:pt x="167651" y="369316"/>
                              <a:pt x="167168" y="369316"/>
                              <a:pt x="166845" y="369155"/>
                            </a:cubicBezTo>
                            <a:cubicBezTo>
                              <a:pt x="166200" y="368994"/>
                              <a:pt x="165556" y="368833"/>
                              <a:pt x="165072" y="368672"/>
                            </a:cubicBezTo>
                            <a:cubicBezTo>
                              <a:pt x="164750" y="368510"/>
                              <a:pt x="164427" y="368510"/>
                              <a:pt x="164105" y="368349"/>
                            </a:cubicBezTo>
                            <a:cubicBezTo>
                              <a:pt x="163460" y="368188"/>
                              <a:pt x="162815" y="367866"/>
                              <a:pt x="162009" y="367704"/>
                            </a:cubicBezTo>
                            <a:cubicBezTo>
                              <a:pt x="161687" y="367543"/>
                              <a:pt x="161526" y="367543"/>
                              <a:pt x="161203" y="367382"/>
                            </a:cubicBezTo>
                            <a:cubicBezTo>
                              <a:pt x="160236" y="367060"/>
                              <a:pt x="159430" y="366737"/>
                              <a:pt x="158463" y="366254"/>
                            </a:cubicBezTo>
                            <a:cubicBezTo>
                              <a:pt x="158301" y="366254"/>
                              <a:pt x="158140" y="366092"/>
                              <a:pt x="157979" y="366092"/>
                            </a:cubicBezTo>
                            <a:cubicBezTo>
                              <a:pt x="157173" y="365770"/>
                              <a:pt x="156528" y="365448"/>
                              <a:pt x="155722" y="365125"/>
                            </a:cubicBezTo>
                            <a:cubicBezTo>
                              <a:pt x="155400" y="364964"/>
                              <a:pt x="155077" y="364803"/>
                              <a:pt x="154755" y="364642"/>
                            </a:cubicBezTo>
                            <a:cubicBezTo>
                              <a:pt x="154110" y="364319"/>
                              <a:pt x="153627" y="363997"/>
                              <a:pt x="152982" y="363674"/>
                            </a:cubicBezTo>
                            <a:cubicBezTo>
                              <a:pt x="152659" y="363513"/>
                              <a:pt x="152337" y="363352"/>
                              <a:pt x="152015" y="363029"/>
                            </a:cubicBezTo>
                            <a:cubicBezTo>
                              <a:pt x="151531" y="362707"/>
                              <a:pt x="151047" y="362385"/>
                              <a:pt x="150403" y="362062"/>
                            </a:cubicBezTo>
                            <a:cubicBezTo>
                              <a:pt x="150080" y="361901"/>
                              <a:pt x="149758" y="361579"/>
                              <a:pt x="149435" y="361417"/>
                            </a:cubicBezTo>
                            <a:cubicBezTo>
                              <a:pt x="148952" y="361095"/>
                              <a:pt x="148468" y="360773"/>
                              <a:pt x="147984" y="360450"/>
                            </a:cubicBezTo>
                            <a:cubicBezTo>
                              <a:pt x="147662" y="360289"/>
                              <a:pt x="147340" y="359967"/>
                              <a:pt x="147017" y="359805"/>
                            </a:cubicBezTo>
                            <a:cubicBezTo>
                              <a:pt x="146534" y="359483"/>
                              <a:pt x="146050" y="358999"/>
                              <a:pt x="145566" y="358677"/>
                            </a:cubicBezTo>
                            <a:cubicBezTo>
                              <a:pt x="145244" y="358516"/>
                              <a:pt x="145083" y="358193"/>
                              <a:pt x="144760" y="358032"/>
                            </a:cubicBezTo>
                            <a:cubicBezTo>
                              <a:pt x="144116" y="357549"/>
                              <a:pt x="143632" y="357065"/>
                              <a:pt x="142987" y="356581"/>
                            </a:cubicBezTo>
                            <a:cubicBezTo>
                              <a:pt x="142826" y="356420"/>
                              <a:pt x="142665" y="356259"/>
                              <a:pt x="142504" y="356098"/>
                            </a:cubicBezTo>
                            <a:cubicBezTo>
                              <a:pt x="141859" y="355453"/>
                              <a:pt x="141053" y="354808"/>
                              <a:pt x="140408" y="354163"/>
                            </a:cubicBezTo>
                            <a:lnTo>
                              <a:pt x="154755" y="314024"/>
                            </a:lnTo>
                            <a:cubicBezTo>
                              <a:pt x="157657" y="305802"/>
                              <a:pt x="153627" y="296775"/>
                              <a:pt x="145405" y="293551"/>
                            </a:cubicBezTo>
                            <a:cubicBezTo>
                              <a:pt x="109135" y="279204"/>
                              <a:pt x="85599" y="244868"/>
                              <a:pt x="85599" y="205856"/>
                            </a:cubicBezTo>
                            <a:lnTo>
                              <a:pt x="85599" y="199408"/>
                            </a:lnTo>
                            <a:cubicBezTo>
                              <a:pt x="86727" y="196990"/>
                              <a:pt x="88178" y="194411"/>
                              <a:pt x="90274" y="191832"/>
                            </a:cubicBezTo>
                            <a:cubicBezTo>
                              <a:pt x="96238" y="184255"/>
                              <a:pt x="107684" y="175711"/>
                              <a:pt x="128962" y="174744"/>
                            </a:cubicBezTo>
                            <a:cubicBezTo>
                              <a:pt x="129124" y="174744"/>
                              <a:pt x="129446" y="174744"/>
                              <a:pt x="129607" y="174744"/>
                            </a:cubicBezTo>
                            <a:cubicBezTo>
                              <a:pt x="130736" y="174744"/>
                              <a:pt x="132025" y="174744"/>
                              <a:pt x="133154" y="174744"/>
                            </a:cubicBezTo>
                            <a:cubicBezTo>
                              <a:pt x="157657" y="174744"/>
                              <a:pt x="210854" y="168941"/>
                              <a:pt x="242450" y="152982"/>
                            </a:cubicBezTo>
                            <a:cubicBezTo>
                              <a:pt x="243094" y="154110"/>
                              <a:pt x="243578" y="155239"/>
                              <a:pt x="244223" y="156367"/>
                            </a:cubicBezTo>
                            <a:cubicBezTo>
                              <a:pt x="244384" y="156528"/>
                              <a:pt x="244384" y="156689"/>
                              <a:pt x="244545" y="157012"/>
                            </a:cubicBezTo>
                            <a:cubicBezTo>
                              <a:pt x="245190" y="158140"/>
                              <a:pt x="245674" y="159108"/>
                              <a:pt x="246318" y="160236"/>
                            </a:cubicBezTo>
                            <a:cubicBezTo>
                              <a:pt x="246480" y="160397"/>
                              <a:pt x="246641" y="160720"/>
                              <a:pt x="246641" y="160881"/>
                            </a:cubicBezTo>
                            <a:cubicBezTo>
                              <a:pt x="247286" y="162009"/>
                              <a:pt x="247930" y="163138"/>
                              <a:pt x="248575" y="164266"/>
                            </a:cubicBezTo>
                            <a:cubicBezTo>
                              <a:pt x="248575" y="164427"/>
                              <a:pt x="248736" y="164427"/>
                              <a:pt x="248736" y="164588"/>
                            </a:cubicBezTo>
                            <a:cubicBezTo>
                              <a:pt x="249381" y="165717"/>
                              <a:pt x="250026" y="166684"/>
                              <a:pt x="250510" y="167812"/>
                            </a:cubicBezTo>
                            <a:cubicBezTo>
                              <a:pt x="250671" y="167974"/>
                              <a:pt x="250671" y="168296"/>
                              <a:pt x="250832" y="168457"/>
                            </a:cubicBezTo>
                            <a:cubicBezTo>
                              <a:pt x="251477" y="169586"/>
                              <a:pt x="252122" y="170714"/>
                              <a:pt x="252767" y="171843"/>
                            </a:cubicBezTo>
                            <a:cubicBezTo>
                              <a:pt x="252928" y="172165"/>
                              <a:pt x="253089" y="172326"/>
                              <a:pt x="253250" y="172649"/>
                            </a:cubicBezTo>
                            <a:cubicBezTo>
                              <a:pt x="253895" y="173777"/>
                              <a:pt x="254540" y="174905"/>
                              <a:pt x="255185" y="175873"/>
                            </a:cubicBezTo>
                            <a:cubicBezTo>
                              <a:pt x="255346" y="176034"/>
                              <a:pt x="255346" y="176195"/>
                              <a:pt x="255507" y="176356"/>
                            </a:cubicBezTo>
                            <a:cubicBezTo>
                              <a:pt x="256152" y="177323"/>
                              <a:pt x="256635" y="178452"/>
                              <a:pt x="257280" y="179419"/>
                            </a:cubicBezTo>
                            <a:cubicBezTo>
                              <a:pt x="257441" y="179580"/>
                              <a:pt x="257441" y="179903"/>
                              <a:pt x="257603" y="180064"/>
                            </a:cubicBezTo>
                            <a:cubicBezTo>
                              <a:pt x="258247" y="181192"/>
                              <a:pt x="258892" y="182160"/>
                              <a:pt x="259537" y="183288"/>
                            </a:cubicBezTo>
                            <a:cubicBezTo>
                              <a:pt x="259698" y="183610"/>
                              <a:pt x="259859" y="183772"/>
                              <a:pt x="260021" y="184094"/>
                            </a:cubicBezTo>
                            <a:cubicBezTo>
                              <a:pt x="260665" y="185061"/>
                              <a:pt x="261310" y="186190"/>
                              <a:pt x="261794" y="187157"/>
                            </a:cubicBezTo>
                            <a:cubicBezTo>
                              <a:pt x="261955" y="187318"/>
                              <a:pt x="261955" y="187479"/>
                              <a:pt x="262116" y="187802"/>
                            </a:cubicBezTo>
                            <a:cubicBezTo>
                              <a:pt x="262600" y="188769"/>
                              <a:pt x="263245" y="189575"/>
                              <a:pt x="263728" y="190542"/>
                            </a:cubicBezTo>
                            <a:cubicBezTo>
                              <a:pt x="263890" y="190703"/>
                              <a:pt x="263890" y="190864"/>
                              <a:pt x="264051" y="191026"/>
                            </a:cubicBezTo>
                            <a:cubicBezTo>
                              <a:pt x="264696" y="191993"/>
                              <a:pt x="265179" y="192960"/>
                              <a:pt x="265663" y="193766"/>
                            </a:cubicBezTo>
                            <a:cubicBezTo>
                              <a:pt x="265824" y="194089"/>
                              <a:pt x="265985" y="194250"/>
                              <a:pt x="266146" y="194572"/>
                            </a:cubicBezTo>
                            <a:cubicBezTo>
                              <a:pt x="266630" y="195378"/>
                              <a:pt x="267114" y="196345"/>
                              <a:pt x="267597" y="197151"/>
                            </a:cubicBezTo>
                            <a:cubicBezTo>
                              <a:pt x="267758" y="197313"/>
                              <a:pt x="267920" y="197635"/>
                              <a:pt x="267920" y="197796"/>
                            </a:cubicBezTo>
                            <a:cubicBezTo>
                              <a:pt x="268403" y="198602"/>
                              <a:pt x="268887" y="199408"/>
                              <a:pt x="269370" y="200214"/>
                            </a:cubicBezTo>
                            <a:cubicBezTo>
                              <a:pt x="269370" y="200214"/>
                              <a:pt x="269532" y="200376"/>
                              <a:pt x="269532" y="200376"/>
                            </a:cubicBezTo>
                            <a:cubicBezTo>
                              <a:pt x="270015" y="201182"/>
                              <a:pt x="270499" y="201988"/>
                              <a:pt x="270982" y="202794"/>
                            </a:cubicBezTo>
                            <a:cubicBezTo>
                              <a:pt x="271144" y="202955"/>
                              <a:pt x="271144" y="203116"/>
                              <a:pt x="271305" y="203277"/>
                            </a:cubicBezTo>
                            <a:cubicBezTo>
                              <a:pt x="271788" y="203922"/>
                              <a:pt x="272111" y="204567"/>
                              <a:pt x="272433" y="205212"/>
                            </a:cubicBezTo>
                            <a:cubicBezTo>
                              <a:pt x="272594" y="205373"/>
                              <a:pt x="272594" y="205534"/>
                              <a:pt x="272756" y="205695"/>
                            </a:cubicBezTo>
                            <a:cubicBezTo>
                              <a:pt x="273078" y="206340"/>
                              <a:pt x="273562" y="206985"/>
                              <a:pt x="273884" y="207468"/>
                            </a:cubicBezTo>
                            <a:cubicBezTo>
                              <a:pt x="273562" y="245674"/>
                              <a:pt x="250187" y="279526"/>
                              <a:pt x="214239" y="293551"/>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grpSp>
                <p:cxnSp>
                  <p:nvCxnSpPr>
                    <p:cNvPr id="801" name="Google Shape;801;g3baff84d3b0_0_663"/>
                    <p:cNvCxnSpPr/>
                    <p:nvPr/>
                  </p:nvCxnSpPr>
                  <p:spPr>
                    <a:xfrm rot="10800000">
                      <a:off x="1443172" y="8632890"/>
                      <a:ext cx="0" cy="384600"/>
                    </a:xfrm>
                    <a:prstGeom prst="straightConnector1">
                      <a:avLst/>
                    </a:prstGeom>
                    <a:noFill/>
                    <a:ln cap="flat" cmpd="sng" w="9525">
                      <a:solidFill>
                        <a:srgbClr val="1D93C9"/>
                      </a:solidFill>
                      <a:prstDash val="solid"/>
                      <a:miter lim="800000"/>
                      <a:headEnd len="sm" w="sm" type="none"/>
                      <a:tailEnd len="sm" w="sm" type="none"/>
                    </a:ln>
                  </p:spPr>
                </p:cxnSp>
              </p:grpSp>
            </p:grpSp>
          </p:grpSp>
          <p:sp>
            <p:nvSpPr>
              <p:cNvPr id="802" name="Google Shape;802;g3baff84d3b0_0_663"/>
              <p:cNvSpPr txBox="1"/>
              <p:nvPr/>
            </p:nvSpPr>
            <p:spPr>
              <a:xfrm>
                <a:off x="708878" y="6374606"/>
                <a:ext cx="1524600" cy="256200"/>
              </a:xfrm>
              <a:prstGeom prst="rect">
                <a:avLst/>
              </a:prstGeom>
              <a:noFill/>
              <a:ln>
                <a:noFill/>
              </a:ln>
            </p:spPr>
            <p:txBody>
              <a:bodyPr anchorCtr="0" anchor="t" bIns="22700" lIns="45450" spcFirstLastPara="1" rIns="45450" wrap="square" tIns="22700">
                <a:spAutoFit/>
              </a:bodyPr>
              <a:lstStyle/>
              <a:p>
                <a:pPr indent="0" lvl="0" marL="0" marR="0" rtl="0" algn="l">
                  <a:lnSpc>
                    <a:spcPct val="100000"/>
                  </a:lnSpc>
                  <a:spcBef>
                    <a:spcPts val="0"/>
                  </a:spcBef>
                  <a:spcAft>
                    <a:spcPts val="0"/>
                  </a:spcAft>
                  <a:buClr>
                    <a:srgbClr val="000000"/>
                  </a:buClr>
                  <a:buSzPts val="695"/>
                  <a:buFont typeface="Arial"/>
                  <a:buNone/>
                </a:pPr>
                <a:r>
                  <a:rPr b="1" i="0" lang="vi" sz="695" u="none" cap="none" strike="noStrike">
                    <a:solidFill>
                      <a:srgbClr val="042D4D"/>
                    </a:solidFill>
                    <a:latin typeface="Calibri"/>
                    <a:ea typeface="Calibri"/>
                    <a:cs typeface="Calibri"/>
                    <a:sym typeface="Calibri"/>
                  </a:rPr>
                  <a:t>FREQUENCY</a:t>
                </a:r>
                <a:endParaRPr b="0" i="0" sz="695" u="none" cap="none" strike="noStrike">
                  <a:solidFill>
                    <a:srgbClr val="000000"/>
                  </a:solidFill>
                  <a:latin typeface="Arial"/>
                  <a:ea typeface="Arial"/>
                  <a:cs typeface="Arial"/>
                  <a:sym typeface="Arial"/>
                </a:endParaRPr>
              </a:p>
            </p:txBody>
          </p:sp>
          <p:sp>
            <p:nvSpPr>
              <p:cNvPr id="803" name="Google Shape;803;g3baff84d3b0_0_663"/>
              <p:cNvSpPr txBox="1"/>
              <p:nvPr/>
            </p:nvSpPr>
            <p:spPr>
              <a:xfrm>
                <a:off x="2666734" y="6374606"/>
                <a:ext cx="1865100" cy="256200"/>
              </a:xfrm>
              <a:prstGeom prst="rect">
                <a:avLst/>
              </a:prstGeom>
              <a:noFill/>
              <a:ln>
                <a:noFill/>
              </a:ln>
            </p:spPr>
            <p:txBody>
              <a:bodyPr anchorCtr="0" anchor="t" bIns="22700" lIns="45450" spcFirstLastPara="1" rIns="45450" wrap="square" tIns="22700">
                <a:spAutoFit/>
              </a:bodyPr>
              <a:lstStyle/>
              <a:p>
                <a:pPr indent="0" lvl="0" marL="0" marR="0" rtl="0" algn="l">
                  <a:lnSpc>
                    <a:spcPct val="100000"/>
                  </a:lnSpc>
                  <a:spcBef>
                    <a:spcPts val="0"/>
                  </a:spcBef>
                  <a:spcAft>
                    <a:spcPts val="0"/>
                  </a:spcAft>
                  <a:buClr>
                    <a:srgbClr val="000000"/>
                  </a:buClr>
                  <a:buSzPts val="695"/>
                  <a:buFont typeface="Arial"/>
                  <a:buNone/>
                </a:pPr>
                <a:r>
                  <a:rPr b="1" i="0" lang="vi" sz="695" u="none" cap="none" strike="noStrike">
                    <a:solidFill>
                      <a:srgbClr val="042D4D"/>
                    </a:solidFill>
                    <a:latin typeface="Calibri"/>
                    <a:ea typeface="Calibri"/>
                    <a:cs typeface="Calibri"/>
                    <a:sym typeface="Calibri"/>
                  </a:rPr>
                  <a:t>PARTICIPANTS</a:t>
                </a:r>
                <a:endParaRPr b="0" i="0" sz="695" u="none" cap="none" strike="noStrike">
                  <a:solidFill>
                    <a:srgbClr val="000000"/>
                  </a:solidFill>
                  <a:latin typeface="Arial"/>
                  <a:ea typeface="Arial"/>
                  <a:cs typeface="Arial"/>
                  <a:sym typeface="Arial"/>
                </a:endParaRPr>
              </a:p>
            </p:txBody>
          </p:sp>
        </p:grpSp>
        <p:grpSp>
          <p:nvGrpSpPr>
            <p:cNvPr id="804" name="Google Shape;804;g3baff84d3b0_0_663"/>
            <p:cNvGrpSpPr/>
            <p:nvPr/>
          </p:nvGrpSpPr>
          <p:grpSpPr>
            <a:xfrm>
              <a:off x="3291672" y="3588739"/>
              <a:ext cx="4104900" cy="1917299"/>
              <a:chOff x="13705081" y="1917700"/>
              <a:chExt cx="4104900" cy="1917299"/>
            </a:xfrm>
          </p:grpSpPr>
          <p:pic>
            <p:nvPicPr>
              <p:cNvPr descr="Maps and pin form lines, triangles and particle style design. Illustration vector" id="805" name="Google Shape;805;g3baff84d3b0_0_663"/>
              <p:cNvPicPr preferRelativeResize="0"/>
              <p:nvPr/>
            </p:nvPicPr>
            <p:blipFill rotWithShape="1">
              <a:blip r:embed="rId6">
                <a:alphaModFix/>
              </a:blip>
              <a:srcRect b="0" l="0" r="0" t="0"/>
              <a:stretch/>
            </p:blipFill>
            <p:spPr>
              <a:xfrm>
                <a:off x="13705081" y="1917700"/>
                <a:ext cx="4104776" cy="1917299"/>
              </a:xfrm>
              <a:prstGeom prst="rect">
                <a:avLst/>
              </a:prstGeom>
              <a:noFill/>
              <a:ln>
                <a:noFill/>
              </a:ln>
            </p:spPr>
          </p:pic>
          <p:sp>
            <p:nvSpPr>
              <p:cNvPr id="806" name="Google Shape;806;g3baff84d3b0_0_663"/>
              <p:cNvSpPr txBox="1"/>
              <p:nvPr/>
            </p:nvSpPr>
            <p:spPr>
              <a:xfrm>
                <a:off x="13705081" y="3410147"/>
                <a:ext cx="4104900" cy="403200"/>
              </a:xfrm>
              <a:prstGeom prst="rect">
                <a:avLst/>
              </a:prstGeom>
              <a:solidFill>
                <a:srgbClr val="021E33">
                  <a:alpha val="60000"/>
                </a:srgbClr>
              </a:solidFill>
              <a:ln>
                <a:noFill/>
              </a:ln>
            </p:spPr>
            <p:txBody>
              <a:bodyPr anchorCtr="0" anchor="ctr" bIns="35775" lIns="35775" spcFirstLastPara="1" rIns="35775" wrap="square" tIns="35775">
                <a:spAutoFit/>
              </a:bodyPr>
              <a:lstStyle/>
              <a:p>
                <a:pPr indent="0" lvl="0" marL="0" marR="0" rtl="0" algn="ctr">
                  <a:lnSpc>
                    <a:spcPct val="100000"/>
                  </a:lnSpc>
                  <a:spcBef>
                    <a:spcPts val="0"/>
                  </a:spcBef>
                  <a:spcAft>
                    <a:spcPts val="0"/>
                  </a:spcAft>
                  <a:buClr>
                    <a:srgbClr val="000000"/>
                  </a:buClr>
                  <a:buSzPts val="1093"/>
                  <a:buFont typeface="Arial"/>
                  <a:buNone/>
                </a:pPr>
                <a:r>
                  <a:rPr b="1" i="0" lang="vi" sz="1093" u="none" cap="none" strike="noStrike">
                    <a:solidFill>
                      <a:srgbClr val="FFFFFF"/>
                    </a:solidFill>
                    <a:latin typeface="Calibri"/>
                    <a:ea typeface="Calibri"/>
                    <a:cs typeface="Calibri"/>
                    <a:sym typeface="Calibri"/>
                  </a:rPr>
                  <a:t>Kick Off Meeting</a:t>
                </a:r>
                <a:endParaRPr b="0" i="0" sz="695" u="none" cap="none" strike="noStrike">
                  <a:solidFill>
                    <a:srgbClr val="000000"/>
                  </a:solidFill>
                  <a:latin typeface="Arial"/>
                  <a:ea typeface="Arial"/>
                  <a:cs typeface="Arial"/>
                  <a:sym typeface="Arial"/>
                </a:endParaRPr>
              </a:p>
            </p:txBody>
          </p:sp>
        </p:grpSp>
        <p:grpSp>
          <p:nvGrpSpPr>
            <p:cNvPr id="807" name="Google Shape;807;g3baff84d3b0_0_663"/>
            <p:cNvGrpSpPr/>
            <p:nvPr/>
          </p:nvGrpSpPr>
          <p:grpSpPr>
            <a:xfrm>
              <a:off x="3284968" y="5512047"/>
              <a:ext cx="4116300" cy="4576500"/>
              <a:chOff x="13733225" y="3557654"/>
              <a:chExt cx="4116300" cy="4576500"/>
            </a:xfrm>
          </p:grpSpPr>
          <p:sp>
            <p:nvSpPr>
              <p:cNvPr id="808" name="Google Shape;808;g3baff84d3b0_0_663"/>
              <p:cNvSpPr/>
              <p:nvPr/>
            </p:nvSpPr>
            <p:spPr>
              <a:xfrm>
                <a:off x="13733225" y="3557654"/>
                <a:ext cx="4116300" cy="4576500"/>
              </a:xfrm>
              <a:prstGeom prst="rect">
                <a:avLst/>
              </a:prstGeom>
              <a:solidFill>
                <a:srgbClr val="FFFFFF"/>
              </a:solidFill>
              <a:ln>
                <a:noFill/>
              </a:ln>
            </p:spPr>
            <p:txBody>
              <a:bodyPr anchorCtr="0" anchor="ctr" bIns="22700" lIns="45450" spcFirstLastPara="1" rIns="45450" wrap="square" tIns="22700">
                <a:noAutofit/>
              </a:bodyPr>
              <a:lstStyle/>
              <a:p>
                <a:pPr indent="0" lvl="0" marL="0" marR="0" rtl="0" algn="ctr">
                  <a:lnSpc>
                    <a:spcPct val="100000"/>
                  </a:lnSpc>
                  <a:spcBef>
                    <a:spcPts val="0"/>
                  </a:spcBef>
                  <a:spcAft>
                    <a:spcPts val="0"/>
                  </a:spcAft>
                  <a:buClr>
                    <a:srgbClr val="000000"/>
                  </a:buClr>
                  <a:buSzPts val="1342"/>
                  <a:buFont typeface="Arial"/>
                  <a:buNone/>
                </a:pPr>
                <a:r>
                  <a:t/>
                </a:r>
                <a:endParaRPr b="0" i="0" sz="1342" u="none" cap="none" strike="noStrike">
                  <a:solidFill>
                    <a:srgbClr val="FFFFFF"/>
                  </a:solidFill>
                  <a:latin typeface="Calibri"/>
                  <a:ea typeface="Calibri"/>
                  <a:cs typeface="Calibri"/>
                  <a:sym typeface="Calibri"/>
                </a:endParaRPr>
              </a:p>
            </p:txBody>
          </p:sp>
          <p:sp>
            <p:nvSpPr>
              <p:cNvPr id="809" name="Google Shape;809;g3baff84d3b0_0_663"/>
              <p:cNvSpPr txBox="1"/>
              <p:nvPr/>
            </p:nvSpPr>
            <p:spPr>
              <a:xfrm>
                <a:off x="14292074" y="3744019"/>
                <a:ext cx="3010200" cy="365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D94C9"/>
                  </a:buClr>
                  <a:buSzPts val="1253"/>
                  <a:buFont typeface="Arial"/>
                  <a:buNone/>
                </a:pPr>
                <a:r>
                  <a:rPr b="1" i="0" lang="vi" sz="893" u="none" cap="none" strike="noStrike">
                    <a:solidFill>
                      <a:srgbClr val="042D4D"/>
                    </a:solidFill>
                    <a:latin typeface="Calibri"/>
                    <a:ea typeface="Calibri"/>
                    <a:cs typeface="Calibri"/>
                    <a:sym typeface="Calibri"/>
                  </a:rPr>
                  <a:t>Ensure the project shared understanding</a:t>
                </a:r>
                <a:endParaRPr b="0" i="0" sz="695" u="none" cap="none" strike="noStrike">
                  <a:solidFill>
                    <a:srgbClr val="000000"/>
                  </a:solidFill>
                  <a:latin typeface="Arial"/>
                  <a:ea typeface="Arial"/>
                  <a:cs typeface="Arial"/>
                  <a:sym typeface="Arial"/>
                </a:endParaRPr>
              </a:p>
            </p:txBody>
          </p:sp>
          <p:cxnSp>
            <p:nvCxnSpPr>
              <p:cNvPr id="810" name="Google Shape;810;g3baff84d3b0_0_663"/>
              <p:cNvCxnSpPr/>
              <p:nvPr/>
            </p:nvCxnSpPr>
            <p:spPr>
              <a:xfrm>
                <a:off x="15118337" y="4270414"/>
                <a:ext cx="1357800" cy="0"/>
              </a:xfrm>
              <a:prstGeom prst="straightConnector1">
                <a:avLst/>
              </a:prstGeom>
              <a:noFill/>
              <a:ln cap="flat" cmpd="sng" w="14200">
                <a:solidFill>
                  <a:srgbClr val="1D93C9"/>
                </a:solidFill>
                <a:prstDash val="solid"/>
                <a:miter lim="800000"/>
                <a:headEnd len="sm" w="sm" type="none"/>
                <a:tailEnd len="sm" w="sm" type="none"/>
              </a:ln>
            </p:spPr>
          </p:cxnSp>
          <p:sp>
            <p:nvSpPr>
              <p:cNvPr id="811" name="Google Shape;811;g3baff84d3b0_0_663"/>
              <p:cNvSpPr txBox="1"/>
              <p:nvPr/>
            </p:nvSpPr>
            <p:spPr>
              <a:xfrm>
                <a:off x="13997209" y="4489748"/>
                <a:ext cx="3600000" cy="849900"/>
              </a:xfrm>
              <a:prstGeom prst="rect">
                <a:avLst/>
              </a:prstGeom>
              <a:noFill/>
              <a:ln>
                <a:noFill/>
              </a:ln>
            </p:spPr>
            <p:txBody>
              <a:bodyPr anchorCtr="0" anchor="t" bIns="0" lIns="0" spcFirstLastPara="1" rIns="0" wrap="square" tIns="0">
                <a:spAutoFit/>
              </a:bodyPr>
              <a:lstStyle/>
              <a:p>
                <a:pPr indent="-170435" lvl="0" marL="170435" marR="0" rtl="0" algn="l">
                  <a:lnSpc>
                    <a:spcPct val="100000"/>
                  </a:lnSpc>
                  <a:spcBef>
                    <a:spcPts val="0"/>
                  </a:spcBef>
                  <a:spcAft>
                    <a:spcPts val="0"/>
                  </a:spcAft>
                  <a:buClr>
                    <a:srgbClr val="7ECBEE"/>
                  </a:buClr>
                  <a:buSzPts val="974"/>
                  <a:buFont typeface="Arial"/>
                  <a:buChar char="•"/>
                </a:pPr>
                <a:r>
                  <a:rPr b="0" i="0" lang="vi" sz="695" u="none" cap="none" strike="noStrike">
                    <a:solidFill>
                      <a:srgbClr val="042D4D"/>
                    </a:solidFill>
                    <a:latin typeface="Calibri"/>
                    <a:ea typeface="Calibri"/>
                    <a:cs typeface="Calibri"/>
                    <a:sym typeface="Calibri"/>
                  </a:rPr>
                  <a:t>Definition of the objectives expected by Customer</a:t>
                </a:r>
                <a:endParaRPr b="0" i="0" sz="695" u="none" cap="none" strike="noStrike">
                  <a:solidFill>
                    <a:srgbClr val="042D4D"/>
                  </a:solidFill>
                  <a:latin typeface="Calibri"/>
                  <a:ea typeface="Calibri"/>
                  <a:cs typeface="Calibri"/>
                  <a:sym typeface="Calibri"/>
                </a:endParaRPr>
              </a:p>
              <a:p>
                <a:pPr indent="-170435" lvl="0" marL="170435" marR="0" rtl="0" algn="l">
                  <a:lnSpc>
                    <a:spcPct val="100000"/>
                  </a:lnSpc>
                  <a:spcBef>
                    <a:spcPts val="0"/>
                  </a:spcBef>
                  <a:spcAft>
                    <a:spcPts val="0"/>
                  </a:spcAft>
                  <a:buClr>
                    <a:srgbClr val="7ECBEE"/>
                  </a:buClr>
                  <a:buSzPts val="974"/>
                  <a:buFont typeface="Arial"/>
                  <a:buChar char="•"/>
                </a:pPr>
                <a:r>
                  <a:rPr b="0" i="0" lang="vi" sz="695" u="none" cap="none" strike="noStrike">
                    <a:solidFill>
                      <a:srgbClr val="042D4D"/>
                    </a:solidFill>
                    <a:latin typeface="Calibri"/>
                    <a:ea typeface="Calibri"/>
                    <a:cs typeface="Calibri"/>
                    <a:sym typeface="Calibri"/>
                  </a:rPr>
                  <a:t>Sharing the project phase schedule</a:t>
                </a:r>
                <a:endParaRPr b="0" i="0" sz="695" u="none" cap="none" strike="noStrike">
                  <a:solidFill>
                    <a:srgbClr val="000000"/>
                  </a:solidFill>
                  <a:latin typeface="Arial"/>
                  <a:ea typeface="Arial"/>
                  <a:cs typeface="Arial"/>
                  <a:sym typeface="Arial"/>
                </a:endParaRPr>
              </a:p>
              <a:p>
                <a:pPr indent="-170435" lvl="0" marL="170435" marR="0" rtl="0" algn="l">
                  <a:lnSpc>
                    <a:spcPct val="100000"/>
                  </a:lnSpc>
                  <a:spcBef>
                    <a:spcPts val="447"/>
                  </a:spcBef>
                  <a:spcAft>
                    <a:spcPts val="0"/>
                  </a:spcAft>
                  <a:buClr>
                    <a:srgbClr val="7ECBEE"/>
                  </a:buClr>
                  <a:buSzPts val="974"/>
                  <a:buFont typeface="Arial"/>
                  <a:buChar char="•"/>
                </a:pPr>
                <a:r>
                  <a:rPr b="0" i="0" lang="vi" sz="695" u="none" cap="none" strike="noStrike">
                    <a:solidFill>
                      <a:srgbClr val="042D4D"/>
                    </a:solidFill>
                    <a:latin typeface="Calibri"/>
                    <a:ea typeface="Calibri"/>
                    <a:cs typeface="Calibri"/>
                    <a:sym typeface="Calibri"/>
                  </a:rPr>
                  <a:t>Organization of the project start-up</a:t>
                </a:r>
                <a:endParaRPr b="0" i="0" sz="695" u="none" cap="none" strike="noStrike">
                  <a:solidFill>
                    <a:srgbClr val="000000"/>
                  </a:solidFill>
                  <a:latin typeface="Arial"/>
                  <a:ea typeface="Arial"/>
                  <a:cs typeface="Arial"/>
                  <a:sym typeface="Arial"/>
                </a:endParaRPr>
              </a:p>
            </p:txBody>
          </p:sp>
          <p:grpSp>
            <p:nvGrpSpPr>
              <p:cNvPr id="812" name="Google Shape;812;g3baff84d3b0_0_663"/>
              <p:cNvGrpSpPr/>
              <p:nvPr/>
            </p:nvGrpSpPr>
            <p:grpSpPr>
              <a:xfrm>
                <a:off x="13851700" y="6205244"/>
                <a:ext cx="3997779" cy="1922100"/>
                <a:chOff x="726771" y="7686715"/>
                <a:chExt cx="3997779" cy="1922100"/>
              </a:xfrm>
            </p:grpSpPr>
            <p:sp>
              <p:nvSpPr>
                <p:cNvPr id="813" name="Google Shape;813;g3baff84d3b0_0_663"/>
                <p:cNvSpPr/>
                <p:nvPr/>
              </p:nvSpPr>
              <p:spPr>
                <a:xfrm>
                  <a:off x="2887950" y="7686715"/>
                  <a:ext cx="1836600" cy="1922100"/>
                </a:xfrm>
                <a:prstGeom prst="rect">
                  <a:avLst/>
                </a:prstGeom>
                <a:noFill/>
                <a:ln>
                  <a:noFill/>
                </a:ln>
              </p:spPr>
              <p:txBody>
                <a:bodyPr anchorCtr="0" anchor="t" bIns="22700" lIns="45450" spcFirstLastPara="1" rIns="45450" wrap="square" tIns="22700">
                  <a:noAutofit/>
                </a:bodyPr>
                <a:lstStyle/>
                <a:p>
                  <a:pPr indent="-142029" lvl="0" marL="142030" marR="0" rtl="0" algn="l">
                    <a:lnSpc>
                      <a:spcPct val="100000"/>
                    </a:lnSpc>
                    <a:spcBef>
                      <a:spcPts val="0"/>
                    </a:spcBef>
                    <a:spcAft>
                      <a:spcPts val="0"/>
                    </a:spcAft>
                    <a:buClr>
                      <a:srgbClr val="A6E3FA"/>
                    </a:buClr>
                    <a:buSzPts val="596"/>
                    <a:buFont typeface="Arial"/>
                    <a:buChar char="•"/>
                  </a:pPr>
                  <a:r>
                    <a:rPr b="1" i="0" lang="vi" sz="596" u="none" cap="none" strike="noStrike">
                      <a:solidFill>
                        <a:srgbClr val="063C67"/>
                      </a:solidFill>
                      <a:latin typeface="Calibri"/>
                      <a:ea typeface="Calibri"/>
                      <a:cs typeface="Calibri"/>
                      <a:sym typeface="Calibri"/>
                    </a:rPr>
                    <a:t>Customer</a:t>
                  </a:r>
                  <a:endParaRPr b="0" i="0" sz="1342"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Product Owner</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Project Manager</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t/>
                  </a:r>
                  <a:endParaRPr b="1" i="0" sz="596" u="none" cap="none" strike="noStrike">
                    <a:solidFill>
                      <a:srgbClr val="063C67"/>
                    </a:solidFill>
                    <a:latin typeface="Calibri"/>
                    <a:ea typeface="Calibri"/>
                    <a:cs typeface="Calibri"/>
                    <a:sym typeface="Calibri"/>
                  </a:endParaRPr>
                </a:p>
                <a:p>
                  <a:pPr indent="-142029" lvl="0" marL="142030" marR="0" rtl="0" algn="l">
                    <a:lnSpc>
                      <a:spcPct val="100000"/>
                    </a:lnSpc>
                    <a:spcBef>
                      <a:spcPts val="0"/>
                    </a:spcBef>
                    <a:spcAft>
                      <a:spcPts val="0"/>
                    </a:spcAft>
                    <a:buClr>
                      <a:srgbClr val="A6E3FA"/>
                    </a:buClr>
                    <a:buSzPts val="596"/>
                    <a:buFont typeface="Arial"/>
                    <a:buChar char="•"/>
                  </a:pPr>
                  <a:r>
                    <a:rPr b="1" i="0" lang="vi" sz="596" u="none" cap="none" strike="noStrike">
                      <a:solidFill>
                        <a:srgbClr val="063C67"/>
                      </a:solidFill>
                      <a:latin typeface="Calibri"/>
                      <a:ea typeface="Calibri"/>
                      <a:cs typeface="Calibri"/>
                      <a:sym typeface="Calibri"/>
                    </a:rPr>
                    <a:t>VMO</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Project Manager</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Business Analysis</a:t>
                  </a:r>
                  <a:endParaRPr b="0" i="0" sz="596"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Technical Leader</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Project Director</a:t>
                  </a:r>
                  <a:endParaRPr b="0" i="0" sz="695"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96"/>
                    <a:buFont typeface="Arial"/>
                    <a:buNone/>
                  </a:pPr>
                  <a:r>
                    <a:rPr b="0" i="0" lang="vi" sz="596" u="none" cap="none" strike="noStrike">
                      <a:solidFill>
                        <a:srgbClr val="042D4D"/>
                      </a:solidFill>
                      <a:latin typeface="Calibri"/>
                      <a:ea typeface="Calibri"/>
                      <a:cs typeface="Calibri"/>
                      <a:sym typeface="Calibri"/>
                    </a:rPr>
                    <a:t>Account Manager</a:t>
                  </a:r>
                  <a:endParaRPr b="0" i="0" sz="695" u="none" cap="none" strike="noStrike">
                    <a:solidFill>
                      <a:srgbClr val="000000"/>
                    </a:solidFill>
                    <a:latin typeface="Arial"/>
                    <a:ea typeface="Arial"/>
                    <a:cs typeface="Arial"/>
                    <a:sym typeface="Arial"/>
                  </a:endParaRPr>
                </a:p>
              </p:txBody>
            </p:sp>
            <p:grpSp>
              <p:nvGrpSpPr>
                <p:cNvPr id="814" name="Google Shape;814;g3baff84d3b0_0_663"/>
                <p:cNvGrpSpPr/>
                <p:nvPr/>
              </p:nvGrpSpPr>
              <p:grpSpPr>
                <a:xfrm flipH="1" rot="-5400000">
                  <a:off x="2596219" y="7856595"/>
                  <a:ext cx="231636" cy="1338300"/>
                  <a:chOff x="9558894" y="5674978"/>
                  <a:chExt cx="176700" cy="1338300"/>
                </a:xfrm>
              </p:grpSpPr>
              <p:cxnSp>
                <p:nvCxnSpPr>
                  <p:cNvPr id="815" name="Google Shape;815;g3baff84d3b0_0_663"/>
                  <p:cNvCxnSpPr/>
                  <p:nvPr/>
                </p:nvCxnSpPr>
                <p:spPr>
                  <a:xfrm rot="10800000">
                    <a:off x="9647203" y="5674978"/>
                    <a:ext cx="0" cy="1338300"/>
                  </a:xfrm>
                  <a:prstGeom prst="straightConnector1">
                    <a:avLst/>
                  </a:prstGeom>
                  <a:noFill/>
                  <a:ln cap="sq" cmpd="sng" w="14200">
                    <a:solidFill>
                      <a:srgbClr val="1D93C9"/>
                    </a:solidFill>
                    <a:prstDash val="solid"/>
                    <a:bevel/>
                    <a:headEnd len="sm" w="sm" type="none"/>
                    <a:tailEnd len="sm" w="sm" type="none"/>
                  </a:ln>
                </p:spPr>
              </p:cxnSp>
              <p:sp>
                <p:nvSpPr>
                  <p:cNvPr id="816" name="Google Shape;816;g3baff84d3b0_0_663"/>
                  <p:cNvSpPr/>
                  <p:nvPr/>
                </p:nvSpPr>
                <p:spPr>
                  <a:xfrm rot="10800000">
                    <a:off x="9558894" y="6337422"/>
                    <a:ext cx="176700" cy="152400"/>
                  </a:xfrm>
                  <a:prstGeom prst="triangle">
                    <a:avLst>
                      <a:gd fmla="val 50000" name="adj"/>
                    </a:avLst>
                  </a:prstGeom>
                  <a:solidFill>
                    <a:srgbClr val="1D93C9"/>
                  </a:solidFill>
                  <a:ln>
                    <a:noFill/>
                  </a:ln>
                </p:spPr>
                <p:txBody>
                  <a:bodyPr anchorCtr="0" anchor="ctr" bIns="22700" lIns="45450" spcFirstLastPara="1" rIns="45450" wrap="square" tIns="22700">
                    <a:noAutofit/>
                  </a:bodyPr>
                  <a:lstStyle/>
                  <a:p>
                    <a:pPr indent="0" lvl="0" marL="0" marR="0" rtl="0" algn="ctr">
                      <a:lnSpc>
                        <a:spcPct val="100000"/>
                      </a:lnSpc>
                      <a:spcBef>
                        <a:spcPts val="0"/>
                      </a:spcBef>
                      <a:spcAft>
                        <a:spcPts val="0"/>
                      </a:spcAft>
                      <a:buClr>
                        <a:srgbClr val="000000"/>
                      </a:buClr>
                      <a:buSzPts val="1392"/>
                      <a:buFont typeface="Arial"/>
                      <a:buNone/>
                    </a:pPr>
                    <a:r>
                      <a:t/>
                    </a:r>
                    <a:endParaRPr b="0" i="0" sz="1392" u="none" cap="none" strike="noStrike">
                      <a:solidFill>
                        <a:srgbClr val="042D4D"/>
                      </a:solidFill>
                      <a:latin typeface="Calibri"/>
                      <a:ea typeface="Calibri"/>
                      <a:cs typeface="Calibri"/>
                      <a:sym typeface="Calibri"/>
                    </a:endParaRPr>
                  </a:p>
                </p:txBody>
              </p:sp>
            </p:grpSp>
            <p:grpSp>
              <p:nvGrpSpPr>
                <p:cNvPr id="817" name="Google Shape;817;g3baff84d3b0_0_663"/>
                <p:cNvGrpSpPr/>
                <p:nvPr/>
              </p:nvGrpSpPr>
              <p:grpSpPr>
                <a:xfrm>
                  <a:off x="726771" y="7861208"/>
                  <a:ext cx="1658100" cy="964102"/>
                  <a:chOff x="726771" y="8041785"/>
                  <a:chExt cx="1658100" cy="964102"/>
                </a:xfrm>
              </p:grpSpPr>
              <p:sp>
                <p:nvSpPr>
                  <p:cNvPr id="818" name="Google Shape;818;g3baff84d3b0_0_663"/>
                  <p:cNvSpPr/>
                  <p:nvPr/>
                </p:nvSpPr>
                <p:spPr>
                  <a:xfrm>
                    <a:off x="726771" y="8041785"/>
                    <a:ext cx="1658100" cy="412500"/>
                  </a:xfrm>
                  <a:prstGeom prst="roundRect">
                    <a:avLst>
                      <a:gd fmla="val 16667" name="adj"/>
                    </a:avLst>
                  </a:prstGeom>
                  <a:solidFill>
                    <a:srgbClr val="1D93C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96"/>
                      <a:buFont typeface="Arial"/>
                      <a:buNone/>
                    </a:pPr>
                    <a:r>
                      <a:rPr b="1" i="0" lang="vi" sz="596" u="none" cap="none" strike="noStrike">
                        <a:solidFill>
                          <a:srgbClr val="FFFFFF"/>
                        </a:solidFill>
                        <a:latin typeface="Calibri"/>
                        <a:ea typeface="Calibri"/>
                        <a:cs typeface="Calibri"/>
                        <a:sym typeface="Calibri"/>
                      </a:rPr>
                      <a:t>AT STARTUP</a:t>
                    </a:r>
                    <a:endParaRPr b="0" i="0" sz="695" u="none" cap="none" strike="noStrike">
                      <a:solidFill>
                        <a:srgbClr val="000000"/>
                      </a:solidFill>
                      <a:latin typeface="Arial"/>
                      <a:ea typeface="Arial"/>
                      <a:cs typeface="Arial"/>
                      <a:sym typeface="Arial"/>
                    </a:endParaRPr>
                  </a:p>
                </p:txBody>
              </p:sp>
              <p:grpSp>
                <p:nvGrpSpPr>
                  <p:cNvPr id="819" name="Google Shape;819;g3baff84d3b0_0_663"/>
                  <p:cNvGrpSpPr/>
                  <p:nvPr/>
                </p:nvGrpSpPr>
                <p:grpSpPr>
                  <a:xfrm>
                    <a:off x="892715" y="8559653"/>
                    <a:ext cx="1326769" cy="446234"/>
                    <a:chOff x="766605" y="8571256"/>
                    <a:chExt cx="1326769" cy="446234"/>
                  </a:xfrm>
                </p:grpSpPr>
                <p:grpSp>
                  <p:nvGrpSpPr>
                    <p:cNvPr id="820" name="Google Shape;820;g3baff84d3b0_0_663"/>
                    <p:cNvGrpSpPr/>
                    <p:nvPr/>
                  </p:nvGrpSpPr>
                  <p:grpSpPr>
                    <a:xfrm>
                      <a:off x="766605" y="8588221"/>
                      <a:ext cx="450360" cy="429249"/>
                      <a:chOff x="766605" y="8588221"/>
                      <a:chExt cx="450360" cy="429249"/>
                    </a:xfrm>
                  </p:grpSpPr>
                  <p:sp>
                    <p:nvSpPr>
                      <p:cNvPr id="821" name="Google Shape;821;g3baff84d3b0_0_663"/>
                      <p:cNvSpPr/>
                      <p:nvPr/>
                    </p:nvSpPr>
                    <p:spPr>
                      <a:xfrm>
                        <a:off x="766605" y="8588221"/>
                        <a:ext cx="450360" cy="429249"/>
                      </a:xfrm>
                      <a:custGeom>
                        <a:rect b="b" l="l" r="r" t="t"/>
                        <a:pathLst>
                          <a:path extrusionOk="0" h="617625" w="648000">
                            <a:moveTo>
                              <a:pt x="635344" y="592313"/>
                            </a:moveTo>
                            <a:lnTo>
                              <a:pt x="579642" y="592313"/>
                            </a:lnTo>
                            <a:lnTo>
                              <a:pt x="579646" y="561912"/>
                            </a:lnTo>
                            <a:cubicBezTo>
                              <a:pt x="579652" y="502573"/>
                              <a:pt x="539660" y="450285"/>
                              <a:pt x="482389" y="434754"/>
                            </a:cubicBezTo>
                            <a:lnTo>
                              <a:pt x="392344" y="410336"/>
                            </a:lnTo>
                            <a:lnTo>
                              <a:pt x="392344" y="380320"/>
                            </a:lnTo>
                            <a:cubicBezTo>
                              <a:pt x="392344" y="378683"/>
                              <a:pt x="392022" y="377122"/>
                              <a:pt x="391457" y="375686"/>
                            </a:cubicBezTo>
                            <a:cubicBezTo>
                              <a:pt x="391649" y="375578"/>
                              <a:pt x="391845" y="375478"/>
                              <a:pt x="392037" y="375369"/>
                            </a:cubicBezTo>
                            <a:cubicBezTo>
                              <a:pt x="419536" y="359798"/>
                              <a:pt x="440153" y="335159"/>
                              <a:pt x="450998" y="306442"/>
                            </a:cubicBezTo>
                            <a:lnTo>
                              <a:pt x="474641" y="306442"/>
                            </a:lnTo>
                            <a:cubicBezTo>
                              <a:pt x="498169" y="306442"/>
                              <a:pt x="517312" y="287301"/>
                              <a:pt x="517312" y="263771"/>
                            </a:cubicBezTo>
                            <a:lnTo>
                              <a:pt x="517312" y="209512"/>
                            </a:lnTo>
                            <a:cubicBezTo>
                              <a:pt x="517312" y="197025"/>
                              <a:pt x="511920" y="185774"/>
                              <a:pt x="503343" y="177963"/>
                            </a:cubicBezTo>
                            <a:cubicBezTo>
                              <a:pt x="502508" y="79691"/>
                              <a:pt x="422377" y="0"/>
                              <a:pt x="323986" y="0"/>
                            </a:cubicBezTo>
                            <a:cubicBezTo>
                              <a:pt x="225765" y="0"/>
                              <a:pt x="145743" y="79418"/>
                              <a:pt x="144638" y="177456"/>
                            </a:cubicBezTo>
                            <a:cubicBezTo>
                              <a:pt x="135728" y="185282"/>
                              <a:pt x="130087" y="196746"/>
                              <a:pt x="130087" y="209510"/>
                            </a:cubicBezTo>
                            <a:lnTo>
                              <a:pt x="130087" y="263770"/>
                            </a:lnTo>
                            <a:cubicBezTo>
                              <a:pt x="130087" y="287299"/>
                              <a:pt x="149230" y="306442"/>
                              <a:pt x="172758" y="306442"/>
                            </a:cubicBezTo>
                            <a:lnTo>
                              <a:pt x="197165" y="306442"/>
                            </a:lnTo>
                            <a:cubicBezTo>
                              <a:pt x="208016" y="335163"/>
                              <a:pt x="228648" y="359810"/>
                              <a:pt x="256190" y="375407"/>
                            </a:cubicBezTo>
                            <a:lnTo>
                              <a:pt x="256245" y="375436"/>
                            </a:lnTo>
                            <a:cubicBezTo>
                              <a:pt x="256323" y="375481"/>
                              <a:pt x="256403" y="375521"/>
                              <a:pt x="256481" y="375565"/>
                            </a:cubicBezTo>
                            <a:cubicBezTo>
                              <a:pt x="255885" y="377035"/>
                              <a:pt x="255550" y="378637"/>
                              <a:pt x="255550" y="380320"/>
                            </a:cubicBezTo>
                            <a:lnTo>
                              <a:pt x="255550" y="410337"/>
                            </a:lnTo>
                            <a:lnTo>
                              <a:pt x="165582" y="434749"/>
                            </a:lnTo>
                            <a:cubicBezTo>
                              <a:pt x="108330" y="450283"/>
                              <a:pt x="68344" y="502565"/>
                              <a:pt x="68344" y="561888"/>
                            </a:cubicBezTo>
                            <a:lnTo>
                              <a:pt x="68344" y="592313"/>
                            </a:lnTo>
                            <a:lnTo>
                              <a:pt x="12656" y="592313"/>
                            </a:lnTo>
                            <a:cubicBezTo>
                              <a:pt x="5666" y="592313"/>
                              <a:pt x="0" y="597980"/>
                              <a:pt x="0" y="604969"/>
                            </a:cubicBezTo>
                            <a:cubicBezTo>
                              <a:pt x="0" y="611958"/>
                              <a:pt x="5666" y="617625"/>
                              <a:pt x="12656" y="617625"/>
                            </a:cubicBezTo>
                            <a:lnTo>
                              <a:pt x="635344" y="617625"/>
                            </a:lnTo>
                            <a:cubicBezTo>
                              <a:pt x="642334" y="617625"/>
                              <a:pt x="648000" y="611958"/>
                              <a:pt x="648000" y="604969"/>
                            </a:cubicBezTo>
                            <a:cubicBezTo>
                              <a:pt x="648000" y="597980"/>
                              <a:pt x="642334" y="592313"/>
                              <a:pt x="635344" y="592313"/>
                            </a:cubicBezTo>
                            <a:close/>
                            <a:moveTo>
                              <a:pt x="491998" y="209512"/>
                            </a:moveTo>
                            <a:lnTo>
                              <a:pt x="491998" y="263771"/>
                            </a:lnTo>
                            <a:cubicBezTo>
                              <a:pt x="491998" y="273343"/>
                              <a:pt x="484212" y="281129"/>
                              <a:pt x="474640" y="281129"/>
                            </a:cubicBezTo>
                            <a:lnTo>
                              <a:pt x="457799" y="281129"/>
                            </a:lnTo>
                            <a:cubicBezTo>
                              <a:pt x="458971" y="274039"/>
                              <a:pt x="459583" y="266809"/>
                              <a:pt x="459583" y="259495"/>
                            </a:cubicBezTo>
                            <a:lnTo>
                              <a:pt x="459583" y="192152"/>
                            </a:lnTo>
                            <a:lnTo>
                              <a:pt x="474640" y="192152"/>
                            </a:lnTo>
                            <a:cubicBezTo>
                              <a:pt x="484212" y="192152"/>
                              <a:pt x="491998" y="199940"/>
                              <a:pt x="491998" y="209512"/>
                            </a:cubicBezTo>
                            <a:close/>
                            <a:moveTo>
                              <a:pt x="172758" y="281129"/>
                            </a:moveTo>
                            <a:cubicBezTo>
                              <a:pt x="163186" y="281129"/>
                              <a:pt x="155400" y="273342"/>
                              <a:pt x="155400" y="263770"/>
                            </a:cubicBezTo>
                            <a:lnTo>
                              <a:pt x="155400" y="209510"/>
                            </a:lnTo>
                            <a:cubicBezTo>
                              <a:pt x="155400" y="199938"/>
                              <a:pt x="163187" y="192152"/>
                              <a:pt x="172758" y="192152"/>
                            </a:cubicBezTo>
                            <a:lnTo>
                              <a:pt x="188588" y="192152"/>
                            </a:lnTo>
                            <a:cubicBezTo>
                              <a:pt x="188588" y="192227"/>
                              <a:pt x="188578" y="192300"/>
                              <a:pt x="188578" y="192375"/>
                            </a:cubicBezTo>
                            <a:lnTo>
                              <a:pt x="188578" y="259495"/>
                            </a:lnTo>
                            <a:cubicBezTo>
                              <a:pt x="188578" y="266809"/>
                              <a:pt x="189189" y="274039"/>
                              <a:pt x="190361" y="281129"/>
                            </a:cubicBezTo>
                            <a:lnTo>
                              <a:pt x="172758" y="281129"/>
                            </a:lnTo>
                            <a:close/>
                            <a:moveTo>
                              <a:pt x="189086" y="166838"/>
                            </a:moveTo>
                            <a:lnTo>
                              <a:pt x="172758" y="166838"/>
                            </a:lnTo>
                            <a:cubicBezTo>
                              <a:pt x="171981" y="166838"/>
                              <a:pt x="171209" y="166863"/>
                              <a:pt x="170442" y="166903"/>
                            </a:cubicBezTo>
                            <a:cubicBezTo>
                              <a:pt x="176871" y="87753"/>
                              <a:pt x="243277" y="25313"/>
                              <a:pt x="323986" y="25313"/>
                            </a:cubicBezTo>
                            <a:cubicBezTo>
                              <a:pt x="404711" y="25313"/>
                              <a:pt x="471128" y="87777"/>
                              <a:pt x="477534" y="166949"/>
                            </a:cubicBezTo>
                            <a:cubicBezTo>
                              <a:pt x="476576" y="166884"/>
                              <a:pt x="475613" y="166840"/>
                              <a:pt x="474640" y="166840"/>
                            </a:cubicBezTo>
                            <a:lnTo>
                              <a:pt x="459207" y="166840"/>
                            </a:lnTo>
                            <a:cubicBezTo>
                              <a:pt x="459073" y="166290"/>
                              <a:pt x="458904" y="165754"/>
                              <a:pt x="458700" y="165235"/>
                            </a:cubicBezTo>
                            <a:cubicBezTo>
                              <a:pt x="452226" y="96541"/>
                              <a:pt x="394275" y="42609"/>
                              <a:pt x="323965" y="42609"/>
                            </a:cubicBezTo>
                            <a:cubicBezTo>
                              <a:pt x="253109" y="42609"/>
                              <a:pt x="194802" y="97381"/>
                              <a:pt x="189086" y="166838"/>
                            </a:cubicBezTo>
                            <a:close/>
                            <a:moveTo>
                              <a:pt x="213931" y="178054"/>
                            </a:moveTo>
                            <a:cubicBezTo>
                              <a:pt x="213931" y="117329"/>
                              <a:pt x="263292" y="67922"/>
                              <a:pt x="323965" y="67922"/>
                            </a:cubicBezTo>
                            <a:cubicBezTo>
                              <a:pt x="372027" y="67922"/>
                              <a:pt x="412984" y="98926"/>
                              <a:pt x="427936" y="141999"/>
                            </a:cubicBezTo>
                            <a:lnTo>
                              <a:pt x="397330" y="163096"/>
                            </a:lnTo>
                            <a:cubicBezTo>
                              <a:pt x="381556" y="173970"/>
                              <a:pt x="363090" y="179719"/>
                              <a:pt x="343929" y="179719"/>
                            </a:cubicBezTo>
                            <a:lnTo>
                              <a:pt x="213810" y="179719"/>
                            </a:lnTo>
                            <a:cubicBezTo>
                              <a:pt x="213882" y="179172"/>
                              <a:pt x="213931" y="178620"/>
                              <a:pt x="213931" y="178054"/>
                            </a:cubicBezTo>
                            <a:close/>
                            <a:moveTo>
                              <a:pt x="213891" y="259495"/>
                            </a:moveTo>
                            <a:lnTo>
                              <a:pt x="213891" y="205031"/>
                            </a:lnTo>
                            <a:lnTo>
                              <a:pt x="343929" y="205031"/>
                            </a:lnTo>
                            <a:cubicBezTo>
                              <a:pt x="368244" y="205031"/>
                              <a:pt x="391678" y="197736"/>
                              <a:pt x="411696" y="183937"/>
                            </a:cubicBezTo>
                            <a:lnTo>
                              <a:pt x="433609" y="168832"/>
                            </a:lnTo>
                            <a:cubicBezTo>
                              <a:pt x="433863" y="171873"/>
                              <a:pt x="433998" y="174947"/>
                              <a:pt x="433998" y="178053"/>
                            </a:cubicBezTo>
                            <a:cubicBezTo>
                              <a:pt x="433998" y="178948"/>
                              <a:pt x="434093" y="179819"/>
                              <a:pt x="434270" y="180662"/>
                            </a:cubicBezTo>
                            <a:lnTo>
                              <a:pt x="434270" y="259495"/>
                            </a:lnTo>
                            <a:cubicBezTo>
                              <a:pt x="434270" y="275937"/>
                              <a:pt x="430488" y="291866"/>
                              <a:pt x="423574" y="306226"/>
                            </a:cubicBezTo>
                            <a:lnTo>
                              <a:pt x="373825" y="306226"/>
                            </a:lnTo>
                            <a:cubicBezTo>
                              <a:pt x="372075" y="292759"/>
                              <a:pt x="360539" y="282323"/>
                              <a:pt x="346604" y="282323"/>
                            </a:cubicBezTo>
                            <a:lnTo>
                              <a:pt x="317286" y="282323"/>
                            </a:lnTo>
                            <a:cubicBezTo>
                              <a:pt x="302145" y="282323"/>
                              <a:pt x="289827" y="294640"/>
                              <a:pt x="289827" y="309781"/>
                            </a:cubicBezTo>
                            <a:lnTo>
                              <a:pt x="289827" y="322926"/>
                            </a:lnTo>
                            <a:cubicBezTo>
                              <a:pt x="289827" y="338066"/>
                              <a:pt x="302145" y="350384"/>
                              <a:pt x="317286" y="350384"/>
                            </a:cubicBezTo>
                            <a:lnTo>
                              <a:pt x="346604" y="350384"/>
                            </a:lnTo>
                            <a:cubicBezTo>
                              <a:pt x="358736" y="350384"/>
                              <a:pt x="369050" y="342471"/>
                              <a:pt x="372672" y="331537"/>
                            </a:cubicBezTo>
                            <a:lnTo>
                              <a:pt x="406639" y="331537"/>
                            </a:lnTo>
                            <a:cubicBezTo>
                              <a:pt x="398953" y="340108"/>
                              <a:pt x="389852" y="347517"/>
                              <a:pt x="379552" y="353349"/>
                            </a:cubicBezTo>
                            <a:cubicBezTo>
                              <a:pt x="345379" y="372747"/>
                              <a:pt x="302911" y="372773"/>
                              <a:pt x="268653" y="353373"/>
                            </a:cubicBezTo>
                            <a:lnTo>
                              <a:pt x="268599" y="353344"/>
                            </a:lnTo>
                            <a:cubicBezTo>
                              <a:pt x="234853" y="334235"/>
                              <a:pt x="213891" y="298274"/>
                              <a:pt x="213891" y="259495"/>
                            </a:cubicBezTo>
                            <a:close/>
                            <a:moveTo>
                              <a:pt x="348751" y="309781"/>
                            </a:moveTo>
                            <a:lnTo>
                              <a:pt x="348751" y="322926"/>
                            </a:lnTo>
                            <a:cubicBezTo>
                              <a:pt x="348751" y="324110"/>
                              <a:pt x="347787" y="325072"/>
                              <a:pt x="346604" y="325072"/>
                            </a:cubicBezTo>
                            <a:lnTo>
                              <a:pt x="317286" y="325072"/>
                            </a:lnTo>
                            <a:cubicBezTo>
                              <a:pt x="316103" y="325072"/>
                              <a:pt x="315139" y="324109"/>
                              <a:pt x="315139" y="322926"/>
                            </a:cubicBezTo>
                            <a:lnTo>
                              <a:pt x="315139" y="309781"/>
                            </a:lnTo>
                            <a:cubicBezTo>
                              <a:pt x="315139" y="308597"/>
                              <a:pt x="316103" y="307635"/>
                              <a:pt x="317286" y="307635"/>
                            </a:cubicBezTo>
                            <a:lnTo>
                              <a:pt x="346604" y="307635"/>
                            </a:lnTo>
                            <a:cubicBezTo>
                              <a:pt x="347787" y="307635"/>
                              <a:pt x="348751" y="308599"/>
                              <a:pt x="348751" y="309781"/>
                            </a:cubicBezTo>
                            <a:close/>
                            <a:moveTo>
                              <a:pt x="93656" y="592313"/>
                            </a:moveTo>
                            <a:lnTo>
                              <a:pt x="93656" y="561888"/>
                            </a:lnTo>
                            <a:cubicBezTo>
                              <a:pt x="93656" y="513964"/>
                              <a:pt x="125959" y="471728"/>
                              <a:pt x="172211" y="459179"/>
                            </a:cubicBezTo>
                            <a:lnTo>
                              <a:pt x="259667" y="435448"/>
                            </a:lnTo>
                            <a:lnTo>
                              <a:pt x="307313" y="592313"/>
                            </a:lnTo>
                            <a:lnTo>
                              <a:pt x="93656" y="592313"/>
                            </a:lnTo>
                            <a:close/>
                            <a:moveTo>
                              <a:pt x="280864" y="418137"/>
                            </a:moveTo>
                            <a:lnTo>
                              <a:pt x="280864" y="386313"/>
                            </a:lnTo>
                            <a:cubicBezTo>
                              <a:pt x="294863" y="390911"/>
                              <a:pt x="309472" y="393212"/>
                              <a:pt x="324082" y="393212"/>
                            </a:cubicBezTo>
                            <a:cubicBezTo>
                              <a:pt x="338599" y="393212"/>
                              <a:pt x="353114" y="390935"/>
                              <a:pt x="367031" y="386397"/>
                            </a:cubicBezTo>
                            <a:lnTo>
                              <a:pt x="367031" y="418142"/>
                            </a:lnTo>
                            <a:lnTo>
                              <a:pt x="323989" y="560120"/>
                            </a:lnTo>
                            <a:lnTo>
                              <a:pt x="280864" y="418137"/>
                            </a:lnTo>
                            <a:close/>
                            <a:moveTo>
                              <a:pt x="554330" y="592313"/>
                            </a:moveTo>
                            <a:lnTo>
                              <a:pt x="340678" y="592313"/>
                            </a:lnTo>
                            <a:lnTo>
                              <a:pt x="388234" y="435448"/>
                            </a:lnTo>
                            <a:lnTo>
                              <a:pt x="475764" y="459185"/>
                            </a:lnTo>
                            <a:cubicBezTo>
                              <a:pt x="522030" y="471731"/>
                              <a:pt x="554339" y="513974"/>
                              <a:pt x="554334" y="561911"/>
                            </a:cubicBezTo>
                            <a:lnTo>
                              <a:pt x="554330" y="592313"/>
                            </a:ln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822" name="Google Shape;822;g3baff84d3b0_0_663"/>
                      <p:cNvSpPr/>
                      <p:nvPr/>
                    </p:nvSpPr>
                    <p:spPr>
                      <a:xfrm>
                        <a:off x="1108559" y="8957674"/>
                        <a:ext cx="17592" cy="17592"/>
                      </a:xfrm>
                      <a:custGeom>
                        <a:rect b="b" l="l" r="r" t="t"/>
                        <a:pathLst>
                          <a:path extrusionOk="0" h="25312" w="25312">
                            <a:moveTo>
                              <a:pt x="21604" y="3708"/>
                            </a:moveTo>
                            <a:cubicBezTo>
                              <a:pt x="19250" y="1353"/>
                              <a:pt x="15985" y="0"/>
                              <a:pt x="12656" y="0"/>
                            </a:cubicBezTo>
                            <a:cubicBezTo>
                              <a:pt x="9328" y="0"/>
                              <a:pt x="6062" y="1353"/>
                              <a:pt x="3708" y="3708"/>
                            </a:cubicBezTo>
                            <a:cubicBezTo>
                              <a:pt x="1354" y="6064"/>
                              <a:pt x="0" y="9328"/>
                              <a:pt x="0" y="12656"/>
                            </a:cubicBezTo>
                            <a:cubicBezTo>
                              <a:pt x="0" y="15985"/>
                              <a:pt x="1354" y="19250"/>
                              <a:pt x="3708" y="21603"/>
                            </a:cubicBezTo>
                            <a:cubicBezTo>
                              <a:pt x="6062" y="23957"/>
                              <a:pt x="9328" y="25313"/>
                              <a:pt x="12656" y="25313"/>
                            </a:cubicBezTo>
                            <a:cubicBezTo>
                              <a:pt x="15985" y="25313"/>
                              <a:pt x="19250" y="23958"/>
                              <a:pt x="21604" y="21603"/>
                            </a:cubicBezTo>
                            <a:cubicBezTo>
                              <a:pt x="23958" y="19250"/>
                              <a:pt x="25313" y="15985"/>
                              <a:pt x="25313" y="12656"/>
                            </a:cubicBezTo>
                            <a:cubicBezTo>
                              <a:pt x="25313" y="9314"/>
                              <a:pt x="23958" y="6062"/>
                              <a:pt x="21604" y="3708"/>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823" name="Google Shape;823;g3baff84d3b0_0_663"/>
                      <p:cNvSpPr/>
                      <p:nvPr/>
                    </p:nvSpPr>
                    <p:spPr>
                      <a:xfrm>
                        <a:off x="1044574" y="8957674"/>
                        <a:ext cx="51896" cy="17592"/>
                      </a:xfrm>
                      <a:custGeom>
                        <a:rect b="b" l="l" r="r" t="t"/>
                        <a:pathLst>
                          <a:path extrusionOk="0" h="25312" w="74671">
                            <a:moveTo>
                              <a:pt x="62016" y="0"/>
                            </a:moveTo>
                            <a:lnTo>
                              <a:pt x="12656" y="0"/>
                            </a:lnTo>
                            <a:cubicBezTo>
                              <a:pt x="5666" y="0"/>
                              <a:pt x="0" y="5667"/>
                              <a:pt x="0" y="12656"/>
                            </a:cubicBezTo>
                            <a:cubicBezTo>
                              <a:pt x="0" y="19645"/>
                              <a:pt x="5666" y="25313"/>
                              <a:pt x="12656" y="25313"/>
                            </a:cubicBezTo>
                            <a:lnTo>
                              <a:pt x="62016" y="25313"/>
                            </a:lnTo>
                            <a:cubicBezTo>
                              <a:pt x="69006" y="25313"/>
                              <a:pt x="74672" y="19645"/>
                              <a:pt x="74672" y="12656"/>
                            </a:cubicBezTo>
                            <a:cubicBezTo>
                              <a:pt x="74672" y="5667"/>
                              <a:pt x="69006" y="0"/>
                              <a:pt x="62016" y="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grpSp>
                <p:grpSp>
                  <p:nvGrpSpPr>
                    <p:cNvPr id="824" name="Google Shape;824;g3baff84d3b0_0_663"/>
                    <p:cNvGrpSpPr/>
                    <p:nvPr/>
                  </p:nvGrpSpPr>
                  <p:grpSpPr>
                    <a:xfrm>
                      <a:off x="1669359" y="8571256"/>
                      <a:ext cx="424015" cy="439293"/>
                      <a:chOff x="1669359" y="8571256"/>
                      <a:chExt cx="424015" cy="439293"/>
                    </a:xfrm>
                  </p:grpSpPr>
                  <p:sp>
                    <p:nvSpPr>
                      <p:cNvPr id="825" name="Google Shape;825;g3baff84d3b0_0_663"/>
                      <p:cNvSpPr/>
                      <p:nvPr/>
                    </p:nvSpPr>
                    <p:spPr>
                      <a:xfrm>
                        <a:off x="1865983" y="8571256"/>
                        <a:ext cx="227391" cy="181731"/>
                      </a:xfrm>
                      <a:custGeom>
                        <a:rect b="b" l="l" r="r" t="t"/>
                        <a:pathLst>
                          <a:path extrusionOk="0" h="291938" w="365286">
                            <a:moveTo>
                              <a:pt x="349166" y="0"/>
                            </a:moveTo>
                            <a:lnTo>
                              <a:pt x="16120" y="0"/>
                            </a:lnTo>
                            <a:cubicBezTo>
                              <a:pt x="7254" y="0"/>
                              <a:pt x="0" y="7254"/>
                              <a:pt x="0" y="16120"/>
                            </a:cubicBezTo>
                            <a:lnTo>
                              <a:pt x="0" y="224234"/>
                            </a:lnTo>
                            <a:cubicBezTo>
                              <a:pt x="0" y="233100"/>
                              <a:pt x="7254" y="240354"/>
                              <a:pt x="16120" y="240354"/>
                            </a:cubicBezTo>
                            <a:lnTo>
                              <a:pt x="55615" y="240354"/>
                            </a:lnTo>
                            <a:lnTo>
                              <a:pt x="54648" y="275335"/>
                            </a:lnTo>
                            <a:cubicBezTo>
                              <a:pt x="54487" y="281138"/>
                              <a:pt x="57549" y="286780"/>
                              <a:pt x="62547" y="289682"/>
                            </a:cubicBezTo>
                            <a:cubicBezTo>
                              <a:pt x="65126" y="291133"/>
                              <a:pt x="67866" y="291939"/>
                              <a:pt x="70768" y="291939"/>
                            </a:cubicBezTo>
                            <a:cubicBezTo>
                              <a:pt x="73670" y="291939"/>
                              <a:pt x="76410" y="291133"/>
                              <a:pt x="78990" y="289682"/>
                            </a:cubicBezTo>
                            <a:lnTo>
                              <a:pt x="161526" y="240354"/>
                            </a:lnTo>
                            <a:lnTo>
                              <a:pt x="349166" y="240354"/>
                            </a:lnTo>
                            <a:cubicBezTo>
                              <a:pt x="358032" y="240354"/>
                              <a:pt x="365286" y="233100"/>
                              <a:pt x="365286" y="224234"/>
                            </a:cubicBezTo>
                            <a:lnTo>
                              <a:pt x="365286" y="16120"/>
                            </a:lnTo>
                            <a:cubicBezTo>
                              <a:pt x="365286" y="7254"/>
                              <a:pt x="358032" y="0"/>
                              <a:pt x="349166" y="0"/>
                            </a:cubicBezTo>
                            <a:close/>
                            <a:moveTo>
                              <a:pt x="157012" y="208113"/>
                            </a:moveTo>
                            <a:cubicBezTo>
                              <a:pt x="154110" y="208113"/>
                              <a:pt x="151209" y="208919"/>
                              <a:pt x="148790" y="210370"/>
                            </a:cubicBezTo>
                            <a:lnTo>
                              <a:pt x="87694" y="246802"/>
                            </a:lnTo>
                            <a:lnTo>
                              <a:pt x="88339" y="224717"/>
                            </a:lnTo>
                            <a:cubicBezTo>
                              <a:pt x="88501" y="220365"/>
                              <a:pt x="86888" y="216173"/>
                              <a:pt x="83826" y="212949"/>
                            </a:cubicBezTo>
                            <a:cubicBezTo>
                              <a:pt x="80763" y="209886"/>
                              <a:pt x="76571" y="208113"/>
                              <a:pt x="72219" y="208113"/>
                            </a:cubicBezTo>
                            <a:lnTo>
                              <a:pt x="32241" y="208113"/>
                            </a:lnTo>
                            <a:lnTo>
                              <a:pt x="32241" y="32241"/>
                            </a:lnTo>
                            <a:lnTo>
                              <a:pt x="333046" y="32241"/>
                            </a:lnTo>
                            <a:lnTo>
                              <a:pt x="333046" y="208113"/>
                            </a:lnTo>
                            <a:lnTo>
                              <a:pt x="157012" y="208113"/>
                            </a:ln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826" name="Google Shape;826;g3baff84d3b0_0_663"/>
                      <p:cNvSpPr/>
                      <p:nvPr/>
                    </p:nvSpPr>
                    <p:spPr>
                      <a:xfrm>
                        <a:off x="2037165" y="8616406"/>
                        <a:ext cx="20069" cy="20094"/>
                      </a:xfrm>
                      <a:custGeom>
                        <a:rect b="b" l="l" r="r" t="t"/>
                        <a:pathLst>
                          <a:path extrusionOk="0" h="32280" w="32240">
                            <a:moveTo>
                              <a:pt x="27405" y="4715"/>
                            </a:moveTo>
                            <a:cubicBezTo>
                              <a:pt x="26599" y="3909"/>
                              <a:pt x="25793" y="3264"/>
                              <a:pt x="24986" y="2781"/>
                            </a:cubicBezTo>
                            <a:cubicBezTo>
                              <a:pt x="24180" y="2136"/>
                              <a:pt x="23213" y="1652"/>
                              <a:pt x="22246" y="1330"/>
                            </a:cubicBezTo>
                            <a:cubicBezTo>
                              <a:pt x="21279" y="1008"/>
                              <a:pt x="20312" y="685"/>
                              <a:pt x="19183" y="363"/>
                            </a:cubicBezTo>
                            <a:cubicBezTo>
                              <a:pt x="17088" y="-121"/>
                              <a:pt x="14992" y="-121"/>
                              <a:pt x="12896" y="363"/>
                            </a:cubicBezTo>
                            <a:cubicBezTo>
                              <a:pt x="11929" y="524"/>
                              <a:pt x="10801" y="846"/>
                              <a:pt x="9833" y="1330"/>
                            </a:cubicBezTo>
                            <a:cubicBezTo>
                              <a:pt x="8866" y="1652"/>
                              <a:pt x="7899" y="2297"/>
                              <a:pt x="7093" y="2781"/>
                            </a:cubicBezTo>
                            <a:cubicBezTo>
                              <a:pt x="6287" y="3426"/>
                              <a:pt x="5320" y="4070"/>
                              <a:pt x="4675" y="4715"/>
                            </a:cubicBezTo>
                            <a:cubicBezTo>
                              <a:pt x="3869" y="5521"/>
                              <a:pt x="3224" y="6327"/>
                              <a:pt x="2740" y="7133"/>
                            </a:cubicBezTo>
                            <a:cubicBezTo>
                              <a:pt x="2096" y="7939"/>
                              <a:pt x="1612" y="8906"/>
                              <a:pt x="1290" y="9874"/>
                            </a:cubicBezTo>
                            <a:cubicBezTo>
                              <a:pt x="967" y="10841"/>
                              <a:pt x="645" y="11808"/>
                              <a:pt x="322" y="12937"/>
                            </a:cubicBezTo>
                            <a:cubicBezTo>
                              <a:pt x="161" y="13904"/>
                              <a:pt x="0" y="15032"/>
                              <a:pt x="0" y="16161"/>
                            </a:cubicBezTo>
                            <a:cubicBezTo>
                              <a:pt x="0" y="17289"/>
                              <a:pt x="161" y="18256"/>
                              <a:pt x="322" y="19385"/>
                            </a:cubicBezTo>
                            <a:cubicBezTo>
                              <a:pt x="484" y="20352"/>
                              <a:pt x="806" y="21480"/>
                              <a:pt x="1290" y="22448"/>
                            </a:cubicBezTo>
                            <a:cubicBezTo>
                              <a:pt x="1773" y="23415"/>
                              <a:pt x="2257" y="24382"/>
                              <a:pt x="2740" y="25188"/>
                            </a:cubicBezTo>
                            <a:cubicBezTo>
                              <a:pt x="3385" y="25994"/>
                              <a:pt x="4030" y="26800"/>
                              <a:pt x="4675" y="27606"/>
                            </a:cubicBezTo>
                            <a:cubicBezTo>
                              <a:pt x="5481" y="28412"/>
                              <a:pt x="6287" y="29057"/>
                              <a:pt x="7093" y="29540"/>
                            </a:cubicBezTo>
                            <a:cubicBezTo>
                              <a:pt x="7899" y="30185"/>
                              <a:pt x="8866" y="30669"/>
                              <a:pt x="9833" y="30991"/>
                            </a:cubicBezTo>
                            <a:cubicBezTo>
                              <a:pt x="10801" y="31314"/>
                              <a:pt x="11768" y="31636"/>
                              <a:pt x="12896" y="31959"/>
                            </a:cubicBezTo>
                            <a:cubicBezTo>
                              <a:pt x="13863" y="32120"/>
                              <a:pt x="14992" y="32281"/>
                              <a:pt x="16120" y="32281"/>
                            </a:cubicBezTo>
                            <a:cubicBezTo>
                              <a:pt x="17088" y="32281"/>
                              <a:pt x="18216" y="32120"/>
                              <a:pt x="19344" y="31959"/>
                            </a:cubicBezTo>
                            <a:cubicBezTo>
                              <a:pt x="20312" y="31797"/>
                              <a:pt x="21440" y="31475"/>
                              <a:pt x="22407" y="30991"/>
                            </a:cubicBezTo>
                            <a:cubicBezTo>
                              <a:pt x="23374" y="30508"/>
                              <a:pt x="24342" y="30024"/>
                              <a:pt x="25148" y="29540"/>
                            </a:cubicBezTo>
                            <a:cubicBezTo>
                              <a:pt x="25954" y="28896"/>
                              <a:pt x="26921" y="28251"/>
                              <a:pt x="27566" y="27606"/>
                            </a:cubicBezTo>
                            <a:cubicBezTo>
                              <a:pt x="28372" y="26800"/>
                              <a:pt x="29017" y="25994"/>
                              <a:pt x="29500" y="25188"/>
                            </a:cubicBezTo>
                            <a:cubicBezTo>
                              <a:pt x="30145" y="24221"/>
                              <a:pt x="30629" y="23415"/>
                              <a:pt x="30951" y="22448"/>
                            </a:cubicBezTo>
                            <a:cubicBezTo>
                              <a:pt x="31273" y="21480"/>
                              <a:pt x="31596" y="20513"/>
                              <a:pt x="31918" y="19385"/>
                            </a:cubicBezTo>
                            <a:cubicBezTo>
                              <a:pt x="32079" y="18256"/>
                              <a:pt x="32241" y="17289"/>
                              <a:pt x="32241" y="16161"/>
                            </a:cubicBezTo>
                            <a:cubicBezTo>
                              <a:pt x="32079" y="11969"/>
                              <a:pt x="30467" y="7778"/>
                              <a:pt x="27405" y="4715"/>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827" name="Google Shape;827;g3baff84d3b0_0_663"/>
                      <p:cNvSpPr/>
                      <p:nvPr/>
                    </p:nvSpPr>
                    <p:spPr>
                      <a:xfrm>
                        <a:off x="1901742" y="8616431"/>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643" y="0"/>
                              <a:pt x="173777" y="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828" name="Google Shape;828;g3baff84d3b0_0_663"/>
                      <p:cNvSpPr/>
                      <p:nvPr/>
                    </p:nvSpPr>
                    <p:spPr>
                      <a:xfrm>
                        <a:off x="1901842" y="8656388"/>
                        <a:ext cx="20069" cy="19978"/>
                      </a:xfrm>
                      <a:custGeom>
                        <a:rect b="b" l="l" r="r" t="t"/>
                        <a:pathLst>
                          <a:path extrusionOk="0" h="32093" w="32240">
                            <a:moveTo>
                              <a:pt x="31757" y="12910"/>
                            </a:moveTo>
                            <a:cubicBezTo>
                              <a:pt x="31596" y="11943"/>
                              <a:pt x="31273" y="10815"/>
                              <a:pt x="30790" y="9848"/>
                            </a:cubicBezTo>
                            <a:cubicBezTo>
                              <a:pt x="30467" y="8880"/>
                              <a:pt x="29823" y="7913"/>
                              <a:pt x="29339" y="7107"/>
                            </a:cubicBezTo>
                            <a:cubicBezTo>
                              <a:pt x="28694" y="6301"/>
                              <a:pt x="28049" y="5334"/>
                              <a:pt x="27405" y="4689"/>
                            </a:cubicBezTo>
                            <a:cubicBezTo>
                              <a:pt x="23697" y="981"/>
                              <a:pt x="18055" y="-792"/>
                              <a:pt x="12896" y="337"/>
                            </a:cubicBezTo>
                            <a:cubicBezTo>
                              <a:pt x="11929" y="498"/>
                              <a:pt x="10801" y="820"/>
                              <a:pt x="9833" y="1304"/>
                            </a:cubicBezTo>
                            <a:cubicBezTo>
                              <a:pt x="8866" y="1626"/>
                              <a:pt x="7899" y="2271"/>
                              <a:pt x="7093" y="2755"/>
                            </a:cubicBezTo>
                            <a:cubicBezTo>
                              <a:pt x="6287" y="3399"/>
                              <a:pt x="5320" y="4044"/>
                              <a:pt x="4675" y="4689"/>
                            </a:cubicBezTo>
                            <a:cubicBezTo>
                              <a:pt x="3869" y="5495"/>
                              <a:pt x="3224" y="6301"/>
                              <a:pt x="2740" y="7107"/>
                            </a:cubicBezTo>
                            <a:cubicBezTo>
                              <a:pt x="2096" y="8074"/>
                              <a:pt x="1612" y="8880"/>
                              <a:pt x="1290" y="9848"/>
                            </a:cubicBezTo>
                            <a:cubicBezTo>
                              <a:pt x="967" y="10815"/>
                              <a:pt x="484" y="11782"/>
                              <a:pt x="322" y="12910"/>
                            </a:cubicBezTo>
                            <a:cubicBezTo>
                              <a:pt x="161" y="13878"/>
                              <a:pt x="0" y="15006"/>
                              <a:pt x="0" y="16135"/>
                            </a:cubicBezTo>
                            <a:cubicBezTo>
                              <a:pt x="0" y="17102"/>
                              <a:pt x="161" y="18230"/>
                              <a:pt x="322" y="19197"/>
                            </a:cubicBezTo>
                            <a:cubicBezTo>
                              <a:pt x="484" y="20165"/>
                              <a:pt x="806" y="21293"/>
                              <a:pt x="1290" y="22260"/>
                            </a:cubicBezTo>
                            <a:cubicBezTo>
                              <a:pt x="1612" y="23227"/>
                              <a:pt x="2096" y="24195"/>
                              <a:pt x="2740" y="25001"/>
                            </a:cubicBezTo>
                            <a:cubicBezTo>
                              <a:pt x="3385" y="25807"/>
                              <a:pt x="4030" y="26774"/>
                              <a:pt x="4675" y="27419"/>
                            </a:cubicBezTo>
                            <a:cubicBezTo>
                              <a:pt x="5481" y="28225"/>
                              <a:pt x="6287" y="28870"/>
                              <a:pt x="7093" y="29353"/>
                            </a:cubicBezTo>
                            <a:cubicBezTo>
                              <a:pt x="7899" y="29998"/>
                              <a:pt x="8866" y="30482"/>
                              <a:pt x="9833" y="30804"/>
                            </a:cubicBezTo>
                            <a:cubicBezTo>
                              <a:pt x="10801" y="31126"/>
                              <a:pt x="11768" y="31449"/>
                              <a:pt x="12896" y="31771"/>
                            </a:cubicBezTo>
                            <a:cubicBezTo>
                              <a:pt x="13863" y="31932"/>
                              <a:pt x="14992" y="32094"/>
                              <a:pt x="16120" y="32094"/>
                            </a:cubicBezTo>
                            <a:cubicBezTo>
                              <a:pt x="20312" y="32094"/>
                              <a:pt x="24503" y="30320"/>
                              <a:pt x="27566" y="27419"/>
                            </a:cubicBezTo>
                            <a:cubicBezTo>
                              <a:pt x="28372" y="26613"/>
                              <a:pt x="29017" y="25807"/>
                              <a:pt x="29500" y="25001"/>
                            </a:cubicBezTo>
                            <a:cubicBezTo>
                              <a:pt x="30145" y="24195"/>
                              <a:pt x="30629" y="23227"/>
                              <a:pt x="30951" y="22260"/>
                            </a:cubicBezTo>
                            <a:cubicBezTo>
                              <a:pt x="31273" y="21293"/>
                              <a:pt x="31596" y="20326"/>
                              <a:pt x="31918" y="19197"/>
                            </a:cubicBezTo>
                            <a:cubicBezTo>
                              <a:pt x="32079" y="18230"/>
                              <a:pt x="32241" y="17102"/>
                              <a:pt x="32241" y="16135"/>
                            </a:cubicBezTo>
                            <a:cubicBezTo>
                              <a:pt x="32079" y="15006"/>
                              <a:pt x="31918" y="13878"/>
                              <a:pt x="31757" y="1291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829" name="Google Shape;829;g3baff84d3b0_0_663"/>
                      <p:cNvSpPr/>
                      <p:nvPr/>
                    </p:nvSpPr>
                    <p:spPr>
                      <a:xfrm>
                        <a:off x="1939103" y="8656396"/>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804" y="0"/>
                              <a:pt x="173777" y="0"/>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sp>
                    <p:nvSpPr>
                      <p:cNvPr id="830" name="Google Shape;830;g3baff84d3b0_0_663"/>
                      <p:cNvSpPr/>
                      <p:nvPr/>
                    </p:nvSpPr>
                    <p:spPr>
                      <a:xfrm>
                        <a:off x="1669359" y="8699367"/>
                        <a:ext cx="227491" cy="311182"/>
                      </a:xfrm>
                      <a:custGeom>
                        <a:rect b="b" l="l" r="r" t="t"/>
                        <a:pathLst>
                          <a:path extrusionOk="0" h="499890" w="365447">
                            <a:moveTo>
                              <a:pt x="365448" y="397527"/>
                            </a:moveTo>
                            <a:cubicBezTo>
                              <a:pt x="365448" y="366576"/>
                              <a:pt x="340300" y="341428"/>
                              <a:pt x="309349" y="341428"/>
                            </a:cubicBezTo>
                            <a:lnTo>
                              <a:pt x="248898" y="341428"/>
                            </a:lnTo>
                            <a:lnTo>
                              <a:pt x="240193" y="317087"/>
                            </a:lnTo>
                            <a:cubicBezTo>
                              <a:pt x="280816" y="295163"/>
                              <a:pt x="306286" y="253089"/>
                              <a:pt x="306286" y="206018"/>
                            </a:cubicBezTo>
                            <a:lnTo>
                              <a:pt x="306286" y="205856"/>
                            </a:lnTo>
                            <a:cubicBezTo>
                              <a:pt x="313863" y="185867"/>
                              <a:pt x="345136" y="95432"/>
                              <a:pt x="313379" y="54325"/>
                            </a:cubicBezTo>
                            <a:cubicBezTo>
                              <a:pt x="313379" y="54325"/>
                              <a:pt x="313379" y="54325"/>
                              <a:pt x="313379" y="54164"/>
                            </a:cubicBezTo>
                            <a:cubicBezTo>
                              <a:pt x="299032" y="35787"/>
                              <a:pt x="273401" y="30790"/>
                              <a:pt x="260504" y="30629"/>
                            </a:cubicBezTo>
                            <a:cubicBezTo>
                              <a:pt x="241805" y="30467"/>
                              <a:pt x="222138" y="24019"/>
                              <a:pt x="203761" y="12251"/>
                            </a:cubicBezTo>
                            <a:cubicBezTo>
                              <a:pt x="191187" y="4191"/>
                              <a:pt x="177485" y="0"/>
                              <a:pt x="163299" y="0"/>
                            </a:cubicBezTo>
                            <a:cubicBezTo>
                              <a:pt x="80924" y="0"/>
                              <a:pt x="37883" y="64965"/>
                              <a:pt x="37883" y="129124"/>
                            </a:cubicBezTo>
                            <a:cubicBezTo>
                              <a:pt x="37883" y="177968"/>
                              <a:pt x="48200" y="200376"/>
                              <a:pt x="53358" y="208436"/>
                            </a:cubicBezTo>
                            <a:cubicBezTo>
                              <a:pt x="54164" y="254540"/>
                              <a:pt x="79473" y="295647"/>
                              <a:pt x="119452" y="317248"/>
                            </a:cubicBezTo>
                            <a:lnTo>
                              <a:pt x="110747" y="341589"/>
                            </a:lnTo>
                            <a:lnTo>
                              <a:pt x="56099" y="341589"/>
                            </a:lnTo>
                            <a:cubicBezTo>
                              <a:pt x="25148" y="341589"/>
                              <a:pt x="0" y="366737"/>
                              <a:pt x="0" y="397688"/>
                            </a:cubicBezTo>
                            <a:lnTo>
                              <a:pt x="0" y="499891"/>
                            </a:lnTo>
                            <a:lnTo>
                              <a:pt x="32241" y="499891"/>
                            </a:lnTo>
                            <a:lnTo>
                              <a:pt x="32241" y="499891"/>
                            </a:lnTo>
                            <a:lnTo>
                              <a:pt x="32241" y="450402"/>
                            </a:lnTo>
                            <a:lnTo>
                              <a:pt x="32241" y="397366"/>
                            </a:lnTo>
                            <a:cubicBezTo>
                              <a:pt x="32241" y="384147"/>
                              <a:pt x="42880" y="373508"/>
                              <a:pt x="56099" y="373508"/>
                            </a:cubicBezTo>
                            <a:lnTo>
                              <a:pt x="114454" y="373508"/>
                            </a:lnTo>
                            <a:cubicBezTo>
                              <a:pt x="114938" y="374152"/>
                              <a:pt x="115583" y="374636"/>
                              <a:pt x="116227" y="375281"/>
                            </a:cubicBezTo>
                            <a:cubicBezTo>
                              <a:pt x="116711" y="375765"/>
                              <a:pt x="117033" y="376248"/>
                              <a:pt x="117517" y="376571"/>
                            </a:cubicBezTo>
                            <a:cubicBezTo>
                              <a:pt x="118323" y="377377"/>
                              <a:pt x="119129" y="378183"/>
                              <a:pt x="119935" y="378989"/>
                            </a:cubicBezTo>
                            <a:cubicBezTo>
                              <a:pt x="120258" y="379311"/>
                              <a:pt x="120580" y="379633"/>
                              <a:pt x="120902" y="379956"/>
                            </a:cubicBezTo>
                            <a:cubicBezTo>
                              <a:pt x="122031" y="381084"/>
                              <a:pt x="123320" y="382051"/>
                              <a:pt x="124610" y="383019"/>
                            </a:cubicBezTo>
                            <a:cubicBezTo>
                              <a:pt x="124932" y="383180"/>
                              <a:pt x="125094" y="383341"/>
                              <a:pt x="125416" y="383663"/>
                            </a:cubicBezTo>
                            <a:cubicBezTo>
                              <a:pt x="126383" y="384469"/>
                              <a:pt x="127350" y="385275"/>
                              <a:pt x="128479" y="385920"/>
                            </a:cubicBezTo>
                            <a:cubicBezTo>
                              <a:pt x="128962" y="386243"/>
                              <a:pt x="129446" y="386565"/>
                              <a:pt x="129930" y="386888"/>
                            </a:cubicBezTo>
                            <a:cubicBezTo>
                              <a:pt x="130736" y="387532"/>
                              <a:pt x="131542" y="388016"/>
                              <a:pt x="132509" y="388661"/>
                            </a:cubicBezTo>
                            <a:cubicBezTo>
                              <a:pt x="132993" y="388983"/>
                              <a:pt x="133637" y="389306"/>
                              <a:pt x="134121" y="389628"/>
                            </a:cubicBezTo>
                            <a:cubicBezTo>
                              <a:pt x="134927" y="390112"/>
                              <a:pt x="135733" y="390595"/>
                              <a:pt x="136539" y="391079"/>
                            </a:cubicBezTo>
                            <a:cubicBezTo>
                              <a:pt x="137184" y="391401"/>
                              <a:pt x="137667" y="391724"/>
                              <a:pt x="138312" y="392046"/>
                            </a:cubicBezTo>
                            <a:cubicBezTo>
                              <a:pt x="139118" y="392530"/>
                              <a:pt x="139924" y="392852"/>
                              <a:pt x="140730" y="393336"/>
                            </a:cubicBezTo>
                            <a:cubicBezTo>
                              <a:pt x="141375" y="393658"/>
                              <a:pt x="142020" y="393980"/>
                              <a:pt x="142665" y="394303"/>
                            </a:cubicBezTo>
                            <a:cubicBezTo>
                              <a:pt x="143471" y="394625"/>
                              <a:pt x="144277" y="395109"/>
                              <a:pt x="145083" y="395431"/>
                            </a:cubicBezTo>
                            <a:cubicBezTo>
                              <a:pt x="145728" y="395754"/>
                              <a:pt x="146372" y="395915"/>
                              <a:pt x="147017" y="396237"/>
                            </a:cubicBezTo>
                            <a:cubicBezTo>
                              <a:pt x="147823" y="396560"/>
                              <a:pt x="148629" y="396882"/>
                              <a:pt x="149435" y="397205"/>
                            </a:cubicBezTo>
                            <a:cubicBezTo>
                              <a:pt x="150080" y="397527"/>
                              <a:pt x="150725" y="397688"/>
                              <a:pt x="151370" y="397849"/>
                            </a:cubicBezTo>
                            <a:cubicBezTo>
                              <a:pt x="152176" y="398172"/>
                              <a:pt x="152982" y="398333"/>
                              <a:pt x="153949" y="398655"/>
                            </a:cubicBezTo>
                            <a:cubicBezTo>
                              <a:pt x="154594" y="398817"/>
                              <a:pt x="155239" y="399139"/>
                              <a:pt x="156045" y="399300"/>
                            </a:cubicBezTo>
                            <a:cubicBezTo>
                              <a:pt x="156851" y="399623"/>
                              <a:pt x="157818" y="399784"/>
                              <a:pt x="158624" y="399945"/>
                            </a:cubicBezTo>
                            <a:cubicBezTo>
                              <a:pt x="159269" y="400106"/>
                              <a:pt x="159914" y="400267"/>
                              <a:pt x="160720" y="400429"/>
                            </a:cubicBezTo>
                            <a:cubicBezTo>
                              <a:pt x="161687" y="400590"/>
                              <a:pt x="162493" y="400751"/>
                              <a:pt x="163460" y="400912"/>
                            </a:cubicBezTo>
                            <a:cubicBezTo>
                              <a:pt x="164105" y="401073"/>
                              <a:pt x="164750" y="401235"/>
                              <a:pt x="165394" y="401235"/>
                            </a:cubicBezTo>
                            <a:cubicBezTo>
                              <a:pt x="166362" y="401396"/>
                              <a:pt x="167329" y="401557"/>
                              <a:pt x="168296" y="401718"/>
                            </a:cubicBezTo>
                            <a:cubicBezTo>
                              <a:pt x="168941" y="401879"/>
                              <a:pt x="169586" y="401879"/>
                              <a:pt x="170231" y="402041"/>
                            </a:cubicBezTo>
                            <a:cubicBezTo>
                              <a:pt x="171359" y="402202"/>
                              <a:pt x="172326" y="402202"/>
                              <a:pt x="173455" y="402363"/>
                            </a:cubicBezTo>
                            <a:cubicBezTo>
                              <a:pt x="173938" y="402363"/>
                              <a:pt x="174583" y="402524"/>
                              <a:pt x="175067" y="402524"/>
                            </a:cubicBezTo>
                            <a:cubicBezTo>
                              <a:pt x="176679" y="402685"/>
                              <a:pt x="178291" y="402685"/>
                              <a:pt x="179903" y="402685"/>
                            </a:cubicBezTo>
                            <a:cubicBezTo>
                              <a:pt x="179903" y="402685"/>
                              <a:pt x="179903" y="402685"/>
                              <a:pt x="179903" y="402685"/>
                            </a:cubicBezTo>
                            <a:cubicBezTo>
                              <a:pt x="181515" y="402685"/>
                              <a:pt x="183127" y="402685"/>
                              <a:pt x="184739" y="402524"/>
                            </a:cubicBezTo>
                            <a:cubicBezTo>
                              <a:pt x="185222" y="402524"/>
                              <a:pt x="185867" y="402363"/>
                              <a:pt x="186351" y="402363"/>
                            </a:cubicBezTo>
                            <a:cubicBezTo>
                              <a:pt x="187479" y="402363"/>
                              <a:pt x="188446" y="402202"/>
                              <a:pt x="189575" y="402041"/>
                            </a:cubicBezTo>
                            <a:cubicBezTo>
                              <a:pt x="190220" y="402041"/>
                              <a:pt x="190865" y="401879"/>
                              <a:pt x="191509" y="401718"/>
                            </a:cubicBezTo>
                            <a:cubicBezTo>
                              <a:pt x="192477" y="401557"/>
                              <a:pt x="193444" y="401396"/>
                              <a:pt x="194411" y="401235"/>
                            </a:cubicBezTo>
                            <a:cubicBezTo>
                              <a:pt x="195056" y="401073"/>
                              <a:pt x="195701" y="400912"/>
                              <a:pt x="196345" y="400912"/>
                            </a:cubicBezTo>
                            <a:cubicBezTo>
                              <a:pt x="197313" y="400751"/>
                              <a:pt x="198119" y="400590"/>
                              <a:pt x="199086" y="400429"/>
                            </a:cubicBezTo>
                            <a:cubicBezTo>
                              <a:pt x="199731" y="400267"/>
                              <a:pt x="200375" y="400106"/>
                              <a:pt x="201182" y="399945"/>
                            </a:cubicBezTo>
                            <a:cubicBezTo>
                              <a:pt x="201988" y="399784"/>
                              <a:pt x="202955" y="399461"/>
                              <a:pt x="203761" y="399300"/>
                            </a:cubicBezTo>
                            <a:cubicBezTo>
                              <a:pt x="204406" y="399139"/>
                              <a:pt x="205050" y="398978"/>
                              <a:pt x="205856" y="398655"/>
                            </a:cubicBezTo>
                            <a:cubicBezTo>
                              <a:pt x="206662" y="398333"/>
                              <a:pt x="207630" y="398172"/>
                              <a:pt x="208436" y="397849"/>
                            </a:cubicBezTo>
                            <a:cubicBezTo>
                              <a:pt x="209080" y="397688"/>
                              <a:pt x="209725" y="397366"/>
                              <a:pt x="210370" y="397205"/>
                            </a:cubicBezTo>
                            <a:cubicBezTo>
                              <a:pt x="211176" y="396882"/>
                              <a:pt x="211982" y="396560"/>
                              <a:pt x="212788" y="396237"/>
                            </a:cubicBezTo>
                            <a:cubicBezTo>
                              <a:pt x="213433" y="395915"/>
                              <a:pt x="214078" y="395754"/>
                              <a:pt x="214723" y="395431"/>
                            </a:cubicBezTo>
                            <a:cubicBezTo>
                              <a:pt x="215529" y="395109"/>
                              <a:pt x="216335" y="394625"/>
                              <a:pt x="217141" y="394303"/>
                            </a:cubicBezTo>
                            <a:cubicBezTo>
                              <a:pt x="217785" y="393980"/>
                              <a:pt x="218430" y="393658"/>
                              <a:pt x="219075" y="393336"/>
                            </a:cubicBezTo>
                            <a:cubicBezTo>
                              <a:pt x="219881" y="393013"/>
                              <a:pt x="220687" y="392530"/>
                              <a:pt x="221493" y="392046"/>
                            </a:cubicBezTo>
                            <a:cubicBezTo>
                              <a:pt x="222138" y="391724"/>
                              <a:pt x="222622" y="391401"/>
                              <a:pt x="223266" y="391079"/>
                            </a:cubicBezTo>
                            <a:cubicBezTo>
                              <a:pt x="224072" y="390595"/>
                              <a:pt x="224878" y="390112"/>
                              <a:pt x="225684" y="389628"/>
                            </a:cubicBezTo>
                            <a:cubicBezTo>
                              <a:pt x="226168" y="389306"/>
                              <a:pt x="226813" y="388983"/>
                              <a:pt x="227296" y="388661"/>
                            </a:cubicBezTo>
                            <a:cubicBezTo>
                              <a:pt x="228102" y="388177"/>
                              <a:pt x="228908" y="387532"/>
                              <a:pt x="229714" y="387049"/>
                            </a:cubicBezTo>
                            <a:cubicBezTo>
                              <a:pt x="230198" y="386726"/>
                              <a:pt x="230682" y="386404"/>
                              <a:pt x="231165" y="386082"/>
                            </a:cubicBezTo>
                            <a:cubicBezTo>
                              <a:pt x="232132" y="385275"/>
                              <a:pt x="233100" y="384631"/>
                              <a:pt x="234228" y="383825"/>
                            </a:cubicBezTo>
                            <a:cubicBezTo>
                              <a:pt x="234551" y="383663"/>
                              <a:pt x="234712" y="383341"/>
                              <a:pt x="235034" y="383180"/>
                            </a:cubicBezTo>
                            <a:cubicBezTo>
                              <a:pt x="236324" y="382213"/>
                              <a:pt x="237452" y="381084"/>
                              <a:pt x="238742" y="380117"/>
                            </a:cubicBezTo>
                            <a:cubicBezTo>
                              <a:pt x="239064" y="379795"/>
                              <a:pt x="239387" y="379472"/>
                              <a:pt x="239709" y="379150"/>
                            </a:cubicBezTo>
                            <a:cubicBezTo>
                              <a:pt x="240515" y="378344"/>
                              <a:pt x="241321" y="377538"/>
                              <a:pt x="242127" y="376732"/>
                            </a:cubicBezTo>
                            <a:cubicBezTo>
                              <a:pt x="242611" y="376248"/>
                              <a:pt x="242933" y="375765"/>
                              <a:pt x="243417" y="375442"/>
                            </a:cubicBezTo>
                            <a:cubicBezTo>
                              <a:pt x="244062" y="374797"/>
                              <a:pt x="244545" y="374314"/>
                              <a:pt x="245190" y="373669"/>
                            </a:cubicBezTo>
                            <a:lnTo>
                              <a:pt x="309349" y="373669"/>
                            </a:lnTo>
                            <a:cubicBezTo>
                              <a:pt x="322567" y="373669"/>
                              <a:pt x="333207" y="384308"/>
                              <a:pt x="333207" y="397527"/>
                            </a:cubicBezTo>
                            <a:lnTo>
                              <a:pt x="333207" y="450563"/>
                            </a:lnTo>
                            <a:lnTo>
                              <a:pt x="333207" y="499891"/>
                            </a:lnTo>
                            <a:lnTo>
                              <a:pt x="333207" y="499891"/>
                            </a:lnTo>
                            <a:lnTo>
                              <a:pt x="365448" y="499891"/>
                            </a:lnTo>
                            <a:lnTo>
                              <a:pt x="365448" y="397527"/>
                            </a:lnTo>
                            <a:close/>
                            <a:moveTo>
                              <a:pt x="83020" y="155561"/>
                            </a:moveTo>
                            <a:cubicBezTo>
                              <a:pt x="82375" y="156045"/>
                              <a:pt x="81730" y="156367"/>
                              <a:pt x="81085" y="156851"/>
                            </a:cubicBezTo>
                            <a:cubicBezTo>
                              <a:pt x="80440" y="157334"/>
                              <a:pt x="79957" y="157657"/>
                              <a:pt x="79312" y="158140"/>
                            </a:cubicBezTo>
                            <a:cubicBezTo>
                              <a:pt x="79151" y="158301"/>
                              <a:pt x="78990" y="158301"/>
                              <a:pt x="78828" y="158463"/>
                            </a:cubicBezTo>
                            <a:cubicBezTo>
                              <a:pt x="76571" y="160075"/>
                              <a:pt x="74476" y="161848"/>
                              <a:pt x="72541" y="163621"/>
                            </a:cubicBezTo>
                            <a:cubicBezTo>
                              <a:pt x="71091" y="154755"/>
                              <a:pt x="70123" y="143310"/>
                              <a:pt x="70123" y="128963"/>
                            </a:cubicBezTo>
                            <a:cubicBezTo>
                              <a:pt x="70123" y="82214"/>
                              <a:pt x="99301" y="32079"/>
                              <a:pt x="163299" y="32079"/>
                            </a:cubicBezTo>
                            <a:cubicBezTo>
                              <a:pt x="171520" y="32079"/>
                              <a:pt x="178774" y="34336"/>
                              <a:pt x="186351" y="39172"/>
                            </a:cubicBezTo>
                            <a:cubicBezTo>
                              <a:pt x="209725" y="54325"/>
                              <a:pt x="235357" y="62547"/>
                              <a:pt x="260182" y="62708"/>
                            </a:cubicBezTo>
                            <a:cubicBezTo>
                              <a:pt x="268081" y="62869"/>
                              <a:pt x="281944" y="66416"/>
                              <a:pt x="288070" y="73992"/>
                            </a:cubicBezTo>
                            <a:cubicBezTo>
                              <a:pt x="300644" y="90435"/>
                              <a:pt x="295324" y="130091"/>
                              <a:pt x="285974" y="164105"/>
                            </a:cubicBezTo>
                            <a:cubicBezTo>
                              <a:pt x="285813" y="163944"/>
                              <a:pt x="285813" y="163782"/>
                              <a:pt x="285652" y="163621"/>
                            </a:cubicBezTo>
                            <a:cubicBezTo>
                              <a:pt x="285330" y="163138"/>
                              <a:pt x="285007" y="162493"/>
                              <a:pt x="284685" y="162009"/>
                            </a:cubicBezTo>
                            <a:cubicBezTo>
                              <a:pt x="284524" y="161526"/>
                              <a:pt x="284201" y="161203"/>
                              <a:pt x="284040" y="160720"/>
                            </a:cubicBezTo>
                            <a:cubicBezTo>
                              <a:pt x="283718" y="160075"/>
                              <a:pt x="283234" y="159430"/>
                              <a:pt x="282911" y="158785"/>
                            </a:cubicBezTo>
                            <a:cubicBezTo>
                              <a:pt x="282750" y="158463"/>
                              <a:pt x="282589" y="158140"/>
                              <a:pt x="282428" y="157818"/>
                            </a:cubicBezTo>
                            <a:cubicBezTo>
                              <a:pt x="281944" y="156851"/>
                              <a:pt x="281299" y="156045"/>
                              <a:pt x="280816" y="155077"/>
                            </a:cubicBezTo>
                            <a:cubicBezTo>
                              <a:pt x="280655" y="154755"/>
                              <a:pt x="280332" y="154271"/>
                              <a:pt x="280171" y="153949"/>
                            </a:cubicBezTo>
                            <a:cubicBezTo>
                              <a:pt x="279849" y="153465"/>
                              <a:pt x="279526" y="152821"/>
                              <a:pt x="279204" y="152337"/>
                            </a:cubicBezTo>
                            <a:cubicBezTo>
                              <a:pt x="278881" y="151853"/>
                              <a:pt x="278720" y="151531"/>
                              <a:pt x="278398" y="151047"/>
                            </a:cubicBezTo>
                            <a:cubicBezTo>
                              <a:pt x="278075" y="150564"/>
                              <a:pt x="277753" y="150080"/>
                              <a:pt x="277592" y="149597"/>
                            </a:cubicBezTo>
                            <a:cubicBezTo>
                              <a:pt x="277269" y="149113"/>
                              <a:pt x="277108" y="148790"/>
                              <a:pt x="276786" y="148307"/>
                            </a:cubicBezTo>
                            <a:cubicBezTo>
                              <a:pt x="276463" y="147823"/>
                              <a:pt x="276302" y="147340"/>
                              <a:pt x="275980" y="146856"/>
                            </a:cubicBezTo>
                            <a:cubicBezTo>
                              <a:pt x="275819" y="146372"/>
                              <a:pt x="275496" y="146050"/>
                              <a:pt x="275335" y="145566"/>
                            </a:cubicBezTo>
                            <a:cubicBezTo>
                              <a:pt x="275013" y="145083"/>
                              <a:pt x="274851" y="144599"/>
                              <a:pt x="274529" y="144116"/>
                            </a:cubicBezTo>
                            <a:cubicBezTo>
                              <a:pt x="274368" y="143793"/>
                              <a:pt x="274045" y="143310"/>
                              <a:pt x="273884" y="142987"/>
                            </a:cubicBezTo>
                            <a:cubicBezTo>
                              <a:pt x="273562" y="142504"/>
                              <a:pt x="273239" y="142020"/>
                              <a:pt x="273078" y="141375"/>
                            </a:cubicBezTo>
                            <a:cubicBezTo>
                              <a:pt x="272917" y="141053"/>
                              <a:pt x="272756" y="140730"/>
                              <a:pt x="272433" y="140247"/>
                            </a:cubicBezTo>
                            <a:cubicBezTo>
                              <a:pt x="272111" y="139602"/>
                              <a:pt x="271788" y="138957"/>
                              <a:pt x="271305" y="138312"/>
                            </a:cubicBezTo>
                            <a:cubicBezTo>
                              <a:pt x="271144" y="138151"/>
                              <a:pt x="271144" y="137990"/>
                              <a:pt x="270982" y="137829"/>
                            </a:cubicBezTo>
                            <a:cubicBezTo>
                              <a:pt x="270499" y="137023"/>
                              <a:pt x="270176" y="136217"/>
                              <a:pt x="269693" y="135411"/>
                            </a:cubicBezTo>
                            <a:cubicBezTo>
                              <a:pt x="269532" y="135088"/>
                              <a:pt x="269370" y="134927"/>
                              <a:pt x="269209" y="134605"/>
                            </a:cubicBezTo>
                            <a:cubicBezTo>
                              <a:pt x="268887" y="134121"/>
                              <a:pt x="268726" y="133637"/>
                              <a:pt x="268403" y="133154"/>
                            </a:cubicBezTo>
                            <a:cubicBezTo>
                              <a:pt x="268242" y="132831"/>
                              <a:pt x="268081" y="132670"/>
                              <a:pt x="267920" y="132348"/>
                            </a:cubicBezTo>
                            <a:cubicBezTo>
                              <a:pt x="267758" y="131864"/>
                              <a:pt x="267436" y="131381"/>
                              <a:pt x="267275" y="131058"/>
                            </a:cubicBezTo>
                            <a:cubicBezTo>
                              <a:pt x="267114" y="130736"/>
                              <a:pt x="266952" y="130575"/>
                              <a:pt x="266791" y="130252"/>
                            </a:cubicBezTo>
                            <a:cubicBezTo>
                              <a:pt x="266630" y="129769"/>
                              <a:pt x="266469" y="129446"/>
                              <a:pt x="266146" y="128963"/>
                            </a:cubicBezTo>
                            <a:cubicBezTo>
                              <a:pt x="265985" y="128640"/>
                              <a:pt x="265824" y="128479"/>
                              <a:pt x="265824" y="128156"/>
                            </a:cubicBezTo>
                            <a:cubicBezTo>
                              <a:pt x="265663" y="127834"/>
                              <a:pt x="265502" y="127350"/>
                              <a:pt x="265340" y="127028"/>
                            </a:cubicBezTo>
                            <a:cubicBezTo>
                              <a:pt x="265179" y="126867"/>
                              <a:pt x="265179" y="126544"/>
                              <a:pt x="265018" y="126383"/>
                            </a:cubicBezTo>
                            <a:cubicBezTo>
                              <a:pt x="264857" y="126061"/>
                              <a:pt x="264696" y="125577"/>
                              <a:pt x="264534" y="125255"/>
                            </a:cubicBezTo>
                            <a:cubicBezTo>
                              <a:pt x="264534" y="125094"/>
                              <a:pt x="264373" y="124932"/>
                              <a:pt x="264373" y="124771"/>
                            </a:cubicBezTo>
                            <a:cubicBezTo>
                              <a:pt x="264212" y="124288"/>
                              <a:pt x="263890" y="123804"/>
                              <a:pt x="263728" y="123320"/>
                            </a:cubicBezTo>
                            <a:cubicBezTo>
                              <a:pt x="261633" y="118001"/>
                              <a:pt x="256958" y="114132"/>
                              <a:pt x="251477" y="113165"/>
                            </a:cubicBezTo>
                            <a:cubicBezTo>
                              <a:pt x="250832" y="113003"/>
                              <a:pt x="250187" y="113003"/>
                              <a:pt x="249704" y="113003"/>
                            </a:cubicBezTo>
                            <a:cubicBezTo>
                              <a:pt x="249542" y="113003"/>
                              <a:pt x="249381" y="113003"/>
                              <a:pt x="249220" y="113003"/>
                            </a:cubicBezTo>
                            <a:cubicBezTo>
                              <a:pt x="249059" y="113003"/>
                              <a:pt x="248898" y="113003"/>
                              <a:pt x="248736" y="113003"/>
                            </a:cubicBezTo>
                            <a:cubicBezTo>
                              <a:pt x="248414" y="113003"/>
                              <a:pt x="248092" y="113003"/>
                              <a:pt x="247769" y="113003"/>
                            </a:cubicBezTo>
                            <a:cubicBezTo>
                              <a:pt x="247608" y="113003"/>
                              <a:pt x="247286" y="113003"/>
                              <a:pt x="247124" y="113003"/>
                            </a:cubicBezTo>
                            <a:cubicBezTo>
                              <a:pt x="246480" y="113003"/>
                              <a:pt x="245835" y="113165"/>
                              <a:pt x="245351" y="113326"/>
                            </a:cubicBezTo>
                            <a:cubicBezTo>
                              <a:pt x="245190" y="113326"/>
                              <a:pt x="245190" y="113326"/>
                              <a:pt x="245190" y="113326"/>
                            </a:cubicBezTo>
                            <a:cubicBezTo>
                              <a:pt x="244706" y="113487"/>
                              <a:pt x="244062" y="113648"/>
                              <a:pt x="243578" y="113809"/>
                            </a:cubicBezTo>
                            <a:cubicBezTo>
                              <a:pt x="243417" y="113809"/>
                              <a:pt x="243094" y="113971"/>
                              <a:pt x="242933" y="114132"/>
                            </a:cubicBezTo>
                            <a:cubicBezTo>
                              <a:pt x="242611" y="114293"/>
                              <a:pt x="242127" y="114454"/>
                              <a:pt x="241805" y="114615"/>
                            </a:cubicBezTo>
                            <a:cubicBezTo>
                              <a:pt x="241643" y="114777"/>
                              <a:pt x="241321" y="114777"/>
                              <a:pt x="241160" y="114938"/>
                            </a:cubicBezTo>
                            <a:cubicBezTo>
                              <a:pt x="240837" y="115099"/>
                              <a:pt x="240515" y="115260"/>
                              <a:pt x="240193" y="115583"/>
                            </a:cubicBezTo>
                            <a:cubicBezTo>
                              <a:pt x="240031" y="115744"/>
                              <a:pt x="239709" y="115905"/>
                              <a:pt x="239548" y="116066"/>
                            </a:cubicBezTo>
                            <a:cubicBezTo>
                              <a:pt x="239225" y="116389"/>
                              <a:pt x="238903" y="116550"/>
                              <a:pt x="238581" y="116872"/>
                            </a:cubicBezTo>
                            <a:cubicBezTo>
                              <a:pt x="238419" y="117033"/>
                              <a:pt x="238258" y="117195"/>
                              <a:pt x="238097" y="117356"/>
                            </a:cubicBezTo>
                            <a:cubicBezTo>
                              <a:pt x="237613" y="117839"/>
                              <a:pt x="237130" y="118323"/>
                              <a:pt x="236807" y="118807"/>
                            </a:cubicBezTo>
                            <a:cubicBezTo>
                              <a:pt x="226652" y="130575"/>
                              <a:pt x="173455" y="142987"/>
                              <a:pt x="133476" y="142987"/>
                            </a:cubicBezTo>
                            <a:cubicBezTo>
                              <a:pt x="111714" y="142987"/>
                              <a:pt x="95593" y="148468"/>
                              <a:pt x="83826" y="155883"/>
                            </a:cubicBezTo>
                            <a:cubicBezTo>
                              <a:pt x="83342" y="155400"/>
                              <a:pt x="83181" y="155561"/>
                              <a:pt x="83020" y="155561"/>
                            </a:cubicBezTo>
                            <a:close/>
                            <a:moveTo>
                              <a:pt x="214239" y="293551"/>
                            </a:moveTo>
                            <a:cubicBezTo>
                              <a:pt x="206179" y="296775"/>
                              <a:pt x="201988" y="305802"/>
                              <a:pt x="204889" y="314024"/>
                            </a:cubicBezTo>
                            <a:lnTo>
                              <a:pt x="219236" y="354163"/>
                            </a:lnTo>
                            <a:cubicBezTo>
                              <a:pt x="218591" y="354808"/>
                              <a:pt x="217947" y="355453"/>
                              <a:pt x="217141" y="356098"/>
                            </a:cubicBezTo>
                            <a:cubicBezTo>
                              <a:pt x="216979" y="356259"/>
                              <a:pt x="216818" y="356420"/>
                              <a:pt x="216657" y="356581"/>
                            </a:cubicBezTo>
                            <a:cubicBezTo>
                              <a:pt x="216012" y="357065"/>
                              <a:pt x="215529" y="357549"/>
                              <a:pt x="214884" y="358032"/>
                            </a:cubicBezTo>
                            <a:cubicBezTo>
                              <a:pt x="214561" y="358193"/>
                              <a:pt x="214400" y="358516"/>
                              <a:pt x="214078" y="358677"/>
                            </a:cubicBezTo>
                            <a:cubicBezTo>
                              <a:pt x="213594" y="358999"/>
                              <a:pt x="213111" y="359483"/>
                              <a:pt x="212627" y="359805"/>
                            </a:cubicBezTo>
                            <a:cubicBezTo>
                              <a:pt x="212305" y="359967"/>
                              <a:pt x="211982" y="360289"/>
                              <a:pt x="211660" y="360450"/>
                            </a:cubicBezTo>
                            <a:cubicBezTo>
                              <a:pt x="211176" y="360773"/>
                              <a:pt x="210692" y="361095"/>
                              <a:pt x="210209" y="361417"/>
                            </a:cubicBezTo>
                            <a:cubicBezTo>
                              <a:pt x="209886" y="361579"/>
                              <a:pt x="209564" y="361901"/>
                              <a:pt x="209242" y="362062"/>
                            </a:cubicBezTo>
                            <a:cubicBezTo>
                              <a:pt x="208758" y="362385"/>
                              <a:pt x="208274" y="362707"/>
                              <a:pt x="207630" y="363029"/>
                            </a:cubicBezTo>
                            <a:cubicBezTo>
                              <a:pt x="207307" y="363191"/>
                              <a:pt x="206985" y="363352"/>
                              <a:pt x="206662" y="363674"/>
                            </a:cubicBezTo>
                            <a:cubicBezTo>
                              <a:pt x="206179" y="363997"/>
                              <a:pt x="205534" y="364319"/>
                              <a:pt x="204889" y="364642"/>
                            </a:cubicBezTo>
                            <a:cubicBezTo>
                              <a:pt x="204567" y="364803"/>
                              <a:pt x="204244" y="364964"/>
                              <a:pt x="203922" y="365125"/>
                            </a:cubicBezTo>
                            <a:cubicBezTo>
                              <a:pt x="203277" y="365448"/>
                              <a:pt x="202471" y="365770"/>
                              <a:pt x="201665" y="366092"/>
                            </a:cubicBezTo>
                            <a:cubicBezTo>
                              <a:pt x="201504" y="366092"/>
                              <a:pt x="201343" y="366254"/>
                              <a:pt x="201182" y="366254"/>
                            </a:cubicBezTo>
                            <a:cubicBezTo>
                              <a:pt x="200214" y="366576"/>
                              <a:pt x="199408" y="367060"/>
                              <a:pt x="198441" y="367382"/>
                            </a:cubicBezTo>
                            <a:cubicBezTo>
                              <a:pt x="198119" y="367543"/>
                              <a:pt x="197957" y="367543"/>
                              <a:pt x="197635" y="367704"/>
                            </a:cubicBezTo>
                            <a:cubicBezTo>
                              <a:pt x="196990" y="367866"/>
                              <a:pt x="196345" y="368188"/>
                              <a:pt x="195701" y="368349"/>
                            </a:cubicBezTo>
                            <a:cubicBezTo>
                              <a:pt x="195378" y="368510"/>
                              <a:pt x="195056" y="368510"/>
                              <a:pt x="194572" y="368672"/>
                            </a:cubicBezTo>
                            <a:cubicBezTo>
                              <a:pt x="193927" y="368833"/>
                              <a:pt x="193444" y="368994"/>
                              <a:pt x="192799" y="369155"/>
                            </a:cubicBezTo>
                            <a:cubicBezTo>
                              <a:pt x="192477" y="369316"/>
                              <a:pt x="191993" y="369316"/>
                              <a:pt x="191671" y="369478"/>
                            </a:cubicBezTo>
                            <a:cubicBezTo>
                              <a:pt x="191026" y="369639"/>
                              <a:pt x="190542" y="369800"/>
                              <a:pt x="189897" y="369800"/>
                            </a:cubicBezTo>
                            <a:cubicBezTo>
                              <a:pt x="189575" y="369800"/>
                              <a:pt x="189091" y="369961"/>
                              <a:pt x="188769" y="369961"/>
                            </a:cubicBezTo>
                            <a:cubicBezTo>
                              <a:pt x="188124" y="370122"/>
                              <a:pt x="187479" y="370122"/>
                              <a:pt x="186996" y="370284"/>
                            </a:cubicBezTo>
                            <a:cubicBezTo>
                              <a:pt x="186673" y="370284"/>
                              <a:pt x="186190" y="370445"/>
                              <a:pt x="185867" y="370445"/>
                            </a:cubicBezTo>
                            <a:cubicBezTo>
                              <a:pt x="185222" y="370445"/>
                              <a:pt x="184578" y="370606"/>
                              <a:pt x="183933" y="370606"/>
                            </a:cubicBezTo>
                            <a:cubicBezTo>
                              <a:pt x="183610" y="370606"/>
                              <a:pt x="183288" y="370606"/>
                              <a:pt x="182966" y="370606"/>
                            </a:cubicBezTo>
                            <a:cubicBezTo>
                              <a:pt x="181998" y="370606"/>
                              <a:pt x="181031" y="370767"/>
                              <a:pt x="179903" y="370767"/>
                            </a:cubicBezTo>
                            <a:cubicBezTo>
                              <a:pt x="179903" y="370767"/>
                              <a:pt x="179903" y="370767"/>
                              <a:pt x="179903" y="370767"/>
                            </a:cubicBezTo>
                            <a:cubicBezTo>
                              <a:pt x="178935" y="370767"/>
                              <a:pt x="177807" y="370767"/>
                              <a:pt x="176840" y="370606"/>
                            </a:cubicBezTo>
                            <a:cubicBezTo>
                              <a:pt x="176517" y="370606"/>
                              <a:pt x="176195" y="370606"/>
                              <a:pt x="175873" y="370606"/>
                            </a:cubicBezTo>
                            <a:cubicBezTo>
                              <a:pt x="175228" y="370606"/>
                              <a:pt x="174583" y="370445"/>
                              <a:pt x="173777" y="370445"/>
                            </a:cubicBezTo>
                            <a:cubicBezTo>
                              <a:pt x="173455" y="370445"/>
                              <a:pt x="172971" y="370284"/>
                              <a:pt x="172649" y="370284"/>
                            </a:cubicBezTo>
                            <a:cubicBezTo>
                              <a:pt x="172004" y="370284"/>
                              <a:pt x="171359" y="370122"/>
                              <a:pt x="170875" y="369961"/>
                            </a:cubicBezTo>
                            <a:cubicBezTo>
                              <a:pt x="170553" y="369961"/>
                              <a:pt x="170069" y="369800"/>
                              <a:pt x="169747" y="369800"/>
                            </a:cubicBezTo>
                            <a:cubicBezTo>
                              <a:pt x="169102" y="369639"/>
                              <a:pt x="168618" y="369639"/>
                              <a:pt x="167974" y="369478"/>
                            </a:cubicBezTo>
                            <a:cubicBezTo>
                              <a:pt x="167651" y="369316"/>
                              <a:pt x="167168" y="369316"/>
                              <a:pt x="166845" y="369155"/>
                            </a:cubicBezTo>
                            <a:cubicBezTo>
                              <a:pt x="166200" y="368994"/>
                              <a:pt x="165556" y="368833"/>
                              <a:pt x="165072" y="368672"/>
                            </a:cubicBezTo>
                            <a:cubicBezTo>
                              <a:pt x="164750" y="368510"/>
                              <a:pt x="164427" y="368510"/>
                              <a:pt x="164105" y="368349"/>
                            </a:cubicBezTo>
                            <a:cubicBezTo>
                              <a:pt x="163460" y="368188"/>
                              <a:pt x="162815" y="367866"/>
                              <a:pt x="162009" y="367704"/>
                            </a:cubicBezTo>
                            <a:cubicBezTo>
                              <a:pt x="161687" y="367543"/>
                              <a:pt x="161526" y="367543"/>
                              <a:pt x="161203" y="367382"/>
                            </a:cubicBezTo>
                            <a:cubicBezTo>
                              <a:pt x="160236" y="367060"/>
                              <a:pt x="159430" y="366737"/>
                              <a:pt x="158463" y="366254"/>
                            </a:cubicBezTo>
                            <a:cubicBezTo>
                              <a:pt x="158301" y="366254"/>
                              <a:pt x="158140" y="366092"/>
                              <a:pt x="157979" y="366092"/>
                            </a:cubicBezTo>
                            <a:cubicBezTo>
                              <a:pt x="157173" y="365770"/>
                              <a:pt x="156528" y="365448"/>
                              <a:pt x="155722" y="365125"/>
                            </a:cubicBezTo>
                            <a:cubicBezTo>
                              <a:pt x="155400" y="364964"/>
                              <a:pt x="155077" y="364803"/>
                              <a:pt x="154755" y="364642"/>
                            </a:cubicBezTo>
                            <a:cubicBezTo>
                              <a:pt x="154110" y="364319"/>
                              <a:pt x="153627" y="363997"/>
                              <a:pt x="152982" y="363674"/>
                            </a:cubicBezTo>
                            <a:cubicBezTo>
                              <a:pt x="152659" y="363513"/>
                              <a:pt x="152337" y="363352"/>
                              <a:pt x="152015" y="363029"/>
                            </a:cubicBezTo>
                            <a:cubicBezTo>
                              <a:pt x="151531" y="362707"/>
                              <a:pt x="151047" y="362385"/>
                              <a:pt x="150403" y="362062"/>
                            </a:cubicBezTo>
                            <a:cubicBezTo>
                              <a:pt x="150080" y="361901"/>
                              <a:pt x="149758" y="361579"/>
                              <a:pt x="149435" y="361417"/>
                            </a:cubicBezTo>
                            <a:cubicBezTo>
                              <a:pt x="148952" y="361095"/>
                              <a:pt x="148468" y="360773"/>
                              <a:pt x="147984" y="360450"/>
                            </a:cubicBezTo>
                            <a:cubicBezTo>
                              <a:pt x="147662" y="360289"/>
                              <a:pt x="147340" y="359967"/>
                              <a:pt x="147017" y="359805"/>
                            </a:cubicBezTo>
                            <a:cubicBezTo>
                              <a:pt x="146534" y="359483"/>
                              <a:pt x="146050" y="358999"/>
                              <a:pt x="145566" y="358677"/>
                            </a:cubicBezTo>
                            <a:cubicBezTo>
                              <a:pt x="145244" y="358516"/>
                              <a:pt x="145083" y="358193"/>
                              <a:pt x="144760" y="358032"/>
                            </a:cubicBezTo>
                            <a:cubicBezTo>
                              <a:pt x="144116" y="357549"/>
                              <a:pt x="143632" y="357065"/>
                              <a:pt x="142987" y="356581"/>
                            </a:cubicBezTo>
                            <a:cubicBezTo>
                              <a:pt x="142826" y="356420"/>
                              <a:pt x="142665" y="356259"/>
                              <a:pt x="142504" y="356098"/>
                            </a:cubicBezTo>
                            <a:cubicBezTo>
                              <a:pt x="141859" y="355453"/>
                              <a:pt x="141053" y="354808"/>
                              <a:pt x="140408" y="354163"/>
                            </a:cubicBezTo>
                            <a:lnTo>
                              <a:pt x="154755" y="314024"/>
                            </a:lnTo>
                            <a:cubicBezTo>
                              <a:pt x="157657" y="305802"/>
                              <a:pt x="153627" y="296775"/>
                              <a:pt x="145405" y="293551"/>
                            </a:cubicBezTo>
                            <a:cubicBezTo>
                              <a:pt x="109135" y="279204"/>
                              <a:pt x="85599" y="244868"/>
                              <a:pt x="85599" y="205856"/>
                            </a:cubicBezTo>
                            <a:lnTo>
                              <a:pt x="85599" y="199408"/>
                            </a:lnTo>
                            <a:cubicBezTo>
                              <a:pt x="86727" y="196990"/>
                              <a:pt x="88178" y="194411"/>
                              <a:pt x="90274" y="191832"/>
                            </a:cubicBezTo>
                            <a:cubicBezTo>
                              <a:pt x="96238" y="184255"/>
                              <a:pt x="107684" y="175711"/>
                              <a:pt x="128962" y="174744"/>
                            </a:cubicBezTo>
                            <a:cubicBezTo>
                              <a:pt x="129124" y="174744"/>
                              <a:pt x="129446" y="174744"/>
                              <a:pt x="129607" y="174744"/>
                            </a:cubicBezTo>
                            <a:cubicBezTo>
                              <a:pt x="130736" y="174744"/>
                              <a:pt x="132025" y="174744"/>
                              <a:pt x="133154" y="174744"/>
                            </a:cubicBezTo>
                            <a:cubicBezTo>
                              <a:pt x="157657" y="174744"/>
                              <a:pt x="210854" y="168941"/>
                              <a:pt x="242450" y="152982"/>
                            </a:cubicBezTo>
                            <a:cubicBezTo>
                              <a:pt x="243094" y="154110"/>
                              <a:pt x="243578" y="155239"/>
                              <a:pt x="244223" y="156367"/>
                            </a:cubicBezTo>
                            <a:cubicBezTo>
                              <a:pt x="244384" y="156528"/>
                              <a:pt x="244384" y="156689"/>
                              <a:pt x="244545" y="157012"/>
                            </a:cubicBezTo>
                            <a:cubicBezTo>
                              <a:pt x="245190" y="158140"/>
                              <a:pt x="245674" y="159108"/>
                              <a:pt x="246318" y="160236"/>
                            </a:cubicBezTo>
                            <a:cubicBezTo>
                              <a:pt x="246480" y="160397"/>
                              <a:pt x="246641" y="160720"/>
                              <a:pt x="246641" y="160881"/>
                            </a:cubicBezTo>
                            <a:cubicBezTo>
                              <a:pt x="247286" y="162009"/>
                              <a:pt x="247930" y="163138"/>
                              <a:pt x="248575" y="164266"/>
                            </a:cubicBezTo>
                            <a:cubicBezTo>
                              <a:pt x="248575" y="164427"/>
                              <a:pt x="248736" y="164427"/>
                              <a:pt x="248736" y="164588"/>
                            </a:cubicBezTo>
                            <a:cubicBezTo>
                              <a:pt x="249381" y="165717"/>
                              <a:pt x="250026" y="166684"/>
                              <a:pt x="250510" y="167812"/>
                            </a:cubicBezTo>
                            <a:cubicBezTo>
                              <a:pt x="250671" y="167974"/>
                              <a:pt x="250671" y="168296"/>
                              <a:pt x="250832" y="168457"/>
                            </a:cubicBezTo>
                            <a:cubicBezTo>
                              <a:pt x="251477" y="169586"/>
                              <a:pt x="252122" y="170714"/>
                              <a:pt x="252767" y="171843"/>
                            </a:cubicBezTo>
                            <a:cubicBezTo>
                              <a:pt x="252928" y="172165"/>
                              <a:pt x="253089" y="172326"/>
                              <a:pt x="253250" y="172649"/>
                            </a:cubicBezTo>
                            <a:cubicBezTo>
                              <a:pt x="253895" y="173777"/>
                              <a:pt x="254540" y="174905"/>
                              <a:pt x="255185" y="175873"/>
                            </a:cubicBezTo>
                            <a:cubicBezTo>
                              <a:pt x="255346" y="176034"/>
                              <a:pt x="255346" y="176195"/>
                              <a:pt x="255507" y="176356"/>
                            </a:cubicBezTo>
                            <a:cubicBezTo>
                              <a:pt x="256152" y="177323"/>
                              <a:pt x="256635" y="178452"/>
                              <a:pt x="257280" y="179419"/>
                            </a:cubicBezTo>
                            <a:cubicBezTo>
                              <a:pt x="257441" y="179580"/>
                              <a:pt x="257441" y="179903"/>
                              <a:pt x="257603" y="180064"/>
                            </a:cubicBezTo>
                            <a:cubicBezTo>
                              <a:pt x="258247" y="181192"/>
                              <a:pt x="258892" y="182160"/>
                              <a:pt x="259537" y="183288"/>
                            </a:cubicBezTo>
                            <a:cubicBezTo>
                              <a:pt x="259698" y="183610"/>
                              <a:pt x="259859" y="183772"/>
                              <a:pt x="260021" y="184094"/>
                            </a:cubicBezTo>
                            <a:cubicBezTo>
                              <a:pt x="260665" y="185061"/>
                              <a:pt x="261310" y="186190"/>
                              <a:pt x="261794" y="187157"/>
                            </a:cubicBezTo>
                            <a:cubicBezTo>
                              <a:pt x="261955" y="187318"/>
                              <a:pt x="261955" y="187479"/>
                              <a:pt x="262116" y="187802"/>
                            </a:cubicBezTo>
                            <a:cubicBezTo>
                              <a:pt x="262600" y="188769"/>
                              <a:pt x="263245" y="189575"/>
                              <a:pt x="263728" y="190542"/>
                            </a:cubicBezTo>
                            <a:cubicBezTo>
                              <a:pt x="263890" y="190703"/>
                              <a:pt x="263890" y="190864"/>
                              <a:pt x="264051" y="191026"/>
                            </a:cubicBezTo>
                            <a:cubicBezTo>
                              <a:pt x="264696" y="191993"/>
                              <a:pt x="265179" y="192960"/>
                              <a:pt x="265663" y="193766"/>
                            </a:cubicBezTo>
                            <a:cubicBezTo>
                              <a:pt x="265824" y="194089"/>
                              <a:pt x="265985" y="194250"/>
                              <a:pt x="266146" y="194572"/>
                            </a:cubicBezTo>
                            <a:cubicBezTo>
                              <a:pt x="266630" y="195378"/>
                              <a:pt x="267114" y="196345"/>
                              <a:pt x="267597" y="197151"/>
                            </a:cubicBezTo>
                            <a:cubicBezTo>
                              <a:pt x="267758" y="197313"/>
                              <a:pt x="267920" y="197635"/>
                              <a:pt x="267920" y="197796"/>
                            </a:cubicBezTo>
                            <a:cubicBezTo>
                              <a:pt x="268403" y="198602"/>
                              <a:pt x="268887" y="199408"/>
                              <a:pt x="269370" y="200214"/>
                            </a:cubicBezTo>
                            <a:cubicBezTo>
                              <a:pt x="269370" y="200214"/>
                              <a:pt x="269532" y="200376"/>
                              <a:pt x="269532" y="200376"/>
                            </a:cubicBezTo>
                            <a:cubicBezTo>
                              <a:pt x="270015" y="201182"/>
                              <a:pt x="270499" y="201988"/>
                              <a:pt x="270982" y="202794"/>
                            </a:cubicBezTo>
                            <a:cubicBezTo>
                              <a:pt x="271144" y="202955"/>
                              <a:pt x="271144" y="203116"/>
                              <a:pt x="271305" y="203277"/>
                            </a:cubicBezTo>
                            <a:cubicBezTo>
                              <a:pt x="271788" y="203922"/>
                              <a:pt x="272111" y="204567"/>
                              <a:pt x="272433" y="205212"/>
                            </a:cubicBezTo>
                            <a:cubicBezTo>
                              <a:pt x="272594" y="205373"/>
                              <a:pt x="272594" y="205534"/>
                              <a:pt x="272756" y="205695"/>
                            </a:cubicBezTo>
                            <a:cubicBezTo>
                              <a:pt x="273078" y="206340"/>
                              <a:pt x="273562" y="206985"/>
                              <a:pt x="273884" y="207468"/>
                            </a:cubicBezTo>
                            <a:cubicBezTo>
                              <a:pt x="273562" y="245674"/>
                              <a:pt x="250187" y="279526"/>
                              <a:pt x="214239" y="293551"/>
                            </a:cubicBezTo>
                            <a:close/>
                          </a:path>
                        </a:pathLst>
                      </a:custGeom>
                      <a:solidFill>
                        <a:srgbClr val="1D93C9"/>
                      </a:solidFill>
                      <a:ln>
                        <a:noFill/>
                      </a:ln>
                    </p:spPr>
                    <p:txBody>
                      <a:bodyPr anchorCtr="0" anchor="ctr" bIns="22700" lIns="45450" spcFirstLastPara="1" rIns="45450" wrap="square" tIns="22700">
                        <a:noAutofit/>
                      </a:bodyPr>
                      <a:lstStyle/>
                      <a:p>
                        <a:pPr indent="0" lvl="0" marL="0" marR="0" rtl="0" algn="l">
                          <a:lnSpc>
                            <a:spcPct val="100000"/>
                          </a:lnSpc>
                          <a:spcBef>
                            <a:spcPts val="0"/>
                          </a:spcBef>
                          <a:spcAft>
                            <a:spcPts val="0"/>
                          </a:spcAft>
                          <a:buClr>
                            <a:srgbClr val="063C67"/>
                          </a:buClr>
                          <a:buSzPts val="1342"/>
                          <a:buFont typeface="Calibri"/>
                          <a:buNone/>
                        </a:pPr>
                        <a:r>
                          <a:t/>
                        </a:r>
                        <a:endParaRPr b="0" i="0" sz="1342" u="none" cap="none" strike="noStrike">
                          <a:solidFill>
                            <a:srgbClr val="063C67"/>
                          </a:solidFill>
                          <a:latin typeface="Calibri"/>
                          <a:ea typeface="Calibri"/>
                          <a:cs typeface="Calibri"/>
                          <a:sym typeface="Calibri"/>
                        </a:endParaRPr>
                      </a:p>
                    </p:txBody>
                  </p:sp>
                </p:grpSp>
                <p:cxnSp>
                  <p:nvCxnSpPr>
                    <p:cNvPr id="831" name="Google Shape;831;g3baff84d3b0_0_663"/>
                    <p:cNvCxnSpPr/>
                    <p:nvPr/>
                  </p:nvCxnSpPr>
                  <p:spPr>
                    <a:xfrm rot="10800000">
                      <a:off x="1443172" y="8632890"/>
                      <a:ext cx="0" cy="384600"/>
                    </a:xfrm>
                    <a:prstGeom prst="straightConnector1">
                      <a:avLst/>
                    </a:prstGeom>
                    <a:noFill/>
                    <a:ln cap="flat" cmpd="sng" w="9525">
                      <a:solidFill>
                        <a:srgbClr val="1D93C9"/>
                      </a:solidFill>
                      <a:prstDash val="solid"/>
                      <a:miter lim="800000"/>
                      <a:headEnd len="sm" w="sm" type="none"/>
                      <a:tailEnd len="sm" w="sm" type="none"/>
                    </a:ln>
                  </p:spPr>
                </p:cxnSp>
              </p:grpSp>
            </p:grpSp>
          </p:grpSp>
          <p:sp>
            <p:nvSpPr>
              <p:cNvPr id="832" name="Google Shape;832;g3baff84d3b0_0_663"/>
              <p:cNvSpPr txBox="1"/>
              <p:nvPr/>
            </p:nvSpPr>
            <p:spPr>
              <a:xfrm>
                <a:off x="13943334" y="5807938"/>
                <a:ext cx="1524600" cy="256200"/>
              </a:xfrm>
              <a:prstGeom prst="rect">
                <a:avLst/>
              </a:prstGeom>
              <a:noFill/>
              <a:ln>
                <a:noFill/>
              </a:ln>
            </p:spPr>
            <p:txBody>
              <a:bodyPr anchorCtr="0" anchor="t" bIns="22700" lIns="45450" spcFirstLastPara="1" rIns="45450" wrap="square" tIns="22700">
                <a:spAutoFit/>
              </a:bodyPr>
              <a:lstStyle/>
              <a:p>
                <a:pPr indent="0" lvl="0" marL="0" marR="0" rtl="0" algn="l">
                  <a:lnSpc>
                    <a:spcPct val="100000"/>
                  </a:lnSpc>
                  <a:spcBef>
                    <a:spcPts val="0"/>
                  </a:spcBef>
                  <a:spcAft>
                    <a:spcPts val="0"/>
                  </a:spcAft>
                  <a:buClr>
                    <a:srgbClr val="000000"/>
                  </a:buClr>
                  <a:buSzPts val="695"/>
                  <a:buFont typeface="Arial"/>
                  <a:buNone/>
                </a:pPr>
                <a:r>
                  <a:rPr b="1" i="0" lang="vi" sz="695" u="none" cap="none" strike="noStrike">
                    <a:solidFill>
                      <a:srgbClr val="042D4D"/>
                    </a:solidFill>
                    <a:latin typeface="Calibri"/>
                    <a:ea typeface="Calibri"/>
                    <a:cs typeface="Calibri"/>
                    <a:sym typeface="Calibri"/>
                  </a:rPr>
                  <a:t>FREQUENCY</a:t>
                </a:r>
                <a:endParaRPr b="0" i="0" sz="695" u="none" cap="none" strike="noStrike">
                  <a:solidFill>
                    <a:srgbClr val="000000"/>
                  </a:solidFill>
                  <a:latin typeface="Arial"/>
                  <a:ea typeface="Arial"/>
                  <a:cs typeface="Arial"/>
                  <a:sym typeface="Arial"/>
                </a:endParaRPr>
              </a:p>
            </p:txBody>
          </p:sp>
          <p:sp>
            <p:nvSpPr>
              <p:cNvPr id="833" name="Google Shape;833;g3baff84d3b0_0_663"/>
              <p:cNvSpPr txBox="1"/>
              <p:nvPr/>
            </p:nvSpPr>
            <p:spPr>
              <a:xfrm>
                <a:off x="15901190" y="5807938"/>
                <a:ext cx="1865100" cy="256200"/>
              </a:xfrm>
              <a:prstGeom prst="rect">
                <a:avLst/>
              </a:prstGeom>
              <a:noFill/>
              <a:ln>
                <a:noFill/>
              </a:ln>
            </p:spPr>
            <p:txBody>
              <a:bodyPr anchorCtr="0" anchor="t" bIns="22700" lIns="45450" spcFirstLastPara="1" rIns="45450" wrap="square" tIns="22700">
                <a:spAutoFit/>
              </a:bodyPr>
              <a:lstStyle/>
              <a:p>
                <a:pPr indent="0" lvl="0" marL="0" marR="0" rtl="0" algn="l">
                  <a:lnSpc>
                    <a:spcPct val="100000"/>
                  </a:lnSpc>
                  <a:spcBef>
                    <a:spcPts val="0"/>
                  </a:spcBef>
                  <a:spcAft>
                    <a:spcPts val="0"/>
                  </a:spcAft>
                  <a:buClr>
                    <a:srgbClr val="000000"/>
                  </a:buClr>
                  <a:buSzPts val="695"/>
                  <a:buFont typeface="Arial"/>
                  <a:buNone/>
                </a:pPr>
                <a:r>
                  <a:rPr b="1" i="0" lang="vi" sz="695" u="none" cap="none" strike="noStrike">
                    <a:solidFill>
                      <a:srgbClr val="042D4D"/>
                    </a:solidFill>
                    <a:latin typeface="Calibri"/>
                    <a:ea typeface="Calibri"/>
                    <a:cs typeface="Calibri"/>
                    <a:sym typeface="Calibri"/>
                  </a:rPr>
                  <a:t>PARTICIPANTS</a:t>
                </a:r>
                <a:endParaRPr b="0" i="0" sz="695" u="none" cap="none" strike="noStrike">
                  <a:solidFill>
                    <a:srgbClr val="000000"/>
                  </a:solidFill>
                  <a:latin typeface="Arial"/>
                  <a:ea typeface="Arial"/>
                  <a:cs typeface="Arial"/>
                  <a:sym typeface="Arial"/>
                </a:endParaRPr>
              </a:p>
            </p:txBody>
          </p:sp>
        </p:grpSp>
      </p:grpSp>
      <p:sp>
        <p:nvSpPr>
          <p:cNvPr id="834" name="Google Shape;834;g3baff84d3b0_0_663"/>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g3bb050f2e20_0_94"/>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内部コミュニケーション</a:t>
            </a:r>
            <a:endParaRPr sz="1100">
              <a:latin typeface="Chakra Petch"/>
              <a:ea typeface="Chakra Petch"/>
              <a:cs typeface="Chakra Petch"/>
              <a:sym typeface="Chakra Petch"/>
            </a:endParaRPr>
          </a:p>
        </p:txBody>
      </p:sp>
      <p:sp>
        <p:nvSpPr>
          <p:cNvPr id="841" name="Google Shape;841;g3bb050f2e20_0_94"/>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3 </a:t>
            </a:r>
            <a:r>
              <a:rPr lang="vi" sz="2000">
                <a:solidFill>
                  <a:schemeClr val="accent4"/>
                </a:solidFill>
                <a:latin typeface="Chakra Petch"/>
                <a:ea typeface="Chakra Petch"/>
                <a:cs typeface="Chakra Petch"/>
                <a:sym typeface="Chakra Petch"/>
              </a:rPr>
              <a:t>|</a:t>
            </a:r>
            <a:r>
              <a:rPr lang="vi" sz="2000">
                <a:latin typeface="Chakra Petch"/>
                <a:ea typeface="Chakra Petch"/>
                <a:cs typeface="Chakra Petch"/>
                <a:sym typeface="Chakra Petch"/>
              </a:rPr>
              <a:t> チームの進め方 | コミュニケーション</a:t>
            </a:r>
            <a:endParaRPr sz="2000">
              <a:latin typeface="Chakra Petch"/>
              <a:ea typeface="Chakra Petch"/>
              <a:cs typeface="Chakra Petch"/>
              <a:sym typeface="Chakra Petch"/>
            </a:endParaRPr>
          </a:p>
        </p:txBody>
      </p:sp>
      <p:grpSp>
        <p:nvGrpSpPr>
          <p:cNvPr id="842" name="Google Shape;842;g3bb050f2e20_0_94"/>
          <p:cNvGrpSpPr/>
          <p:nvPr/>
        </p:nvGrpSpPr>
        <p:grpSpPr>
          <a:xfrm>
            <a:off x="2369091" y="992281"/>
            <a:ext cx="2097999" cy="984297"/>
            <a:chOff x="4889792" y="1917701"/>
            <a:chExt cx="4087276" cy="1917586"/>
          </a:xfrm>
        </p:grpSpPr>
        <p:pic>
          <p:nvPicPr>
            <p:cNvPr descr="Settings gear icon from lines, triangles and particle style design. Illustration vector" id="843" name="Google Shape;843;g3bb050f2e20_0_94"/>
            <p:cNvPicPr preferRelativeResize="0"/>
            <p:nvPr/>
          </p:nvPicPr>
          <p:blipFill rotWithShape="1">
            <a:blip r:embed="rId3">
              <a:alphaModFix/>
            </a:blip>
            <a:srcRect b="0" l="0" r="0" t="0"/>
            <a:stretch/>
          </p:blipFill>
          <p:spPr>
            <a:xfrm flipH="1">
              <a:off x="4889792" y="1917701"/>
              <a:ext cx="4087276" cy="1917586"/>
            </a:xfrm>
            <a:prstGeom prst="rect">
              <a:avLst/>
            </a:prstGeom>
            <a:noFill/>
            <a:ln>
              <a:noFill/>
            </a:ln>
          </p:spPr>
        </p:pic>
        <p:sp>
          <p:nvSpPr>
            <p:cNvPr id="844" name="Google Shape;844;g3bb050f2e20_0_94"/>
            <p:cNvSpPr txBox="1"/>
            <p:nvPr/>
          </p:nvSpPr>
          <p:spPr>
            <a:xfrm>
              <a:off x="4889792" y="3397156"/>
              <a:ext cx="4087200" cy="435900"/>
            </a:xfrm>
            <a:prstGeom prst="rect">
              <a:avLst/>
            </a:prstGeom>
            <a:solidFill>
              <a:srgbClr val="021E33">
                <a:alpha val="60000"/>
              </a:srgbClr>
            </a:solidFill>
            <a:ln>
              <a:noFill/>
            </a:ln>
          </p:spPr>
          <p:txBody>
            <a:bodyPr anchorCtr="0" anchor="ctr" bIns="30775" lIns="30775" spcFirstLastPara="1" rIns="30775" wrap="square" tIns="30775">
              <a:spAutoFit/>
            </a:bodyPr>
            <a:lstStyle/>
            <a:p>
              <a:pPr indent="0" lvl="0" marL="0" marR="0" rtl="0" algn="ctr">
                <a:lnSpc>
                  <a:spcPct val="100000"/>
                </a:lnSpc>
                <a:spcBef>
                  <a:spcPts val="0"/>
                </a:spcBef>
                <a:spcAft>
                  <a:spcPts val="0"/>
                </a:spcAft>
                <a:buClr>
                  <a:srgbClr val="000000"/>
                </a:buClr>
                <a:buSzPts val="1050"/>
                <a:buFont typeface="Arial"/>
                <a:buNone/>
              </a:pPr>
              <a:r>
                <a:rPr b="1" i="0" lang="vi" sz="1050" u="none" cap="none" strike="noStrike">
                  <a:solidFill>
                    <a:srgbClr val="FFFFFF"/>
                  </a:solidFill>
                  <a:latin typeface="Lato"/>
                  <a:ea typeface="Lato"/>
                  <a:cs typeface="Lato"/>
                  <a:sym typeface="Lato"/>
                </a:rPr>
                <a:t>DAILY STANDUP</a:t>
              </a:r>
              <a:endParaRPr b="0" i="0" sz="1050" u="none" cap="none" strike="noStrike">
                <a:solidFill>
                  <a:srgbClr val="000000"/>
                </a:solidFill>
                <a:latin typeface="Lato"/>
                <a:ea typeface="Lato"/>
                <a:cs typeface="Lato"/>
                <a:sym typeface="Lato"/>
              </a:endParaRPr>
            </a:p>
          </p:txBody>
        </p:sp>
      </p:grpSp>
      <p:grpSp>
        <p:nvGrpSpPr>
          <p:cNvPr id="845" name="Google Shape;845;g3bb050f2e20_0_94"/>
          <p:cNvGrpSpPr/>
          <p:nvPr/>
        </p:nvGrpSpPr>
        <p:grpSpPr>
          <a:xfrm>
            <a:off x="2369651" y="1976560"/>
            <a:ext cx="2104363" cy="2349117"/>
            <a:chOff x="4901673" y="4211407"/>
            <a:chExt cx="4099675" cy="4576500"/>
          </a:xfrm>
        </p:grpSpPr>
        <p:sp>
          <p:nvSpPr>
            <p:cNvPr id="846" name="Google Shape;846;g3bb050f2e20_0_94"/>
            <p:cNvSpPr/>
            <p:nvPr/>
          </p:nvSpPr>
          <p:spPr>
            <a:xfrm>
              <a:off x="4901673" y="4211407"/>
              <a:ext cx="4093200" cy="4576500"/>
            </a:xfrm>
            <a:prstGeom prst="rect">
              <a:avLst/>
            </a:prstGeom>
            <a:solidFill>
              <a:srgbClr val="FFFFFF"/>
            </a:solidFill>
            <a:ln>
              <a:noFill/>
            </a:ln>
          </p:spPr>
          <p:txBody>
            <a:bodyPr anchorCtr="0" anchor="ctr" bIns="19500" lIns="39100" spcFirstLastPara="1" rIns="39100" wrap="square" tIns="19500">
              <a:noAutofit/>
            </a:bodyPr>
            <a:lstStyle/>
            <a:p>
              <a:pPr indent="0" lvl="0" marL="0" marR="0" rtl="0" algn="ctr">
                <a:lnSpc>
                  <a:spcPct val="100000"/>
                </a:lnSpc>
                <a:spcBef>
                  <a:spcPts val="0"/>
                </a:spcBef>
                <a:spcAft>
                  <a:spcPts val="0"/>
                </a:spcAft>
                <a:buClr>
                  <a:srgbClr val="000000"/>
                </a:buClr>
                <a:buSzPts val="1154"/>
                <a:buFont typeface="Arial"/>
                <a:buNone/>
              </a:pPr>
              <a:r>
                <a:t/>
              </a:r>
              <a:endParaRPr b="0" i="0" sz="1154" u="none" cap="none" strike="noStrike">
                <a:solidFill>
                  <a:srgbClr val="FFFFFF"/>
                </a:solidFill>
                <a:latin typeface="Calibri"/>
                <a:ea typeface="Calibri"/>
                <a:cs typeface="Calibri"/>
                <a:sym typeface="Calibri"/>
              </a:endParaRPr>
            </a:p>
          </p:txBody>
        </p:sp>
        <p:sp>
          <p:nvSpPr>
            <p:cNvPr id="847" name="Google Shape;847;g3bb050f2e20_0_94"/>
            <p:cNvSpPr txBox="1"/>
            <p:nvPr/>
          </p:nvSpPr>
          <p:spPr>
            <a:xfrm>
              <a:off x="5159840" y="4310276"/>
              <a:ext cx="3565200" cy="540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64"/>
                </a:spcBef>
                <a:spcAft>
                  <a:spcPts val="0"/>
                </a:spcAft>
                <a:buClr>
                  <a:srgbClr val="1D94C9"/>
                </a:buClr>
                <a:buSzPts val="1077"/>
                <a:buFont typeface="Arial"/>
                <a:buNone/>
              </a:pPr>
              <a:r>
                <a:rPr b="1" i="0" lang="vi" sz="850" u="none" cap="none" strike="noStrike">
                  <a:solidFill>
                    <a:srgbClr val="042D4D"/>
                  </a:solidFill>
                  <a:latin typeface="Calibri"/>
                  <a:ea typeface="Calibri"/>
                  <a:cs typeface="Calibri"/>
                  <a:sym typeface="Calibri"/>
                </a:rPr>
                <a:t>Inspect progress &amp; remove impediments</a:t>
              </a:r>
              <a:endParaRPr b="0" i="0" sz="850" u="none" cap="none" strike="noStrike">
                <a:solidFill>
                  <a:srgbClr val="000000"/>
                </a:solidFill>
                <a:latin typeface="Arial"/>
                <a:ea typeface="Arial"/>
                <a:cs typeface="Arial"/>
                <a:sym typeface="Arial"/>
              </a:endParaRPr>
            </a:p>
          </p:txBody>
        </p:sp>
        <p:cxnSp>
          <p:nvCxnSpPr>
            <p:cNvPr id="848" name="Google Shape;848;g3bb050f2e20_0_94"/>
            <p:cNvCxnSpPr/>
            <p:nvPr/>
          </p:nvCxnSpPr>
          <p:spPr>
            <a:xfrm>
              <a:off x="6263525" y="4924166"/>
              <a:ext cx="1357800" cy="0"/>
            </a:xfrm>
            <a:prstGeom prst="straightConnector1">
              <a:avLst/>
            </a:prstGeom>
            <a:noFill/>
            <a:ln cap="flat" cmpd="sng" w="12200">
              <a:solidFill>
                <a:srgbClr val="1D93C9"/>
              </a:solidFill>
              <a:prstDash val="solid"/>
              <a:miter lim="800000"/>
              <a:headEnd len="sm" w="sm" type="none"/>
              <a:tailEnd len="sm" w="sm" type="none"/>
            </a:ln>
          </p:spPr>
        </p:cxnSp>
        <p:sp>
          <p:nvSpPr>
            <p:cNvPr id="849" name="Google Shape;849;g3bb050f2e20_0_94"/>
            <p:cNvSpPr txBox="1"/>
            <p:nvPr/>
          </p:nvSpPr>
          <p:spPr>
            <a:xfrm>
              <a:off x="5142397" y="5143500"/>
              <a:ext cx="3600000" cy="907800"/>
            </a:xfrm>
            <a:prstGeom prst="rect">
              <a:avLst/>
            </a:prstGeom>
            <a:noFill/>
            <a:ln>
              <a:noFill/>
            </a:ln>
          </p:spPr>
          <p:txBody>
            <a:bodyPr anchorCtr="0" anchor="t" bIns="0" lIns="0" spcFirstLastPara="1" rIns="0" wrap="square" tIns="0">
              <a:spAutoFit/>
            </a:bodyPr>
            <a:lstStyle/>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Share progress since last stand up</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Highlight blockers &amp; needed support</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Confirm today’s focus and priorities</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Align on short-term adjustments if needed</a:t>
              </a:r>
              <a:endParaRPr b="0" i="0" sz="650" u="none" cap="none" strike="noStrike">
                <a:solidFill>
                  <a:srgbClr val="063C67"/>
                </a:solidFill>
                <a:latin typeface="Calibri"/>
                <a:ea typeface="Calibri"/>
                <a:cs typeface="Calibri"/>
                <a:sym typeface="Calibri"/>
              </a:endParaRPr>
            </a:p>
          </p:txBody>
        </p:sp>
        <p:grpSp>
          <p:nvGrpSpPr>
            <p:cNvPr id="850" name="Google Shape;850;g3bb050f2e20_0_94"/>
            <p:cNvGrpSpPr/>
            <p:nvPr/>
          </p:nvGrpSpPr>
          <p:grpSpPr>
            <a:xfrm>
              <a:off x="4970869" y="6461690"/>
              <a:ext cx="4030479" cy="1721150"/>
              <a:chOff x="617244" y="6374606"/>
              <a:chExt cx="4030479" cy="1721150"/>
            </a:xfrm>
          </p:grpSpPr>
          <p:grpSp>
            <p:nvGrpSpPr>
              <p:cNvPr id="851" name="Google Shape;851;g3bb050f2e20_0_94"/>
              <p:cNvGrpSpPr/>
              <p:nvPr/>
            </p:nvGrpSpPr>
            <p:grpSpPr>
              <a:xfrm>
                <a:off x="617244" y="6788656"/>
                <a:ext cx="4030479" cy="1307100"/>
                <a:chOff x="726771" y="7703459"/>
                <a:chExt cx="4030479" cy="1307100"/>
              </a:xfrm>
            </p:grpSpPr>
            <p:sp>
              <p:nvSpPr>
                <p:cNvPr id="852" name="Google Shape;852;g3bb050f2e20_0_94"/>
                <p:cNvSpPr/>
                <p:nvPr/>
              </p:nvSpPr>
              <p:spPr>
                <a:xfrm>
                  <a:off x="2887950" y="7703459"/>
                  <a:ext cx="1869300" cy="1307100"/>
                </a:xfrm>
                <a:prstGeom prst="rect">
                  <a:avLst/>
                </a:prstGeom>
                <a:noFill/>
                <a:ln>
                  <a:noFill/>
                </a:ln>
              </p:spPr>
              <p:txBody>
                <a:bodyPr anchorCtr="0" anchor="t" bIns="19500" lIns="39100" spcFirstLastPara="1" rIns="39100" wrap="square" tIns="19500">
                  <a:noAutofit/>
                </a:bodyPr>
                <a:lstStyle/>
                <a:p>
                  <a:pPr indent="0" lvl="0" marL="0" marR="0" rtl="0" algn="l">
                    <a:lnSpc>
                      <a:spcPct val="100000"/>
                    </a:lnSpc>
                    <a:spcBef>
                      <a:spcPts val="0"/>
                    </a:spcBef>
                    <a:spcAft>
                      <a:spcPts val="0"/>
                    </a:spcAft>
                    <a:buClr>
                      <a:srgbClr val="000000"/>
                    </a:buClr>
                    <a:buSzPts val="550"/>
                    <a:buFont typeface="Arial"/>
                    <a:buNone/>
                  </a:pPr>
                  <a:r>
                    <a:t/>
                  </a:r>
                  <a:endParaRPr b="0" i="0" sz="550" u="none" cap="none" strike="noStrike">
                    <a:solidFill>
                      <a:srgbClr val="042D4D"/>
                    </a:solidFill>
                    <a:highlight>
                      <a:srgbClr val="FFFF00"/>
                    </a:highlight>
                    <a:latin typeface="Calibri"/>
                    <a:ea typeface="Calibri"/>
                    <a:cs typeface="Calibri"/>
                    <a:sym typeface="Calibri"/>
                  </a:endParaRPr>
                </a:p>
                <a:p>
                  <a:pPr indent="-122163" lvl="0" marL="122163" marR="0" rtl="0" algn="l">
                    <a:lnSpc>
                      <a:spcPct val="100000"/>
                    </a:lnSpc>
                    <a:spcBef>
                      <a:spcPts val="0"/>
                    </a:spcBef>
                    <a:spcAft>
                      <a:spcPts val="0"/>
                    </a:spcAft>
                    <a:buClr>
                      <a:srgbClr val="A6E3FA"/>
                    </a:buClr>
                    <a:buSzPts val="550"/>
                    <a:buFont typeface="Arial"/>
                    <a:buChar char="•"/>
                  </a:pPr>
                  <a:r>
                    <a:rPr b="1" i="0" lang="vi" sz="550" u="none" cap="none" strike="noStrike">
                      <a:solidFill>
                        <a:srgbClr val="063C67"/>
                      </a:solidFill>
                      <a:latin typeface="Calibri"/>
                      <a:ea typeface="Calibri"/>
                      <a:cs typeface="Calibri"/>
                      <a:sym typeface="Calibri"/>
                    </a:rPr>
                    <a:t>VMO</a:t>
                  </a:r>
                  <a:endParaRPr b="0" i="0" sz="5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Business Analysis</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Development Team</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Project Manager</a:t>
                  </a:r>
                  <a:endParaRPr b="0" i="0" sz="550" u="none" cap="none" strike="noStrike">
                    <a:solidFill>
                      <a:srgbClr val="000000"/>
                    </a:solidFill>
                    <a:latin typeface="Arial"/>
                    <a:ea typeface="Arial"/>
                    <a:cs typeface="Arial"/>
                    <a:sym typeface="Arial"/>
                  </a:endParaRPr>
                </a:p>
              </p:txBody>
            </p:sp>
            <p:grpSp>
              <p:nvGrpSpPr>
                <p:cNvPr id="853" name="Google Shape;853;g3bb050f2e20_0_94"/>
                <p:cNvGrpSpPr/>
                <p:nvPr/>
              </p:nvGrpSpPr>
              <p:grpSpPr>
                <a:xfrm flipH="1" rot="-5400000">
                  <a:off x="2596213" y="7772296"/>
                  <a:ext cx="231636" cy="1060500"/>
                  <a:chOff x="9388633" y="5813876"/>
                  <a:chExt cx="176700" cy="1060500"/>
                </a:xfrm>
              </p:grpSpPr>
              <p:cxnSp>
                <p:nvCxnSpPr>
                  <p:cNvPr id="854" name="Google Shape;854;g3bb050f2e20_0_94"/>
                  <p:cNvCxnSpPr/>
                  <p:nvPr/>
                </p:nvCxnSpPr>
                <p:spPr>
                  <a:xfrm rot="10800000">
                    <a:off x="9508303" y="5813876"/>
                    <a:ext cx="0" cy="1060500"/>
                  </a:xfrm>
                  <a:prstGeom prst="straightConnector1">
                    <a:avLst/>
                  </a:prstGeom>
                  <a:noFill/>
                  <a:ln cap="sq" cmpd="sng" w="12200">
                    <a:solidFill>
                      <a:srgbClr val="1D93C9"/>
                    </a:solidFill>
                    <a:prstDash val="solid"/>
                    <a:bevel/>
                    <a:headEnd len="sm" w="sm" type="none"/>
                    <a:tailEnd len="sm" w="sm" type="none"/>
                  </a:ln>
                </p:spPr>
              </p:cxnSp>
              <p:sp>
                <p:nvSpPr>
                  <p:cNvPr id="855" name="Google Shape;855;g3bb050f2e20_0_94"/>
                  <p:cNvSpPr/>
                  <p:nvPr/>
                </p:nvSpPr>
                <p:spPr>
                  <a:xfrm rot="10800000">
                    <a:off x="9388633" y="6337421"/>
                    <a:ext cx="176700" cy="152400"/>
                  </a:xfrm>
                  <a:prstGeom prst="triangle">
                    <a:avLst>
                      <a:gd fmla="val 50000" name="adj"/>
                    </a:avLst>
                  </a:prstGeom>
                  <a:solidFill>
                    <a:srgbClr val="1D93C9"/>
                  </a:solidFill>
                  <a:ln>
                    <a:noFill/>
                  </a:ln>
                </p:spPr>
                <p:txBody>
                  <a:bodyPr anchorCtr="0" anchor="ctr" bIns="19500" lIns="39100" spcFirstLastPara="1" rIns="39100" wrap="square" tIns="19500">
                    <a:noAutofit/>
                  </a:bodyPr>
                  <a:lstStyle/>
                  <a:p>
                    <a:pPr indent="0" lvl="0" marL="0" marR="0" rtl="0" algn="ctr">
                      <a:lnSpc>
                        <a:spcPct val="100000"/>
                      </a:lnSpc>
                      <a:spcBef>
                        <a:spcPts val="0"/>
                      </a:spcBef>
                      <a:spcAft>
                        <a:spcPts val="0"/>
                      </a:spcAft>
                      <a:buClr>
                        <a:srgbClr val="000000"/>
                      </a:buClr>
                      <a:buSzPts val="1197"/>
                      <a:buFont typeface="Arial"/>
                      <a:buNone/>
                    </a:pPr>
                    <a:r>
                      <a:t/>
                    </a:r>
                    <a:endParaRPr b="0" i="0" sz="1197" u="none" cap="none" strike="noStrike">
                      <a:solidFill>
                        <a:srgbClr val="042D4D"/>
                      </a:solidFill>
                      <a:latin typeface="Calibri"/>
                      <a:ea typeface="Calibri"/>
                      <a:cs typeface="Calibri"/>
                      <a:sym typeface="Calibri"/>
                    </a:endParaRPr>
                  </a:p>
                </p:txBody>
              </p:sp>
            </p:grpSp>
            <p:grpSp>
              <p:nvGrpSpPr>
                <p:cNvPr id="856" name="Google Shape;856;g3bb050f2e20_0_94"/>
                <p:cNvGrpSpPr/>
                <p:nvPr/>
              </p:nvGrpSpPr>
              <p:grpSpPr>
                <a:xfrm>
                  <a:off x="726771" y="7861208"/>
                  <a:ext cx="1658100" cy="964102"/>
                  <a:chOff x="726771" y="8041785"/>
                  <a:chExt cx="1658100" cy="964102"/>
                </a:xfrm>
              </p:grpSpPr>
              <p:sp>
                <p:nvSpPr>
                  <p:cNvPr id="857" name="Google Shape;857;g3bb050f2e20_0_94"/>
                  <p:cNvSpPr/>
                  <p:nvPr/>
                </p:nvSpPr>
                <p:spPr>
                  <a:xfrm>
                    <a:off x="726771" y="8041785"/>
                    <a:ext cx="1658100" cy="412500"/>
                  </a:xfrm>
                  <a:prstGeom prst="roundRect">
                    <a:avLst>
                      <a:gd fmla="val 16667" name="adj"/>
                    </a:avLst>
                  </a:prstGeom>
                  <a:solidFill>
                    <a:srgbClr val="1D93C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13"/>
                      <a:buFont typeface="Arial"/>
                      <a:buNone/>
                    </a:pPr>
                    <a:r>
                      <a:rPr b="1" i="0" lang="vi" sz="513" u="none" cap="none" strike="noStrike">
                        <a:solidFill>
                          <a:srgbClr val="FFFFFF"/>
                        </a:solidFill>
                        <a:latin typeface="Calibri"/>
                        <a:ea typeface="Calibri"/>
                        <a:cs typeface="Calibri"/>
                        <a:sym typeface="Calibri"/>
                      </a:rPr>
                      <a:t>DAILY</a:t>
                    </a:r>
                    <a:endParaRPr b="0" i="0" sz="598" u="none" cap="none" strike="noStrike">
                      <a:solidFill>
                        <a:srgbClr val="000000"/>
                      </a:solidFill>
                      <a:latin typeface="Arial"/>
                      <a:ea typeface="Arial"/>
                      <a:cs typeface="Arial"/>
                      <a:sym typeface="Arial"/>
                    </a:endParaRPr>
                  </a:p>
                </p:txBody>
              </p:sp>
              <p:grpSp>
                <p:nvGrpSpPr>
                  <p:cNvPr id="858" name="Google Shape;858;g3bb050f2e20_0_94"/>
                  <p:cNvGrpSpPr/>
                  <p:nvPr/>
                </p:nvGrpSpPr>
                <p:grpSpPr>
                  <a:xfrm>
                    <a:off x="892715" y="8559653"/>
                    <a:ext cx="1326769" cy="446234"/>
                    <a:chOff x="766605" y="8571256"/>
                    <a:chExt cx="1326769" cy="446234"/>
                  </a:xfrm>
                </p:grpSpPr>
                <p:grpSp>
                  <p:nvGrpSpPr>
                    <p:cNvPr id="859" name="Google Shape;859;g3bb050f2e20_0_94"/>
                    <p:cNvGrpSpPr/>
                    <p:nvPr/>
                  </p:nvGrpSpPr>
                  <p:grpSpPr>
                    <a:xfrm>
                      <a:off x="766605" y="8588221"/>
                      <a:ext cx="450360" cy="429249"/>
                      <a:chOff x="766605" y="8588221"/>
                      <a:chExt cx="450360" cy="429249"/>
                    </a:xfrm>
                  </p:grpSpPr>
                  <p:sp>
                    <p:nvSpPr>
                      <p:cNvPr id="860" name="Google Shape;860;g3bb050f2e20_0_94"/>
                      <p:cNvSpPr/>
                      <p:nvPr/>
                    </p:nvSpPr>
                    <p:spPr>
                      <a:xfrm>
                        <a:off x="766605" y="8588221"/>
                        <a:ext cx="450360" cy="429249"/>
                      </a:xfrm>
                      <a:custGeom>
                        <a:rect b="b" l="l" r="r" t="t"/>
                        <a:pathLst>
                          <a:path extrusionOk="0" h="617625" w="648000">
                            <a:moveTo>
                              <a:pt x="635344" y="592313"/>
                            </a:moveTo>
                            <a:lnTo>
                              <a:pt x="579642" y="592313"/>
                            </a:lnTo>
                            <a:lnTo>
                              <a:pt x="579646" y="561912"/>
                            </a:lnTo>
                            <a:cubicBezTo>
                              <a:pt x="579652" y="502573"/>
                              <a:pt x="539660" y="450285"/>
                              <a:pt x="482389" y="434754"/>
                            </a:cubicBezTo>
                            <a:lnTo>
                              <a:pt x="392344" y="410336"/>
                            </a:lnTo>
                            <a:lnTo>
                              <a:pt x="392344" y="380320"/>
                            </a:lnTo>
                            <a:cubicBezTo>
                              <a:pt x="392344" y="378683"/>
                              <a:pt x="392022" y="377122"/>
                              <a:pt x="391457" y="375686"/>
                            </a:cubicBezTo>
                            <a:cubicBezTo>
                              <a:pt x="391649" y="375578"/>
                              <a:pt x="391845" y="375478"/>
                              <a:pt x="392037" y="375369"/>
                            </a:cubicBezTo>
                            <a:cubicBezTo>
                              <a:pt x="419536" y="359798"/>
                              <a:pt x="440153" y="335159"/>
                              <a:pt x="450998" y="306442"/>
                            </a:cubicBezTo>
                            <a:lnTo>
                              <a:pt x="474641" y="306442"/>
                            </a:lnTo>
                            <a:cubicBezTo>
                              <a:pt x="498169" y="306442"/>
                              <a:pt x="517312" y="287301"/>
                              <a:pt x="517312" y="263771"/>
                            </a:cubicBezTo>
                            <a:lnTo>
                              <a:pt x="517312" y="209512"/>
                            </a:lnTo>
                            <a:cubicBezTo>
                              <a:pt x="517312" y="197025"/>
                              <a:pt x="511920" y="185774"/>
                              <a:pt x="503343" y="177963"/>
                            </a:cubicBezTo>
                            <a:cubicBezTo>
                              <a:pt x="502508" y="79691"/>
                              <a:pt x="422377" y="0"/>
                              <a:pt x="323986" y="0"/>
                            </a:cubicBezTo>
                            <a:cubicBezTo>
                              <a:pt x="225765" y="0"/>
                              <a:pt x="145743" y="79418"/>
                              <a:pt x="144638" y="177456"/>
                            </a:cubicBezTo>
                            <a:cubicBezTo>
                              <a:pt x="135728" y="185282"/>
                              <a:pt x="130087" y="196746"/>
                              <a:pt x="130087" y="209510"/>
                            </a:cubicBezTo>
                            <a:lnTo>
                              <a:pt x="130087" y="263770"/>
                            </a:lnTo>
                            <a:cubicBezTo>
                              <a:pt x="130087" y="287299"/>
                              <a:pt x="149230" y="306442"/>
                              <a:pt x="172758" y="306442"/>
                            </a:cubicBezTo>
                            <a:lnTo>
                              <a:pt x="197165" y="306442"/>
                            </a:lnTo>
                            <a:cubicBezTo>
                              <a:pt x="208016" y="335163"/>
                              <a:pt x="228648" y="359810"/>
                              <a:pt x="256190" y="375407"/>
                            </a:cubicBezTo>
                            <a:lnTo>
                              <a:pt x="256245" y="375436"/>
                            </a:lnTo>
                            <a:cubicBezTo>
                              <a:pt x="256323" y="375481"/>
                              <a:pt x="256403" y="375521"/>
                              <a:pt x="256481" y="375565"/>
                            </a:cubicBezTo>
                            <a:cubicBezTo>
                              <a:pt x="255885" y="377035"/>
                              <a:pt x="255550" y="378637"/>
                              <a:pt x="255550" y="380320"/>
                            </a:cubicBezTo>
                            <a:lnTo>
                              <a:pt x="255550" y="410337"/>
                            </a:lnTo>
                            <a:lnTo>
                              <a:pt x="165582" y="434749"/>
                            </a:lnTo>
                            <a:cubicBezTo>
                              <a:pt x="108330" y="450283"/>
                              <a:pt x="68344" y="502565"/>
                              <a:pt x="68344" y="561888"/>
                            </a:cubicBezTo>
                            <a:lnTo>
                              <a:pt x="68344" y="592313"/>
                            </a:lnTo>
                            <a:lnTo>
                              <a:pt x="12656" y="592313"/>
                            </a:lnTo>
                            <a:cubicBezTo>
                              <a:pt x="5666" y="592313"/>
                              <a:pt x="0" y="597980"/>
                              <a:pt x="0" y="604969"/>
                            </a:cubicBezTo>
                            <a:cubicBezTo>
                              <a:pt x="0" y="611958"/>
                              <a:pt x="5666" y="617625"/>
                              <a:pt x="12656" y="617625"/>
                            </a:cubicBezTo>
                            <a:lnTo>
                              <a:pt x="635344" y="617625"/>
                            </a:lnTo>
                            <a:cubicBezTo>
                              <a:pt x="642334" y="617625"/>
                              <a:pt x="648000" y="611958"/>
                              <a:pt x="648000" y="604969"/>
                            </a:cubicBezTo>
                            <a:cubicBezTo>
                              <a:pt x="648000" y="597980"/>
                              <a:pt x="642334" y="592313"/>
                              <a:pt x="635344" y="592313"/>
                            </a:cubicBezTo>
                            <a:close/>
                            <a:moveTo>
                              <a:pt x="491998" y="209512"/>
                            </a:moveTo>
                            <a:lnTo>
                              <a:pt x="491998" y="263771"/>
                            </a:lnTo>
                            <a:cubicBezTo>
                              <a:pt x="491998" y="273343"/>
                              <a:pt x="484212" y="281129"/>
                              <a:pt x="474640" y="281129"/>
                            </a:cubicBezTo>
                            <a:lnTo>
                              <a:pt x="457799" y="281129"/>
                            </a:lnTo>
                            <a:cubicBezTo>
                              <a:pt x="458971" y="274039"/>
                              <a:pt x="459583" y="266809"/>
                              <a:pt x="459583" y="259495"/>
                            </a:cubicBezTo>
                            <a:lnTo>
                              <a:pt x="459583" y="192152"/>
                            </a:lnTo>
                            <a:lnTo>
                              <a:pt x="474640" y="192152"/>
                            </a:lnTo>
                            <a:cubicBezTo>
                              <a:pt x="484212" y="192152"/>
                              <a:pt x="491998" y="199940"/>
                              <a:pt x="491998" y="209512"/>
                            </a:cubicBezTo>
                            <a:close/>
                            <a:moveTo>
                              <a:pt x="172758" y="281129"/>
                            </a:moveTo>
                            <a:cubicBezTo>
                              <a:pt x="163186" y="281129"/>
                              <a:pt x="155400" y="273342"/>
                              <a:pt x="155400" y="263770"/>
                            </a:cubicBezTo>
                            <a:lnTo>
                              <a:pt x="155400" y="209510"/>
                            </a:lnTo>
                            <a:cubicBezTo>
                              <a:pt x="155400" y="199938"/>
                              <a:pt x="163187" y="192152"/>
                              <a:pt x="172758" y="192152"/>
                            </a:cubicBezTo>
                            <a:lnTo>
                              <a:pt x="188588" y="192152"/>
                            </a:lnTo>
                            <a:cubicBezTo>
                              <a:pt x="188588" y="192227"/>
                              <a:pt x="188578" y="192300"/>
                              <a:pt x="188578" y="192375"/>
                            </a:cubicBezTo>
                            <a:lnTo>
                              <a:pt x="188578" y="259495"/>
                            </a:lnTo>
                            <a:cubicBezTo>
                              <a:pt x="188578" y="266809"/>
                              <a:pt x="189189" y="274039"/>
                              <a:pt x="190361" y="281129"/>
                            </a:cubicBezTo>
                            <a:lnTo>
                              <a:pt x="172758" y="281129"/>
                            </a:lnTo>
                            <a:close/>
                            <a:moveTo>
                              <a:pt x="189086" y="166838"/>
                            </a:moveTo>
                            <a:lnTo>
                              <a:pt x="172758" y="166838"/>
                            </a:lnTo>
                            <a:cubicBezTo>
                              <a:pt x="171981" y="166838"/>
                              <a:pt x="171209" y="166863"/>
                              <a:pt x="170442" y="166903"/>
                            </a:cubicBezTo>
                            <a:cubicBezTo>
                              <a:pt x="176871" y="87753"/>
                              <a:pt x="243277" y="25313"/>
                              <a:pt x="323986" y="25313"/>
                            </a:cubicBezTo>
                            <a:cubicBezTo>
                              <a:pt x="404711" y="25313"/>
                              <a:pt x="471128" y="87777"/>
                              <a:pt x="477534" y="166949"/>
                            </a:cubicBezTo>
                            <a:cubicBezTo>
                              <a:pt x="476576" y="166884"/>
                              <a:pt x="475613" y="166840"/>
                              <a:pt x="474640" y="166840"/>
                            </a:cubicBezTo>
                            <a:lnTo>
                              <a:pt x="459207" y="166840"/>
                            </a:lnTo>
                            <a:cubicBezTo>
                              <a:pt x="459073" y="166290"/>
                              <a:pt x="458904" y="165754"/>
                              <a:pt x="458700" y="165235"/>
                            </a:cubicBezTo>
                            <a:cubicBezTo>
                              <a:pt x="452226" y="96541"/>
                              <a:pt x="394275" y="42609"/>
                              <a:pt x="323965" y="42609"/>
                            </a:cubicBezTo>
                            <a:cubicBezTo>
                              <a:pt x="253109" y="42609"/>
                              <a:pt x="194802" y="97381"/>
                              <a:pt x="189086" y="166838"/>
                            </a:cubicBezTo>
                            <a:close/>
                            <a:moveTo>
                              <a:pt x="213931" y="178054"/>
                            </a:moveTo>
                            <a:cubicBezTo>
                              <a:pt x="213931" y="117329"/>
                              <a:pt x="263292" y="67922"/>
                              <a:pt x="323965" y="67922"/>
                            </a:cubicBezTo>
                            <a:cubicBezTo>
                              <a:pt x="372027" y="67922"/>
                              <a:pt x="412984" y="98926"/>
                              <a:pt x="427936" y="141999"/>
                            </a:cubicBezTo>
                            <a:lnTo>
                              <a:pt x="397330" y="163096"/>
                            </a:lnTo>
                            <a:cubicBezTo>
                              <a:pt x="381556" y="173970"/>
                              <a:pt x="363090" y="179719"/>
                              <a:pt x="343929" y="179719"/>
                            </a:cubicBezTo>
                            <a:lnTo>
                              <a:pt x="213810" y="179719"/>
                            </a:lnTo>
                            <a:cubicBezTo>
                              <a:pt x="213882" y="179172"/>
                              <a:pt x="213931" y="178620"/>
                              <a:pt x="213931" y="178054"/>
                            </a:cubicBezTo>
                            <a:close/>
                            <a:moveTo>
                              <a:pt x="213891" y="259495"/>
                            </a:moveTo>
                            <a:lnTo>
                              <a:pt x="213891" y="205031"/>
                            </a:lnTo>
                            <a:lnTo>
                              <a:pt x="343929" y="205031"/>
                            </a:lnTo>
                            <a:cubicBezTo>
                              <a:pt x="368244" y="205031"/>
                              <a:pt x="391678" y="197736"/>
                              <a:pt x="411696" y="183937"/>
                            </a:cubicBezTo>
                            <a:lnTo>
                              <a:pt x="433609" y="168832"/>
                            </a:lnTo>
                            <a:cubicBezTo>
                              <a:pt x="433863" y="171873"/>
                              <a:pt x="433998" y="174947"/>
                              <a:pt x="433998" y="178053"/>
                            </a:cubicBezTo>
                            <a:cubicBezTo>
                              <a:pt x="433998" y="178948"/>
                              <a:pt x="434093" y="179819"/>
                              <a:pt x="434270" y="180662"/>
                            </a:cubicBezTo>
                            <a:lnTo>
                              <a:pt x="434270" y="259495"/>
                            </a:lnTo>
                            <a:cubicBezTo>
                              <a:pt x="434270" y="275937"/>
                              <a:pt x="430488" y="291866"/>
                              <a:pt x="423574" y="306226"/>
                            </a:cubicBezTo>
                            <a:lnTo>
                              <a:pt x="373825" y="306226"/>
                            </a:lnTo>
                            <a:cubicBezTo>
                              <a:pt x="372075" y="292759"/>
                              <a:pt x="360539" y="282323"/>
                              <a:pt x="346604" y="282323"/>
                            </a:cubicBezTo>
                            <a:lnTo>
                              <a:pt x="317286" y="282323"/>
                            </a:lnTo>
                            <a:cubicBezTo>
                              <a:pt x="302145" y="282323"/>
                              <a:pt x="289827" y="294640"/>
                              <a:pt x="289827" y="309781"/>
                            </a:cubicBezTo>
                            <a:lnTo>
                              <a:pt x="289827" y="322926"/>
                            </a:lnTo>
                            <a:cubicBezTo>
                              <a:pt x="289827" y="338066"/>
                              <a:pt x="302145" y="350384"/>
                              <a:pt x="317286" y="350384"/>
                            </a:cubicBezTo>
                            <a:lnTo>
                              <a:pt x="346604" y="350384"/>
                            </a:lnTo>
                            <a:cubicBezTo>
                              <a:pt x="358736" y="350384"/>
                              <a:pt x="369050" y="342471"/>
                              <a:pt x="372672" y="331537"/>
                            </a:cubicBezTo>
                            <a:lnTo>
                              <a:pt x="406639" y="331537"/>
                            </a:lnTo>
                            <a:cubicBezTo>
                              <a:pt x="398953" y="340108"/>
                              <a:pt x="389852" y="347517"/>
                              <a:pt x="379552" y="353349"/>
                            </a:cubicBezTo>
                            <a:cubicBezTo>
                              <a:pt x="345379" y="372747"/>
                              <a:pt x="302911" y="372773"/>
                              <a:pt x="268653" y="353373"/>
                            </a:cubicBezTo>
                            <a:lnTo>
                              <a:pt x="268599" y="353344"/>
                            </a:lnTo>
                            <a:cubicBezTo>
                              <a:pt x="234853" y="334235"/>
                              <a:pt x="213891" y="298274"/>
                              <a:pt x="213891" y="259495"/>
                            </a:cubicBezTo>
                            <a:close/>
                            <a:moveTo>
                              <a:pt x="348751" y="309781"/>
                            </a:moveTo>
                            <a:lnTo>
                              <a:pt x="348751" y="322926"/>
                            </a:lnTo>
                            <a:cubicBezTo>
                              <a:pt x="348751" y="324110"/>
                              <a:pt x="347787" y="325072"/>
                              <a:pt x="346604" y="325072"/>
                            </a:cubicBezTo>
                            <a:lnTo>
                              <a:pt x="317286" y="325072"/>
                            </a:lnTo>
                            <a:cubicBezTo>
                              <a:pt x="316103" y="325072"/>
                              <a:pt x="315139" y="324109"/>
                              <a:pt x="315139" y="322926"/>
                            </a:cubicBezTo>
                            <a:lnTo>
                              <a:pt x="315139" y="309781"/>
                            </a:lnTo>
                            <a:cubicBezTo>
                              <a:pt x="315139" y="308597"/>
                              <a:pt x="316103" y="307635"/>
                              <a:pt x="317286" y="307635"/>
                            </a:cubicBezTo>
                            <a:lnTo>
                              <a:pt x="346604" y="307635"/>
                            </a:lnTo>
                            <a:cubicBezTo>
                              <a:pt x="347787" y="307635"/>
                              <a:pt x="348751" y="308599"/>
                              <a:pt x="348751" y="309781"/>
                            </a:cubicBezTo>
                            <a:close/>
                            <a:moveTo>
                              <a:pt x="93656" y="592313"/>
                            </a:moveTo>
                            <a:lnTo>
                              <a:pt x="93656" y="561888"/>
                            </a:lnTo>
                            <a:cubicBezTo>
                              <a:pt x="93656" y="513964"/>
                              <a:pt x="125959" y="471728"/>
                              <a:pt x="172211" y="459179"/>
                            </a:cubicBezTo>
                            <a:lnTo>
                              <a:pt x="259667" y="435448"/>
                            </a:lnTo>
                            <a:lnTo>
                              <a:pt x="307313" y="592313"/>
                            </a:lnTo>
                            <a:lnTo>
                              <a:pt x="93656" y="592313"/>
                            </a:lnTo>
                            <a:close/>
                            <a:moveTo>
                              <a:pt x="280864" y="418137"/>
                            </a:moveTo>
                            <a:lnTo>
                              <a:pt x="280864" y="386313"/>
                            </a:lnTo>
                            <a:cubicBezTo>
                              <a:pt x="294863" y="390911"/>
                              <a:pt x="309472" y="393212"/>
                              <a:pt x="324082" y="393212"/>
                            </a:cubicBezTo>
                            <a:cubicBezTo>
                              <a:pt x="338599" y="393212"/>
                              <a:pt x="353114" y="390935"/>
                              <a:pt x="367031" y="386397"/>
                            </a:cubicBezTo>
                            <a:lnTo>
                              <a:pt x="367031" y="418142"/>
                            </a:lnTo>
                            <a:lnTo>
                              <a:pt x="323989" y="560120"/>
                            </a:lnTo>
                            <a:lnTo>
                              <a:pt x="280864" y="418137"/>
                            </a:lnTo>
                            <a:close/>
                            <a:moveTo>
                              <a:pt x="554330" y="592313"/>
                            </a:moveTo>
                            <a:lnTo>
                              <a:pt x="340678" y="592313"/>
                            </a:lnTo>
                            <a:lnTo>
                              <a:pt x="388234" y="435448"/>
                            </a:lnTo>
                            <a:lnTo>
                              <a:pt x="475764" y="459185"/>
                            </a:lnTo>
                            <a:cubicBezTo>
                              <a:pt x="522030" y="471731"/>
                              <a:pt x="554339" y="513974"/>
                              <a:pt x="554334" y="561911"/>
                            </a:cubicBezTo>
                            <a:lnTo>
                              <a:pt x="554330" y="592313"/>
                            </a:ln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61" name="Google Shape;861;g3bb050f2e20_0_94"/>
                      <p:cNvSpPr/>
                      <p:nvPr/>
                    </p:nvSpPr>
                    <p:spPr>
                      <a:xfrm>
                        <a:off x="1108559" y="8957674"/>
                        <a:ext cx="17592" cy="17592"/>
                      </a:xfrm>
                      <a:custGeom>
                        <a:rect b="b" l="l" r="r" t="t"/>
                        <a:pathLst>
                          <a:path extrusionOk="0" h="25312" w="25312">
                            <a:moveTo>
                              <a:pt x="21604" y="3708"/>
                            </a:moveTo>
                            <a:cubicBezTo>
                              <a:pt x="19250" y="1353"/>
                              <a:pt x="15985" y="0"/>
                              <a:pt x="12656" y="0"/>
                            </a:cubicBezTo>
                            <a:cubicBezTo>
                              <a:pt x="9328" y="0"/>
                              <a:pt x="6062" y="1353"/>
                              <a:pt x="3708" y="3708"/>
                            </a:cubicBezTo>
                            <a:cubicBezTo>
                              <a:pt x="1354" y="6064"/>
                              <a:pt x="0" y="9328"/>
                              <a:pt x="0" y="12656"/>
                            </a:cubicBezTo>
                            <a:cubicBezTo>
                              <a:pt x="0" y="15985"/>
                              <a:pt x="1354" y="19250"/>
                              <a:pt x="3708" y="21603"/>
                            </a:cubicBezTo>
                            <a:cubicBezTo>
                              <a:pt x="6062" y="23957"/>
                              <a:pt x="9328" y="25313"/>
                              <a:pt x="12656" y="25313"/>
                            </a:cubicBezTo>
                            <a:cubicBezTo>
                              <a:pt x="15985" y="25313"/>
                              <a:pt x="19250" y="23958"/>
                              <a:pt x="21604" y="21603"/>
                            </a:cubicBezTo>
                            <a:cubicBezTo>
                              <a:pt x="23958" y="19250"/>
                              <a:pt x="25313" y="15985"/>
                              <a:pt x="25313" y="12656"/>
                            </a:cubicBezTo>
                            <a:cubicBezTo>
                              <a:pt x="25313" y="9314"/>
                              <a:pt x="23958" y="6062"/>
                              <a:pt x="21604" y="3708"/>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62" name="Google Shape;862;g3bb050f2e20_0_94"/>
                      <p:cNvSpPr/>
                      <p:nvPr/>
                    </p:nvSpPr>
                    <p:spPr>
                      <a:xfrm>
                        <a:off x="1044574" y="8957674"/>
                        <a:ext cx="51896" cy="17592"/>
                      </a:xfrm>
                      <a:custGeom>
                        <a:rect b="b" l="l" r="r" t="t"/>
                        <a:pathLst>
                          <a:path extrusionOk="0" h="25312" w="74671">
                            <a:moveTo>
                              <a:pt x="62016" y="0"/>
                            </a:moveTo>
                            <a:lnTo>
                              <a:pt x="12656" y="0"/>
                            </a:lnTo>
                            <a:cubicBezTo>
                              <a:pt x="5666" y="0"/>
                              <a:pt x="0" y="5667"/>
                              <a:pt x="0" y="12656"/>
                            </a:cubicBezTo>
                            <a:cubicBezTo>
                              <a:pt x="0" y="19645"/>
                              <a:pt x="5666" y="25313"/>
                              <a:pt x="12656" y="25313"/>
                            </a:cubicBezTo>
                            <a:lnTo>
                              <a:pt x="62016" y="25313"/>
                            </a:lnTo>
                            <a:cubicBezTo>
                              <a:pt x="69006" y="25313"/>
                              <a:pt x="74672" y="19645"/>
                              <a:pt x="74672" y="12656"/>
                            </a:cubicBezTo>
                            <a:cubicBezTo>
                              <a:pt x="74672" y="5667"/>
                              <a:pt x="69006" y="0"/>
                              <a:pt x="62016"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grpSp>
                <p:grpSp>
                  <p:nvGrpSpPr>
                    <p:cNvPr id="863" name="Google Shape;863;g3bb050f2e20_0_94"/>
                    <p:cNvGrpSpPr/>
                    <p:nvPr/>
                  </p:nvGrpSpPr>
                  <p:grpSpPr>
                    <a:xfrm>
                      <a:off x="1669359" y="8571256"/>
                      <a:ext cx="424015" cy="439293"/>
                      <a:chOff x="1669359" y="8571256"/>
                      <a:chExt cx="424015" cy="439293"/>
                    </a:xfrm>
                  </p:grpSpPr>
                  <p:sp>
                    <p:nvSpPr>
                      <p:cNvPr id="864" name="Google Shape;864;g3bb050f2e20_0_94"/>
                      <p:cNvSpPr/>
                      <p:nvPr/>
                    </p:nvSpPr>
                    <p:spPr>
                      <a:xfrm>
                        <a:off x="1865983" y="8571256"/>
                        <a:ext cx="227391" cy="181731"/>
                      </a:xfrm>
                      <a:custGeom>
                        <a:rect b="b" l="l" r="r" t="t"/>
                        <a:pathLst>
                          <a:path extrusionOk="0" h="291938" w="365286">
                            <a:moveTo>
                              <a:pt x="349166" y="0"/>
                            </a:moveTo>
                            <a:lnTo>
                              <a:pt x="16120" y="0"/>
                            </a:lnTo>
                            <a:cubicBezTo>
                              <a:pt x="7254" y="0"/>
                              <a:pt x="0" y="7254"/>
                              <a:pt x="0" y="16120"/>
                            </a:cubicBezTo>
                            <a:lnTo>
                              <a:pt x="0" y="224234"/>
                            </a:lnTo>
                            <a:cubicBezTo>
                              <a:pt x="0" y="233100"/>
                              <a:pt x="7254" y="240354"/>
                              <a:pt x="16120" y="240354"/>
                            </a:cubicBezTo>
                            <a:lnTo>
                              <a:pt x="55615" y="240354"/>
                            </a:lnTo>
                            <a:lnTo>
                              <a:pt x="54648" y="275335"/>
                            </a:lnTo>
                            <a:cubicBezTo>
                              <a:pt x="54487" y="281138"/>
                              <a:pt x="57549" y="286780"/>
                              <a:pt x="62547" y="289682"/>
                            </a:cubicBezTo>
                            <a:cubicBezTo>
                              <a:pt x="65126" y="291133"/>
                              <a:pt x="67866" y="291939"/>
                              <a:pt x="70768" y="291939"/>
                            </a:cubicBezTo>
                            <a:cubicBezTo>
                              <a:pt x="73670" y="291939"/>
                              <a:pt x="76410" y="291133"/>
                              <a:pt x="78990" y="289682"/>
                            </a:cubicBezTo>
                            <a:lnTo>
                              <a:pt x="161526" y="240354"/>
                            </a:lnTo>
                            <a:lnTo>
                              <a:pt x="349166" y="240354"/>
                            </a:lnTo>
                            <a:cubicBezTo>
                              <a:pt x="358032" y="240354"/>
                              <a:pt x="365286" y="233100"/>
                              <a:pt x="365286" y="224234"/>
                            </a:cubicBezTo>
                            <a:lnTo>
                              <a:pt x="365286" y="16120"/>
                            </a:lnTo>
                            <a:cubicBezTo>
                              <a:pt x="365286" y="7254"/>
                              <a:pt x="358032" y="0"/>
                              <a:pt x="349166" y="0"/>
                            </a:cubicBezTo>
                            <a:close/>
                            <a:moveTo>
                              <a:pt x="157012" y="208113"/>
                            </a:moveTo>
                            <a:cubicBezTo>
                              <a:pt x="154110" y="208113"/>
                              <a:pt x="151209" y="208919"/>
                              <a:pt x="148790" y="210370"/>
                            </a:cubicBezTo>
                            <a:lnTo>
                              <a:pt x="87694" y="246802"/>
                            </a:lnTo>
                            <a:lnTo>
                              <a:pt x="88339" y="224717"/>
                            </a:lnTo>
                            <a:cubicBezTo>
                              <a:pt x="88501" y="220365"/>
                              <a:pt x="86888" y="216173"/>
                              <a:pt x="83826" y="212949"/>
                            </a:cubicBezTo>
                            <a:cubicBezTo>
                              <a:pt x="80763" y="209886"/>
                              <a:pt x="76571" y="208113"/>
                              <a:pt x="72219" y="208113"/>
                            </a:cubicBezTo>
                            <a:lnTo>
                              <a:pt x="32241" y="208113"/>
                            </a:lnTo>
                            <a:lnTo>
                              <a:pt x="32241" y="32241"/>
                            </a:lnTo>
                            <a:lnTo>
                              <a:pt x="333046" y="32241"/>
                            </a:lnTo>
                            <a:lnTo>
                              <a:pt x="333046" y="208113"/>
                            </a:lnTo>
                            <a:lnTo>
                              <a:pt x="157012" y="208113"/>
                            </a:ln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65" name="Google Shape;865;g3bb050f2e20_0_94"/>
                      <p:cNvSpPr/>
                      <p:nvPr/>
                    </p:nvSpPr>
                    <p:spPr>
                      <a:xfrm>
                        <a:off x="2037165" y="8616406"/>
                        <a:ext cx="20069" cy="20094"/>
                      </a:xfrm>
                      <a:custGeom>
                        <a:rect b="b" l="l" r="r" t="t"/>
                        <a:pathLst>
                          <a:path extrusionOk="0" h="32280" w="32240">
                            <a:moveTo>
                              <a:pt x="27405" y="4715"/>
                            </a:moveTo>
                            <a:cubicBezTo>
                              <a:pt x="26599" y="3909"/>
                              <a:pt x="25793" y="3264"/>
                              <a:pt x="24986" y="2781"/>
                            </a:cubicBezTo>
                            <a:cubicBezTo>
                              <a:pt x="24180" y="2136"/>
                              <a:pt x="23213" y="1652"/>
                              <a:pt x="22246" y="1330"/>
                            </a:cubicBezTo>
                            <a:cubicBezTo>
                              <a:pt x="21279" y="1008"/>
                              <a:pt x="20312" y="685"/>
                              <a:pt x="19183" y="363"/>
                            </a:cubicBezTo>
                            <a:cubicBezTo>
                              <a:pt x="17088" y="-121"/>
                              <a:pt x="14992" y="-121"/>
                              <a:pt x="12896" y="363"/>
                            </a:cubicBezTo>
                            <a:cubicBezTo>
                              <a:pt x="11929" y="524"/>
                              <a:pt x="10801" y="846"/>
                              <a:pt x="9833" y="1330"/>
                            </a:cubicBezTo>
                            <a:cubicBezTo>
                              <a:pt x="8866" y="1652"/>
                              <a:pt x="7899" y="2297"/>
                              <a:pt x="7093" y="2781"/>
                            </a:cubicBezTo>
                            <a:cubicBezTo>
                              <a:pt x="6287" y="3426"/>
                              <a:pt x="5320" y="4070"/>
                              <a:pt x="4675" y="4715"/>
                            </a:cubicBezTo>
                            <a:cubicBezTo>
                              <a:pt x="3869" y="5521"/>
                              <a:pt x="3224" y="6327"/>
                              <a:pt x="2740" y="7133"/>
                            </a:cubicBezTo>
                            <a:cubicBezTo>
                              <a:pt x="2096" y="7939"/>
                              <a:pt x="1612" y="8906"/>
                              <a:pt x="1290" y="9874"/>
                            </a:cubicBezTo>
                            <a:cubicBezTo>
                              <a:pt x="967" y="10841"/>
                              <a:pt x="645" y="11808"/>
                              <a:pt x="322" y="12937"/>
                            </a:cubicBezTo>
                            <a:cubicBezTo>
                              <a:pt x="161" y="13904"/>
                              <a:pt x="0" y="15032"/>
                              <a:pt x="0" y="16161"/>
                            </a:cubicBezTo>
                            <a:cubicBezTo>
                              <a:pt x="0" y="17289"/>
                              <a:pt x="161" y="18256"/>
                              <a:pt x="322" y="19385"/>
                            </a:cubicBezTo>
                            <a:cubicBezTo>
                              <a:pt x="484" y="20352"/>
                              <a:pt x="806" y="21480"/>
                              <a:pt x="1290" y="22448"/>
                            </a:cubicBezTo>
                            <a:cubicBezTo>
                              <a:pt x="1773" y="23415"/>
                              <a:pt x="2257" y="24382"/>
                              <a:pt x="2740" y="25188"/>
                            </a:cubicBezTo>
                            <a:cubicBezTo>
                              <a:pt x="3385" y="25994"/>
                              <a:pt x="4030" y="26800"/>
                              <a:pt x="4675" y="27606"/>
                            </a:cubicBezTo>
                            <a:cubicBezTo>
                              <a:pt x="5481" y="28412"/>
                              <a:pt x="6287" y="29057"/>
                              <a:pt x="7093" y="29540"/>
                            </a:cubicBezTo>
                            <a:cubicBezTo>
                              <a:pt x="7899" y="30185"/>
                              <a:pt x="8866" y="30669"/>
                              <a:pt x="9833" y="30991"/>
                            </a:cubicBezTo>
                            <a:cubicBezTo>
                              <a:pt x="10801" y="31314"/>
                              <a:pt x="11768" y="31636"/>
                              <a:pt x="12896" y="31959"/>
                            </a:cubicBezTo>
                            <a:cubicBezTo>
                              <a:pt x="13863" y="32120"/>
                              <a:pt x="14992" y="32281"/>
                              <a:pt x="16120" y="32281"/>
                            </a:cubicBezTo>
                            <a:cubicBezTo>
                              <a:pt x="17088" y="32281"/>
                              <a:pt x="18216" y="32120"/>
                              <a:pt x="19344" y="31959"/>
                            </a:cubicBezTo>
                            <a:cubicBezTo>
                              <a:pt x="20312" y="31797"/>
                              <a:pt x="21440" y="31475"/>
                              <a:pt x="22407" y="30991"/>
                            </a:cubicBezTo>
                            <a:cubicBezTo>
                              <a:pt x="23374" y="30508"/>
                              <a:pt x="24342" y="30024"/>
                              <a:pt x="25148" y="29540"/>
                            </a:cubicBezTo>
                            <a:cubicBezTo>
                              <a:pt x="25954" y="28896"/>
                              <a:pt x="26921" y="28251"/>
                              <a:pt x="27566" y="27606"/>
                            </a:cubicBezTo>
                            <a:cubicBezTo>
                              <a:pt x="28372" y="26800"/>
                              <a:pt x="29017" y="25994"/>
                              <a:pt x="29500" y="25188"/>
                            </a:cubicBezTo>
                            <a:cubicBezTo>
                              <a:pt x="30145" y="24221"/>
                              <a:pt x="30629" y="23415"/>
                              <a:pt x="30951" y="22448"/>
                            </a:cubicBezTo>
                            <a:cubicBezTo>
                              <a:pt x="31273" y="21480"/>
                              <a:pt x="31596" y="20513"/>
                              <a:pt x="31918" y="19385"/>
                            </a:cubicBezTo>
                            <a:cubicBezTo>
                              <a:pt x="32079" y="18256"/>
                              <a:pt x="32241" y="17289"/>
                              <a:pt x="32241" y="16161"/>
                            </a:cubicBezTo>
                            <a:cubicBezTo>
                              <a:pt x="32079" y="11969"/>
                              <a:pt x="30467" y="7778"/>
                              <a:pt x="27405" y="4715"/>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66" name="Google Shape;866;g3bb050f2e20_0_94"/>
                      <p:cNvSpPr/>
                      <p:nvPr/>
                    </p:nvSpPr>
                    <p:spPr>
                      <a:xfrm>
                        <a:off x="1901742" y="8616431"/>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643" y="0"/>
                              <a:pt x="173777"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67" name="Google Shape;867;g3bb050f2e20_0_94"/>
                      <p:cNvSpPr/>
                      <p:nvPr/>
                    </p:nvSpPr>
                    <p:spPr>
                      <a:xfrm>
                        <a:off x="1901842" y="8656388"/>
                        <a:ext cx="20069" cy="19978"/>
                      </a:xfrm>
                      <a:custGeom>
                        <a:rect b="b" l="l" r="r" t="t"/>
                        <a:pathLst>
                          <a:path extrusionOk="0" h="32093" w="32240">
                            <a:moveTo>
                              <a:pt x="31757" y="12910"/>
                            </a:moveTo>
                            <a:cubicBezTo>
                              <a:pt x="31596" y="11943"/>
                              <a:pt x="31273" y="10815"/>
                              <a:pt x="30790" y="9848"/>
                            </a:cubicBezTo>
                            <a:cubicBezTo>
                              <a:pt x="30467" y="8880"/>
                              <a:pt x="29823" y="7913"/>
                              <a:pt x="29339" y="7107"/>
                            </a:cubicBezTo>
                            <a:cubicBezTo>
                              <a:pt x="28694" y="6301"/>
                              <a:pt x="28049" y="5334"/>
                              <a:pt x="27405" y="4689"/>
                            </a:cubicBezTo>
                            <a:cubicBezTo>
                              <a:pt x="23697" y="981"/>
                              <a:pt x="18055" y="-792"/>
                              <a:pt x="12896" y="337"/>
                            </a:cubicBezTo>
                            <a:cubicBezTo>
                              <a:pt x="11929" y="498"/>
                              <a:pt x="10801" y="820"/>
                              <a:pt x="9833" y="1304"/>
                            </a:cubicBezTo>
                            <a:cubicBezTo>
                              <a:pt x="8866" y="1626"/>
                              <a:pt x="7899" y="2271"/>
                              <a:pt x="7093" y="2755"/>
                            </a:cubicBezTo>
                            <a:cubicBezTo>
                              <a:pt x="6287" y="3399"/>
                              <a:pt x="5320" y="4044"/>
                              <a:pt x="4675" y="4689"/>
                            </a:cubicBezTo>
                            <a:cubicBezTo>
                              <a:pt x="3869" y="5495"/>
                              <a:pt x="3224" y="6301"/>
                              <a:pt x="2740" y="7107"/>
                            </a:cubicBezTo>
                            <a:cubicBezTo>
                              <a:pt x="2096" y="8074"/>
                              <a:pt x="1612" y="8880"/>
                              <a:pt x="1290" y="9848"/>
                            </a:cubicBezTo>
                            <a:cubicBezTo>
                              <a:pt x="967" y="10815"/>
                              <a:pt x="484" y="11782"/>
                              <a:pt x="322" y="12910"/>
                            </a:cubicBezTo>
                            <a:cubicBezTo>
                              <a:pt x="161" y="13878"/>
                              <a:pt x="0" y="15006"/>
                              <a:pt x="0" y="16135"/>
                            </a:cubicBezTo>
                            <a:cubicBezTo>
                              <a:pt x="0" y="17102"/>
                              <a:pt x="161" y="18230"/>
                              <a:pt x="322" y="19197"/>
                            </a:cubicBezTo>
                            <a:cubicBezTo>
                              <a:pt x="484" y="20165"/>
                              <a:pt x="806" y="21293"/>
                              <a:pt x="1290" y="22260"/>
                            </a:cubicBezTo>
                            <a:cubicBezTo>
                              <a:pt x="1612" y="23227"/>
                              <a:pt x="2096" y="24195"/>
                              <a:pt x="2740" y="25001"/>
                            </a:cubicBezTo>
                            <a:cubicBezTo>
                              <a:pt x="3385" y="25807"/>
                              <a:pt x="4030" y="26774"/>
                              <a:pt x="4675" y="27419"/>
                            </a:cubicBezTo>
                            <a:cubicBezTo>
                              <a:pt x="5481" y="28225"/>
                              <a:pt x="6287" y="28870"/>
                              <a:pt x="7093" y="29353"/>
                            </a:cubicBezTo>
                            <a:cubicBezTo>
                              <a:pt x="7899" y="29998"/>
                              <a:pt x="8866" y="30482"/>
                              <a:pt x="9833" y="30804"/>
                            </a:cubicBezTo>
                            <a:cubicBezTo>
                              <a:pt x="10801" y="31126"/>
                              <a:pt x="11768" y="31449"/>
                              <a:pt x="12896" y="31771"/>
                            </a:cubicBezTo>
                            <a:cubicBezTo>
                              <a:pt x="13863" y="31932"/>
                              <a:pt x="14992" y="32094"/>
                              <a:pt x="16120" y="32094"/>
                            </a:cubicBezTo>
                            <a:cubicBezTo>
                              <a:pt x="20312" y="32094"/>
                              <a:pt x="24503" y="30320"/>
                              <a:pt x="27566" y="27419"/>
                            </a:cubicBezTo>
                            <a:cubicBezTo>
                              <a:pt x="28372" y="26613"/>
                              <a:pt x="29017" y="25807"/>
                              <a:pt x="29500" y="25001"/>
                            </a:cubicBezTo>
                            <a:cubicBezTo>
                              <a:pt x="30145" y="24195"/>
                              <a:pt x="30629" y="23227"/>
                              <a:pt x="30951" y="22260"/>
                            </a:cubicBezTo>
                            <a:cubicBezTo>
                              <a:pt x="31273" y="21293"/>
                              <a:pt x="31596" y="20326"/>
                              <a:pt x="31918" y="19197"/>
                            </a:cubicBezTo>
                            <a:cubicBezTo>
                              <a:pt x="32079" y="18230"/>
                              <a:pt x="32241" y="17102"/>
                              <a:pt x="32241" y="16135"/>
                            </a:cubicBezTo>
                            <a:cubicBezTo>
                              <a:pt x="32079" y="15006"/>
                              <a:pt x="31918" y="13878"/>
                              <a:pt x="31757" y="1291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68" name="Google Shape;868;g3bb050f2e20_0_94"/>
                      <p:cNvSpPr/>
                      <p:nvPr/>
                    </p:nvSpPr>
                    <p:spPr>
                      <a:xfrm>
                        <a:off x="1939103" y="8656396"/>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804" y="0"/>
                              <a:pt x="173777"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69" name="Google Shape;869;g3bb050f2e20_0_94"/>
                      <p:cNvSpPr/>
                      <p:nvPr/>
                    </p:nvSpPr>
                    <p:spPr>
                      <a:xfrm>
                        <a:off x="1669359" y="8699367"/>
                        <a:ext cx="227491" cy="311182"/>
                      </a:xfrm>
                      <a:custGeom>
                        <a:rect b="b" l="l" r="r" t="t"/>
                        <a:pathLst>
                          <a:path extrusionOk="0" h="499890" w="365447">
                            <a:moveTo>
                              <a:pt x="365448" y="397527"/>
                            </a:moveTo>
                            <a:cubicBezTo>
                              <a:pt x="365448" y="366576"/>
                              <a:pt x="340300" y="341428"/>
                              <a:pt x="309349" y="341428"/>
                            </a:cubicBezTo>
                            <a:lnTo>
                              <a:pt x="248898" y="341428"/>
                            </a:lnTo>
                            <a:lnTo>
                              <a:pt x="240193" y="317087"/>
                            </a:lnTo>
                            <a:cubicBezTo>
                              <a:pt x="280816" y="295163"/>
                              <a:pt x="306286" y="253089"/>
                              <a:pt x="306286" y="206018"/>
                            </a:cubicBezTo>
                            <a:lnTo>
                              <a:pt x="306286" y="205856"/>
                            </a:lnTo>
                            <a:cubicBezTo>
                              <a:pt x="313863" y="185867"/>
                              <a:pt x="345136" y="95432"/>
                              <a:pt x="313379" y="54325"/>
                            </a:cubicBezTo>
                            <a:cubicBezTo>
                              <a:pt x="313379" y="54325"/>
                              <a:pt x="313379" y="54325"/>
                              <a:pt x="313379" y="54164"/>
                            </a:cubicBezTo>
                            <a:cubicBezTo>
                              <a:pt x="299032" y="35787"/>
                              <a:pt x="273401" y="30790"/>
                              <a:pt x="260504" y="30629"/>
                            </a:cubicBezTo>
                            <a:cubicBezTo>
                              <a:pt x="241805" y="30467"/>
                              <a:pt x="222138" y="24019"/>
                              <a:pt x="203761" y="12251"/>
                            </a:cubicBezTo>
                            <a:cubicBezTo>
                              <a:pt x="191187" y="4191"/>
                              <a:pt x="177485" y="0"/>
                              <a:pt x="163299" y="0"/>
                            </a:cubicBezTo>
                            <a:cubicBezTo>
                              <a:pt x="80924" y="0"/>
                              <a:pt x="37883" y="64965"/>
                              <a:pt x="37883" y="129124"/>
                            </a:cubicBezTo>
                            <a:cubicBezTo>
                              <a:pt x="37883" y="177968"/>
                              <a:pt x="48200" y="200376"/>
                              <a:pt x="53358" y="208436"/>
                            </a:cubicBezTo>
                            <a:cubicBezTo>
                              <a:pt x="54164" y="254540"/>
                              <a:pt x="79473" y="295647"/>
                              <a:pt x="119452" y="317248"/>
                            </a:cubicBezTo>
                            <a:lnTo>
                              <a:pt x="110747" y="341589"/>
                            </a:lnTo>
                            <a:lnTo>
                              <a:pt x="56099" y="341589"/>
                            </a:lnTo>
                            <a:cubicBezTo>
                              <a:pt x="25148" y="341589"/>
                              <a:pt x="0" y="366737"/>
                              <a:pt x="0" y="397688"/>
                            </a:cubicBezTo>
                            <a:lnTo>
                              <a:pt x="0" y="499891"/>
                            </a:lnTo>
                            <a:lnTo>
                              <a:pt x="32241" y="499891"/>
                            </a:lnTo>
                            <a:lnTo>
                              <a:pt x="32241" y="499891"/>
                            </a:lnTo>
                            <a:lnTo>
                              <a:pt x="32241" y="450402"/>
                            </a:lnTo>
                            <a:lnTo>
                              <a:pt x="32241" y="397366"/>
                            </a:lnTo>
                            <a:cubicBezTo>
                              <a:pt x="32241" y="384147"/>
                              <a:pt x="42880" y="373508"/>
                              <a:pt x="56099" y="373508"/>
                            </a:cubicBezTo>
                            <a:lnTo>
                              <a:pt x="114454" y="373508"/>
                            </a:lnTo>
                            <a:cubicBezTo>
                              <a:pt x="114938" y="374152"/>
                              <a:pt x="115583" y="374636"/>
                              <a:pt x="116227" y="375281"/>
                            </a:cubicBezTo>
                            <a:cubicBezTo>
                              <a:pt x="116711" y="375765"/>
                              <a:pt x="117033" y="376248"/>
                              <a:pt x="117517" y="376571"/>
                            </a:cubicBezTo>
                            <a:cubicBezTo>
                              <a:pt x="118323" y="377377"/>
                              <a:pt x="119129" y="378183"/>
                              <a:pt x="119935" y="378989"/>
                            </a:cubicBezTo>
                            <a:cubicBezTo>
                              <a:pt x="120258" y="379311"/>
                              <a:pt x="120580" y="379633"/>
                              <a:pt x="120902" y="379956"/>
                            </a:cubicBezTo>
                            <a:cubicBezTo>
                              <a:pt x="122031" y="381084"/>
                              <a:pt x="123320" y="382051"/>
                              <a:pt x="124610" y="383019"/>
                            </a:cubicBezTo>
                            <a:cubicBezTo>
                              <a:pt x="124932" y="383180"/>
                              <a:pt x="125094" y="383341"/>
                              <a:pt x="125416" y="383663"/>
                            </a:cubicBezTo>
                            <a:cubicBezTo>
                              <a:pt x="126383" y="384469"/>
                              <a:pt x="127350" y="385275"/>
                              <a:pt x="128479" y="385920"/>
                            </a:cubicBezTo>
                            <a:cubicBezTo>
                              <a:pt x="128962" y="386243"/>
                              <a:pt x="129446" y="386565"/>
                              <a:pt x="129930" y="386888"/>
                            </a:cubicBezTo>
                            <a:cubicBezTo>
                              <a:pt x="130736" y="387532"/>
                              <a:pt x="131542" y="388016"/>
                              <a:pt x="132509" y="388661"/>
                            </a:cubicBezTo>
                            <a:cubicBezTo>
                              <a:pt x="132993" y="388983"/>
                              <a:pt x="133637" y="389306"/>
                              <a:pt x="134121" y="389628"/>
                            </a:cubicBezTo>
                            <a:cubicBezTo>
                              <a:pt x="134927" y="390112"/>
                              <a:pt x="135733" y="390595"/>
                              <a:pt x="136539" y="391079"/>
                            </a:cubicBezTo>
                            <a:cubicBezTo>
                              <a:pt x="137184" y="391401"/>
                              <a:pt x="137667" y="391724"/>
                              <a:pt x="138312" y="392046"/>
                            </a:cubicBezTo>
                            <a:cubicBezTo>
                              <a:pt x="139118" y="392530"/>
                              <a:pt x="139924" y="392852"/>
                              <a:pt x="140730" y="393336"/>
                            </a:cubicBezTo>
                            <a:cubicBezTo>
                              <a:pt x="141375" y="393658"/>
                              <a:pt x="142020" y="393980"/>
                              <a:pt x="142665" y="394303"/>
                            </a:cubicBezTo>
                            <a:cubicBezTo>
                              <a:pt x="143471" y="394625"/>
                              <a:pt x="144277" y="395109"/>
                              <a:pt x="145083" y="395431"/>
                            </a:cubicBezTo>
                            <a:cubicBezTo>
                              <a:pt x="145728" y="395754"/>
                              <a:pt x="146372" y="395915"/>
                              <a:pt x="147017" y="396237"/>
                            </a:cubicBezTo>
                            <a:cubicBezTo>
                              <a:pt x="147823" y="396560"/>
                              <a:pt x="148629" y="396882"/>
                              <a:pt x="149435" y="397205"/>
                            </a:cubicBezTo>
                            <a:cubicBezTo>
                              <a:pt x="150080" y="397527"/>
                              <a:pt x="150725" y="397688"/>
                              <a:pt x="151370" y="397849"/>
                            </a:cubicBezTo>
                            <a:cubicBezTo>
                              <a:pt x="152176" y="398172"/>
                              <a:pt x="152982" y="398333"/>
                              <a:pt x="153949" y="398655"/>
                            </a:cubicBezTo>
                            <a:cubicBezTo>
                              <a:pt x="154594" y="398817"/>
                              <a:pt x="155239" y="399139"/>
                              <a:pt x="156045" y="399300"/>
                            </a:cubicBezTo>
                            <a:cubicBezTo>
                              <a:pt x="156851" y="399623"/>
                              <a:pt x="157818" y="399784"/>
                              <a:pt x="158624" y="399945"/>
                            </a:cubicBezTo>
                            <a:cubicBezTo>
                              <a:pt x="159269" y="400106"/>
                              <a:pt x="159914" y="400267"/>
                              <a:pt x="160720" y="400429"/>
                            </a:cubicBezTo>
                            <a:cubicBezTo>
                              <a:pt x="161687" y="400590"/>
                              <a:pt x="162493" y="400751"/>
                              <a:pt x="163460" y="400912"/>
                            </a:cubicBezTo>
                            <a:cubicBezTo>
                              <a:pt x="164105" y="401073"/>
                              <a:pt x="164750" y="401235"/>
                              <a:pt x="165394" y="401235"/>
                            </a:cubicBezTo>
                            <a:cubicBezTo>
                              <a:pt x="166362" y="401396"/>
                              <a:pt x="167329" y="401557"/>
                              <a:pt x="168296" y="401718"/>
                            </a:cubicBezTo>
                            <a:cubicBezTo>
                              <a:pt x="168941" y="401879"/>
                              <a:pt x="169586" y="401879"/>
                              <a:pt x="170231" y="402041"/>
                            </a:cubicBezTo>
                            <a:cubicBezTo>
                              <a:pt x="171359" y="402202"/>
                              <a:pt x="172326" y="402202"/>
                              <a:pt x="173455" y="402363"/>
                            </a:cubicBezTo>
                            <a:cubicBezTo>
                              <a:pt x="173938" y="402363"/>
                              <a:pt x="174583" y="402524"/>
                              <a:pt x="175067" y="402524"/>
                            </a:cubicBezTo>
                            <a:cubicBezTo>
                              <a:pt x="176679" y="402685"/>
                              <a:pt x="178291" y="402685"/>
                              <a:pt x="179903" y="402685"/>
                            </a:cubicBezTo>
                            <a:cubicBezTo>
                              <a:pt x="179903" y="402685"/>
                              <a:pt x="179903" y="402685"/>
                              <a:pt x="179903" y="402685"/>
                            </a:cubicBezTo>
                            <a:cubicBezTo>
                              <a:pt x="181515" y="402685"/>
                              <a:pt x="183127" y="402685"/>
                              <a:pt x="184739" y="402524"/>
                            </a:cubicBezTo>
                            <a:cubicBezTo>
                              <a:pt x="185222" y="402524"/>
                              <a:pt x="185867" y="402363"/>
                              <a:pt x="186351" y="402363"/>
                            </a:cubicBezTo>
                            <a:cubicBezTo>
                              <a:pt x="187479" y="402363"/>
                              <a:pt x="188446" y="402202"/>
                              <a:pt x="189575" y="402041"/>
                            </a:cubicBezTo>
                            <a:cubicBezTo>
                              <a:pt x="190220" y="402041"/>
                              <a:pt x="190865" y="401879"/>
                              <a:pt x="191509" y="401718"/>
                            </a:cubicBezTo>
                            <a:cubicBezTo>
                              <a:pt x="192477" y="401557"/>
                              <a:pt x="193444" y="401396"/>
                              <a:pt x="194411" y="401235"/>
                            </a:cubicBezTo>
                            <a:cubicBezTo>
                              <a:pt x="195056" y="401073"/>
                              <a:pt x="195701" y="400912"/>
                              <a:pt x="196345" y="400912"/>
                            </a:cubicBezTo>
                            <a:cubicBezTo>
                              <a:pt x="197313" y="400751"/>
                              <a:pt x="198119" y="400590"/>
                              <a:pt x="199086" y="400429"/>
                            </a:cubicBezTo>
                            <a:cubicBezTo>
                              <a:pt x="199731" y="400267"/>
                              <a:pt x="200375" y="400106"/>
                              <a:pt x="201182" y="399945"/>
                            </a:cubicBezTo>
                            <a:cubicBezTo>
                              <a:pt x="201988" y="399784"/>
                              <a:pt x="202955" y="399461"/>
                              <a:pt x="203761" y="399300"/>
                            </a:cubicBezTo>
                            <a:cubicBezTo>
                              <a:pt x="204406" y="399139"/>
                              <a:pt x="205050" y="398978"/>
                              <a:pt x="205856" y="398655"/>
                            </a:cubicBezTo>
                            <a:cubicBezTo>
                              <a:pt x="206662" y="398333"/>
                              <a:pt x="207630" y="398172"/>
                              <a:pt x="208436" y="397849"/>
                            </a:cubicBezTo>
                            <a:cubicBezTo>
                              <a:pt x="209080" y="397688"/>
                              <a:pt x="209725" y="397366"/>
                              <a:pt x="210370" y="397205"/>
                            </a:cubicBezTo>
                            <a:cubicBezTo>
                              <a:pt x="211176" y="396882"/>
                              <a:pt x="211982" y="396560"/>
                              <a:pt x="212788" y="396237"/>
                            </a:cubicBezTo>
                            <a:cubicBezTo>
                              <a:pt x="213433" y="395915"/>
                              <a:pt x="214078" y="395754"/>
                              <a:pt x="214723" y="395431"/>
                            </a:cubicBezTo>
                            <a:cubicBezTo>
                              <a:pt x="215529" y="395109"/>
                              <a:pt x="216335" y="394625"/>
                              <a:pt x="217141" y="394303"/>
                            </a:cubicBezTo>
                            <a:cubicBezTo>
                              <a:pt x="217785" y="393980"/>
                              <a:pt x="218430" y="393658"/>
                              <a:pt x="219075" y="393336"/>
                            </a:cubicBezTo>
                            <a:cubicBezTo>
                              <a:pt x="219881" y="393013"/>
                              <a:pt x="220687" y="392530"/>
                              <a:pt x="221493" y="392046"/>
                            </a:cubicBezTo>
                            <a:cubicBezTo>
                              <a:pt x="222138" y="391724"/>
                              <a:pt x="222622" y="391401"/>
                              <a:pt x="223266" y="391079"/>
                            </a:cubicBezTo>
                            <a:cubicBezTo>
                              <a:pt x="224072" y="390595"/>
                              <a:pt x="224878" y="390112"/>
                              <a:pt x="225684" y="389628"/>
                            </a:cubicBezTo>
                            <a:cubicBezTo>
                              <a:pt x="226168" y="389306"/>
                              <a:pt x="226813" y="388983"/>
                              <a:pt x="227296" y="388661"/>
                            </a:cubicBezTo>
                            <a:cubicBezTo>
                              <a:pt x="228102" y="388177"/>
                              <a:pt x="228908" y="387532"/>
                              <a:pt x="229714" y="387049"/>
                            </a:cubicBezTo>
                            <a:cubicBezTo>
                              <a:pt x="230198" y="386726"/>
                              <a:pt x="230682" y="386404"/>
                              <a:pt x="231165" y="386082"/>
                            </a:cubicBezTo>
                            <a:cubicBezTo>
                              <a:pt x="232132" y="385275"/>
                              <a:pt x="233100" y="384631"/>
                              <a:pt x="234228" y="383825"/>
                            </a:cubicBezTo>
                            <a:cubicBezTo>
                              <a:pt x="234551" y="383663"/>
                              <a:pt x="234712" y="383341"/>
                              <a:pt x="235034" y="383180"/>
                            </a:cubicBezTo>
                            <a:cubicBezTo>
                              <a:pt x="236324" y="382213"/>
                              <a:pt x="237452" y="381084"/>
                              <a:pt x="238742" y="380117"/>
                            </a:cubicBezTo>
                            <a:cubicBezTo>
                              <a:pt x="239064" y="379795"/>
                              <a:pt x="239387" y="379472"/>
                              <a:pt x="239709" y="379150"/>
                            </a:cubicBezTo>
                            <a:cubicBezTo>
                              <a:pt x="240515" y="378344"/>
                              <a:pt x="241321" y="377538"/>
                              <a:pt x="242127" y="376732"/>
                            </a:cubicBezTo>
                            <a:cubicBezTo>
                              <a:pt x="242611" y="376248"/>
                              <a:pt x="242933" y="375765"/>
                              <a:pt x="243417" y="375442"/>
                            </a:cubicBezTo>
                            <a:cubicBezTo>
                              <a:pt x="244062" y="374797"/>
                              <a:pt x="244545" y="374314"/>
                              <a:pt x="245190" y="373669"/>
                            </a:cubicBezTo>
                            <a:lnTo>
                              <a:pt x="309349" y="373669"/>
                            </a:lnTo>
                            <a:cubicBezTo>
                              <a:pt x="322567" y="373669"/>
                              <a:pt x="333207" y="384308"/>
                              <a:pt x="333207" y="397527"/>
                            </a:cubicBezTo>
                            <a:lnTo>
                              <a:pt x="333207" y="450563"/>
                            </a:lnTo>
                            <a:lnTo>
                              <a:pt x="333207" y="499891"/>
                            </a:lnTo>
                            <a:lnTo>
                              <a:pt x="333207" y="499891"/>
                            </a:lnTo>
                            <a:lnTo>
                              <a:pt x="365448" y="499891"/>
                            </a:lnTo>
                            <a:lnTo>
                              <a:pt x="365448" y="397527"/>
                            </a:lnTo>
                            <a:close/>
                            <a:moveTo>
                              <a:pt x="83020" y="155561"/>
                            </a:moveTo>
                            <a:cubicBezTo>
                              <a:pt x="82375" y="156045"/>
                              <a:pt x="81730" y="156367"/>
                              <a:pt x="81085" y="156851"/>
                            </a:cubicBezTo>
                            <a:cubicBezTo>
                              <a:pt x="80440" y="157334"/>
                              <a:pt x="79957" y="157657"/>
                              <a:pt x="79312" y="158140"/>
                            </a:cubicBezTo>
                            <a:cubicBezTo>
                              <a:pt x="79151" y="158301"/>
                              <a:pt x="78990" y="158301"/>
                              <a:pt x="78828" y="158463"/>
                            </a:cubicBezTo>
                            <a:cubicBezTo>
                              <a:pt x="76571" y="160075"/>
                              <a:pt x="74476" y="161848"/>
                              <a:pt x="72541" y="163621"/>
                            </a:cubicBezTo>
                            <a:cubicBezTo>
                              <a:pt x="71091" y="154755"/>
                              <a:pt x="70123" y="143310"/>
                              <a:pt x="70123" y="128963"/>
                            </a:cubicBezTo>
                            <a:cubicBezTo>
                              <a:pt x="70123" y="82214"/>
                              <a:pt x="99301" y="32079"/>
                              <a:pt x="163299" y="32079"/>
                            </a:cubicBezTo>
                            <a:cubicBezTo>
                              <a:pt x="171520" y="32079"/>
                              <a:pt x="178774" y="34336"/>
                              <a:pt x="186351" y="39172"/>
                            </a:cubicBezTo>
                            <a:cubicBezTo>
                              <a:pt x="209725" y="54325"/>
                              <a:pt x="235357" y="62547"/>
                              <a:pt x="260182" y="62708"/>
                            </a:cubicBezTo>
                            <a:cubicBezTo>
                              <a:pt x="268081" y="62869"/>
                              <a:pt x="281944" y="66416"/>
                              <a:pt x="288070" y="73992"/>
                            </a:cubicBezTo>
                            <a:cubicBezTo>
                              <a:pt x="300644" y="90435"/>
                              <a:pt x="295324" y="130091"/>
                              <a:pt x="285974" y="164105"/>
                            </a:cubicBezTo>
                            <a:cubicBezTo>
                              <a:pt x="285813" y="163944"/>
                              <a:pt x="285813" y="163782"/>
                              <a:pt x="285652" y="163621"/>
                            </a:cubicBezTo>
                            <a:cubicBezTo>
                              <a:pt x="285330" y="163138"/>
                              <a:pt x="285007" y="162493"/>
                              <a:pt x="284685" y="162009"/>
                            </a:cubicBezTo>
                            <a:cubicBezTo>
                              <a:pt x="284524" y="161526"/>
                              <a:pt x="284201" y="161203"/>
                              <a:pt x="284040" y="160720"/>
                            </a:cubicBezTo>
                            <a:cubicBezTo>
                              <a:pt x="283718" y="160075"/>
                              <a:pt x="283234" y="159430"/>
                              <a:pt x="282911" y="158785"/>
                            </a:cubicBezTo>
                            <a:cubicBezTo>
                              <a:pt x="282750" y="158463"/>
                              <a:pt x="282589" y="158140"/>
                              <a:pt x="282428" y="157818"/>
                            </a:cubicBezTo>
                            <a:cubicBezTo>
                              <a:pt x="281944" y="156851"/>
                              <a:pt x="281299" y="156045"/>
                              <a:pt x="280816" y="155077"/>
                            </a:cubicBezTo>
                            <a:cubicBezTo>
                              <a:pt x="280655" y="154755"/>
                              <a:pt x="280332" y="154271"/>
                              <a:pt x="280171" y="153949"/>
                            </a:cubicBezTo>
                            <a:cubicBezTo>
                              <a:pt x="279849" y="153465"/>
                              <a:pt x="279526" y="152821"/>
                              <a:pt x="279204" y="152337"/>
                            </a:cubicBezTo>
                            <a:cubicBezTo>
                              <a:pt x="278881" y="151853"/>
                              <a:pt x="278720" y="151531"/>
                              <a:pt x="278398" y="151047"/>
                            </a:cubicBezTo>
                            <a:cubicBezTo>
                              <a:pt x="278075" y="150564"/>
                              <a:pt x="277753" y="150080"/>
                              <a:pt x="277592" y="149597"/>
                            </a:cubicBezTo>
                            <a:cubicBezTo>
                              <a:pt x="277269" y="149113"/>
                              <a:pt x="277108" y="148790"/>
                              <a:pt x="276786" y="148307"/>
                            </a:cubicBezTo>
                            <a:cubicBezTo>
                              <a:pt x="276463" y="147823"/>
                              <a:pt x="276302" y="147340"/>
                              <a:pt x="275980" y="146856"/>
                            </a:cubicBezTo>
                            <a:cubicBezTo>
                              <a:pt x="275819" y="146372"/>
                              <a:pt x="275496" y="146050"/>
                              <a:pt x="275335" y="145566"/>
                            </a:cubicBezTo>
                            <a:cubicBezTo>
                              <a:pt x="275013" y="145083"/>
                              <a:pt x="274851" y="144599"/>
                              <a:pt x="274529" y="144116"/>
                            </a:cubicBezTo>
                            <a:cubicBezTo>
                              <a:pt x="274368" y="143793"/>
                              <a:pt x="274045" y="143310"/>
                              <a:pt x="273884" y="142987"/>
                            </a:cubicBezTo>
                            <a:cubicBezTo>
                              <a:pt x="273562" y="142504"/>
                              <a:pt x="273239" y="142020"/>
                              <a:pt x="273078" y="141375"/>
                            </a:cubicBezTo>
                            <a:cubicBezTo>
                              <a:pt x="272917" y="141053"/>
                              <a:pt x="272756" y="140730"/>
                              <a:pt x="272433" y="140247"/>
                            </a:cubicBezTo>
                            <a:cubicBezTo>
                              <a:pt x="272111" y="139602"/>
                              <a:pt x="271788" y="138957"/>
                              <a:pt x="271305" y="138312"/>
                            </a:cubicBezTo>
                            <a:cubicBezTo>
                              <a:pt x="271144" y="138151"/>
                              <a:pt x="271144" y="137990"/>
                              <a:pt x="270982" y="137829"/>
                            </a:cubicBezTo>
                            <a:cubicBezTo>
                              <a:pt x="270499" y="137023"/>
                              <a:pt x="270176" y="136217"/>
                              <a:pt x="269693" y="135411"/>
                            </a:cubicBezTo>
                            <a:cubicBezTo>
                              <a:pt x="269532" y="135088"/>
                              <a:pt x="269370" y="134927"/>
                              <a:pt x="269209" y="134605"/>
                            </a:cubicBezTo>
                            <a:cubicBezTo>
                              <a:pt x="268887" y="134121"/>
                              <a:pt x="268726" y="133637"/>
                              <a:pt x="268403" y="133154"/>
                            </a:cubicBezTo>
                            <a:cubicBezTo>
                              <a:pt x="268242" y="132831"/>
                              <a:pt x="268081" y="132670"/>
                              <a:pt x="267920" y="132348"/>
                            </a:cubicBezTo>
                            <a:cubicBezTo>
                              <a:pt x="267758" y="131864"/>
                              <a:pt x="267436" y="131381"/>
                              <a:pt x="267275" y="131058"/>
                            </a:cubicBezTo>
                            <a:cubicBezTo>
                              <a:pt x="267114" y="130736"/>
                              <a:pt x="266952" y="130575"/>
                              <a:pt x="266791" y="130252"/>
                            </a:cubicBezTo>
                            <a:cubicBezTo>
                              <a:pt x="266630" y="129769"/>
                              <a:pt x="266469" y="129446"/>
                              <a:pt x="266146" y="128963"/>
                            </a:cubicBezTo>
                            <a:cubicBezTo>
                              <a:pt x="265985" y="128640"/>
                              <a:pt x="265824" y="128479"/>
                              <a:pt x="265824" y="128156"/>
                            </a:cubicBezTo>
                            <a:cubicBezTo>
                              <a:pt x="265663" y="127834"/>
                              <a:pt x="265502" y="127350"/>
                              <a:pt x="265340" y="127028"/>
                            </a:cubicBezTo>
                            <a:cubicBezTo>
                              <a:pt x="265179" y="126867"/>
                              <a:pt x="265179" y="126544"/>
                              <a:pt x="265018" y="126383"/>
                            </a:cubicBezTo>
                            <a:cubicBezTo>
                              <a:pt x="264857" y="126061"/>
                              <a:pt x="264696" y="125577"/>
                              <a:pt x="264534" y="125255"/>
                            </a:cubicBezTo>
                            <a:cubicBezTo>
                              <a:pt x="264534" y="125094"/>
                              <a:pt x="264373" y="124932"/>
                              <a:pt x="264373" y="124771"/>
                            </a:cubicBezTo>
                            <a:cubicBezTo>
                              <a:pt x="264212" y="124288"/>
                              <a:pt x="263890" y="123804"/>
                              <a:pt x="263728" y="123320"/>
                            </a:cubicBezTo>
                            <a:cubicBezTo>
                              <a:pt x="261633" y="118001"/>
                              <a:pt x="256958" y="114132"/>
                              <a:pt x="251477" y="113165"/>
                            </a:cubicBezTo>
                            <a:cubicBezTo>
                              <a:pt x="250832" y="113003"/>
                              <a:pt x="250187" y="113003"/>
                              <a:pt x="249704" y="113003"/>
                            </a:cubicBezTo>
                            <a:cubicBezTo>
                              <a:pt x="249542" y="113003"/>
                              <a:pt x="249381" y="113003"/>
                              <a:pt x="249220" y="113003"/>
                            </a:cubicBezTo>
                            <a:cubicBezTo>
                              <a:pt x="249059" y="113003"/>
                              <a:pt x="248898" y="113003"/>
                              <a:pt x="248736" y="113003"/>
                            </a:cubicBezTo>
                            <a:cubicBezTo>
                              <a:pt x="248414" y="113003"/>
                              <a:pt x="248092" y="113003"/>
                              <a:pt x="247769" y="113003"/>
                            </a:cubicBezTo>
                            <a:cubicBezTo>
                              <a:pt x="247608" y="113003"/>
                              <a:pt x="247286" y="113003"/>
                              <a:pt x="247124" y="113003"/>
                            </a:cubicBezTo>
                            <a:cubicBezTo>
                              <a:pt x="246480" y="113003"/>
                              <a:pt x="245835" y="113165"/>
                              <a:pt x="245351" y="113326"/>
                            </a:cubicBezTo>
                            <a:cubicBezTo>
                              <a:pt x="245190" y="113326"/>
                              <a:pt x="245190" y="113326"/>
                              <a:pt x="245190" y="113326"/>
                            </a:cubicBezTo>
                            <a:cubicBezTo>
                              <a:pt x="244706" y="113487"/>
                              <a:pt x="244062" y="113648"/>
                              <a:pt x="243578" y="113809"/>
                            </a:cubicBezTo>
                            <a:cubicBezTo>
                              <a:pt x="243417" y="113809"/>
                              <a:pt x="243094" y="113971"/>
                              <a:pt x="242933" y="114132"/>
                            </a:cubicBezTo>
                            <a:cubicBezTo>
                              <a:pt x="242611" y="114293"/>
                              <a:pt x="242127" y="114454"/>
                              <a:pt x="241805" y="114615"/>
                            </a:cubicBezTo>
                            <a:cubicBezTo>
                              <a:pt x="241643" y="114777"/>
                              <a:pt x="241321" y="114777"/>
                              <a:pt x="241160" y="114938"/>
                            </a:cubicBezTo>
                            <a:cubicBezTo>
                              <a:pt x="240837" y="115099"/>
                              <a:pt x="240515" y="115260"/>
                              <a:pt x="240193" y="115583"/>
                            </a:cubicBezTo>
                            <a:cubicBezTo>
                              <a:pt x="240031" y="115744"/>
                              <a:pt x="239709" y="115905"/>
                              <a:pt x="239548" y="116066"/>
                            </a:cubicBezTo>
                            <a:cubicBezTo>
                              <a:pt x="239225" y="116389"/>
                              <a:pt x="238903" y="116550"/>
                              <a:pt x="238581" y="116872"/>
                            </a:cubicBezTo>
                            <a:cubicBezTo>
                              <a:pt x="238419" y="117033"/>
                              <a:pt x="238258" y="117195"/>
                              <a:pt x="238097" y="117356"/>
                            </a:cubicBezTo>
                            <a:cubicBezTo>
                              <a:pt x="237613" y="117839"/>
                              <a:pt x="237130" y="118323"/>
                              <a:pt x="236807" y="118807"/>
                            </a:cubicBezTo>
                            <a:cubicBezTo>
                              <a:pt x="226652" y="130575"/>
                              <a:pt x="173455" y="142987"/>
                              <a:pt x="133476" y="142987"/>
                            </a:cubicBezTo>
                            <a:cubicBezTo>
                              <a:pt x="111714" y="142987"/>
                              <a:pt x="95593" y="148468"/>
                              <a:pt x="83826" y="155883"/>
                            </a:cubicBezTo>
                            <a:cubicBezTo>
                              <a:pt x="83342" y="155400"/>
                              <a:pt x="83181" y="155561"/>
                              <a:pt x="83020" y="155561"/>
                            </a:cubicBezTo>
                            <a:close/>
                            <a:moveTo>
                              <a:pt x="214239" y="293551"/>
                            </a:moveTo>
                            <a:cubicBezTo>
                              <a:pt x="206179" y="296775"/>
                              <a:pt x="201988" y="305802"/>
                              <a:pt x="204889" y="314024"/>
                            </a:cubicBezTo>
                            <a:lnTo>
                              <a:pt x="219236" y="354163"/>
                            </a:lnTo>
                            <a:cubicBezTo>
                              <a:pt x="218591" y="354808"/>
                              <a:pt x="217947" y="355453"/>
                              <a:pt x="217141" y="356098"/>
                            </a:cubicBezTo>
                            <a:cubicBezTo>
                              <a:pt x="216979" y="356259"/>
                              <a:pt x="216818" y="356420"/>
                              <a:pt x="216657" y="356581"/>
                            </a:cubicBezTo>
                            <a:cubicBezTo>
                              <a:pt x="216012" y="357065"/>
                              <a:pt x="215529" y="357549"/>
                              <a:pt x="214884" y="358032"/>
                            </a:cubicBezTo>
                            <a:cubicBezTo>
                              <a:pt x="214561" y="358193"/>
                              <a:pt x="214400" y="358516"/>
                              <a:pt x="214078" y="358677"/>
                            </a:cubicBezTo>
                            <a:cubicBezTo>
                              <a:pt x="213594" y="358999"/>
                              <a:pt x="213111" y="359483"/>
                              <a:pt x="212627" y="359805"/>
                            </a:cubicBezTo>
                            <a:cubicBezTo>
                              <a:pt x="212305" y="359967"/>
                              <a:pt x="211982" y="360289"/>
                              <a:pt x="211660" y="360450"/>
                            </a:cubicBezTo>
                            <a:cubicBezTo>
                              <a:pt x="211176" y="360773"/>
                              <a:pt x="210692" y="361095"/>
                              <a:pt x="210209" y="361417"/>
                            </a:cubicBezTo>
                            <a:cubicBezTo>
                              <a:pt x="209886" y="361579"/>
                              <a:pt x="209564" y="361901"/>
                              <a:pt x="209242" y="362062"/>
                            </a:cubicBezTo>
                            <a:cubicBezTo>
                              <a:pt x="208758" y="362385"/>
                              <a:pt x="208274" y="362707"/>
                              <a:pt x="207630" y="363029"/>
                            </a:cubicBezTo>
                            <a:cubicBezTo>
                              <a:pt x="207307" y="363191"/>
                              <a:pt x="206985" y="363352"/>
                              <a:pt x="206662" y="363674"/>
                            </a:cubicBezTo>
                            <a:cubicBezTo>
                              <a:pt x="206179" y="363997"/>
                              <a:pt x="205534" y="364319"/>
                              <a:pt x="204889" y="364642"/>
                            </a:cubicBezTo>
                            <a:cubicBezTo>
                              <a:pt x="204567" y="364803"/>
                              <a:pt x="204244" y="364964"/>
                              <a:pt x="203922" y="365125"/>
                            </a:cubicBezTo>
                            <a:cubicBezTo>
                              <a:pt x="203277" y="365448"/>
                              <a:pt x="202471" y="365770"/>
                              <a:pt x="201665" y="366092"/>
                            </a:cubicBezTo>
                            <a:cubicBezTo>
                              <a:pt x="201504" y="366092"/>
                              <a:pt x="201343" y="366254"/>
                              <a:pt x="201182" y="366254"/>
                            </a:cubicBezTo>
                            <a:cubicBezTo>
                              <a:pt x="200214" y="366576"/>
                              <a:pt x="199408" y="367060"/>
                              <a:pt x="198441" y="367382"/>
                            </a:cubicBezTo>
                            <a:cubicBezTo>
                              <a:pt x="198119" y="367543"/>
                              <a:pt x="197957" y="367543"/>
                              <a:pt x="197635" y="367704"/>
                            </a:cubicBezTo>
                            <a:cubicBezTo>
                              <a:pt x="196990" y="367866"/>
                              <a:pt x="196345" y="368188"/>
                              <a:pt x="195701" y="368349"/>
                            </a:cubicBezTo>
                            <a:cubicBezTo>
                              <a:pt x="195378" y="368510"/>
                              <a:pt x="195056" y="368510"/>
                              <a:pt x="194572" y="368672"/>
                            </a:cubicBezTo>
                            <a:cubicBezTo>
                              <a:pt x="193927" y="368833"/>
                              <a:pt x="193444" y="368994"/>
                              <a:pt x="192799" y="369155"/>
                            </a:cubicBezTo>
                            <a:cubicBezTo>
                              <a:pt x="192477" y="369316"/>
                              <a:pt x="191993" y="369316"/>
                              <a:pt x="191671" y="369478"/>
                            </a:cubicBezTo>
                            <a:cubicBezTo>
                              <a:pt x="191026" y="369639"/>
                              <a:pt x="190542" y="369800"/>
                              <a:pt x="189897" y="369800"/>
                            </a:cubicBezTo>
                            <a:cubicBezTo>
                              <a:pt x="189575" y="369800"/>
                              <a:pt x="189091" y="369961"/>
                              <a:pt x="188769" y="369961"/>
                            </a:cubicBezTo>
                            <a:cubicBezTo>
                              <a:pt x="188124" y="370122"/>
                              <a:pt x="187479" y="370122"/>
                              <a:pt x="186996" y="370284"/>
                            </a:cubicBezTo>
                            <a:cubicBezTo>
                              <a:pt x="186673" y="370284"/>
                              <a:pt x="186190" y="370445"/>
                              <a:pt x="185867" y="370445"/>
                            </a:cubicBezTo>
                            <a:cubicBezTo>
                              <a:pt x="185222" y="370445"/>
                              <a:pt x="184578" y="370606"/>
                              <a:pt x="183933" y="370606"/>
                            </a:cubicBezTo>
                            <a:cubicBezTo>
                              <a:pt x="183610" y="370606"/>
                              <a:pt x="183288" y="370606"/>
                              <a:pt x="182966" y="370606"/>
                            </a:cubicBezTo>
                            <a:cubicBezTo>
                              <a:pt x="181998" y="370606"/>
                              <a:pt x="181031" y="370767"/>
                              <a:pt x="179903" y="370767"/>
                            </a:cubicBezTo>
                            <a:cubicBezTo>
                              <a:pt x="179903" y="370767"/>
                              <a:pt x="179903" y="370767"/>
                              <a:pt x="179903" y="370767"/>
                            </a:cubicBezTo>
                            <a:cubicBezTo>
                              <a:pt x="178935" y="370767"/>
                              <a:pt x="177807" y="370767"/>
                              <a:pt x="176840" y="370606"/>
                            </a:cubicBezTo>
                            <a:cubicBezTo>
                              <a:pt x="176517" y="370606"/>
                              <a:pt x="176195" y="370606"/>
                              <a:pt x="175873" y="370606"/>
                            </a:cubicBezTo>
                            <a:cubicBezTo>
                              <a:pt x="175228" y="370606"/>
                              <a:pt x="174583" y="370445"/>
                              <a:pt x="173777" y="370445"/>
                            </a:cubicBezTo>
                            <a:cubicBezTo>
                              <a:pt x="173455" y="370445"/>
                              <a:pt x="172971" y="370284"/>
                              <a:pt x="172649" y="370284"/>
                            </a:cubicBezTo>
                            <a:cubicBezTo>
                              <a:pt x="172004" y="370284"/>
                              <a:pt x="171359" y="370122"/>
                              <a:pt x="170875" y="369961"/>
                            </a:cubicBezTo>
                            <a:cubicBezTo>
                              <a:pt x="170553" y="369961"/>
                              <a:pt x="170069" y="369800"/>
                              <a:pt x="169747" y="369800"/>
                            </a:cubicBezTo>
                            <a:cubicBezTo>
                              <a:pt x="169102" y="369639"/>
                              <a:pt x="168618" y="369639"/>
                              <a:pt x="167974" y="369478"/>
                            </a:cubicBezTo>
                            <a:cubicBezTo>
                              <a:pt x="167651" y="369316"/>
                              <a:pt x="167168" y="369316"/>
                              <a:pt x="166845" y="369155"/>
                            </a:cubicBezTo>
                            <a:cubicBezTo>
                              <a:pt x="166200" y="368994"/>
                              <a:pt x="165556" y="368833"/>
                              <a:pt x="165072" y="368672"/>
                            </a:cubicBezTo>
                            <a:cubicBezTo>
                              <a:pt x="164750" y="368510"/>
                              <a:pt x="164427" y="368510"/>
                              <a:pt x="164105" y="368349"/>
                            </a:cubicBezTo>
                            <a:cubicBezTo>
                              <a:pt x="163460" y="368188"/>
                              <a:pt x="162815" y="367866"/>
                              <a:pt x="162009" y="367704"/>
                            </a:cubicBezTo>
                            <a:cubicBezTo>
                              <a:pt x="161687" y="367543"/>
                              <a:pt x="161526" y="367543"/>
                              <a:pt x="161203" y="367382"/>
                            </a:cubicBezTo>
                            <a:cubicBezTo>
                              <a:pt x="160236" y="367060"/>
                              <a:pt x="159430" y="366737"/>
                              <a:pt x="158463" y="366254"/>
                            </a:cubicBezTo>
                            <a:cubicBezTo>
                              <a:pt x="158301" y="366254"/>
                              <a:pt x="158140" y="366092"/>
                              <a:pt x="157979" y="366092"/>
                            </a:cubicBezTo>
                            <a:cubicBezTo>
                              <a:pt x="157173" y="365770"/>
                              <a:pt x="156528" y="365448"/>
                              <a:pt x="155722" y="365125"/>
                            </a:cubicBezTo>
                            <a:cubicBezTo>
                              <a:pt x="155400" y="364964"/>
                              <a:pt x="155077" y="364803"/>
                              <a:pt x="154755" y="364642"/>
                            </a:cubicBezTo>
                            <a:cubicBezTo>
                              <a:pt x="154110" y="364319"/>
                              <a:pt x="153627" y="363997"/>
                              <a:pt x="152982" y="363674"/>
                            </a:cubicBezTo>
                            <a:cubicBezTo>
                              <a:pt x="152659" y="363513"/>
                              <a:pt x="152337" y="363352"/>
                              <a:pt x="152015" y="363029"/>
                            </a:cubicBezTo>
                            <a:cubicBezTo>
                              <a:pt x="151531" y="362707"/>
                              <a:pt x="151047" y="362385"/>
                              <a:pt x="150403" y="362062"/>
                            </a:cubicBezTo>
                            <a:cubicBezTo>
                              <a:pt x="150080" y="361901"/>
                              <a:pt x="149758" y="361579"/>
                              <a:pt x="149435" y="361417"/>
                            </a:cubicBezTo>
                            <a:cubicBezTo>
                              <a:pt x="148952" y="361095"/>
                              <a:pt x="148468" y="360773"/>
                              <a:pt x="147984" y="360450"/>
                            </a:cubicBezTo>
                            <a:cubicBezTo>
                              <a:pt x="147662" y="360289"/>
                              <a:pt x="147340" y="359967"/>
                              <a:pt x="147017" y="359805"/>
                            </a:cubicBezTo>
                            <a:cubicBezTo>
                              <a:pt x="146534" y="359483"/>
                              <a:pt x="146050" y="358999"/>
                              <a:pt x="145566" y="358677"/>
                            </a:cubicBezTo>
                            <a:cubicBezTo>
                              <a:pt x="145244" y="358516"/>
                              <a:pt x="145083" y="358193"/>
                              <a:pt x="144760" y="358032"/>
                            </a:cubicBezTo>
                            <a:cubicBezTo>
                              <a:pt x="144116" y="357549"/>
                              <a:pt x="143632" y="357065"/>
                              <a:pt x="142987" y="356581"/>
                            </a:cubicBezTo>
                            <a:cubicBezTo>
                              <a:pt x="142826" y="356420"/>
                              <a:pt x="142665" y="356259"/>
                              <a:pt x="142504" y="356098"/>
                            </a:cubicBezTo>
                            <a:cubicBezTo>
                              <a:pt x="141859" y="355453"/>
                              <a:pt x="141053" y="354808"/>
                              <a:pt x="140408" y="354163"/>
                            </a:cubicBezTo>
                            <a:lnTo>
                              <a:pt x="154755" y="314024"/>
                            </a:lnTo>
                            <a:cubicBezTo>
                              <a:pt x="157657" y="305802"/>
                              <a:pt x="153627" y="296775"/>
                              <a:pt x="145405" y="293551"/>
                            </a:cubicBezTo>
                            <a:cubicBezTo>
                              <a:pt x="109135" y="279204"/>
                              <a:pt x="85599" y="244868"/>
                              <a:pt x="85599" y="205856"/>
                            </a:cubicBezTo>
                            <a:lnTo>
                              <a:pt x="85599" y="199408"/>
                            </a:lnTo>
                            <a:cubicBezTo>
                              <a:pt x="86727" y="196990"/>
                              <a:pt x="88178" y="194411"/>
                              <a:pt x="90274" y="191832"/>
                            </a:cubicBezTo>
                            <a:cubicBezTo>
                              <a:pt x="96238" y="184255"/>
                              <a:pt x="107684" y="175711"/>
                              <a:pt x="128962" y="174744"/>
                            </a:cubicBezTo>
                            <a:cubicBezTo>
                              <a:pt x="129124" y="174744"/>
                              <a:pt x="129446" y="174744"/>
                              <a:pt x="129607" y="174744"/>
                            </a:cubicBezTo>
                            <a:cubicBezTo>
                              <a:pt x="130736" y="174744"/>
                              <a:pt x="132025" y="174744"/>
                              <a:pt x="133154" y="174744"/>
                            </a:cubicBezTo>
                            <a:cubicBezTo>
                              <a:pt x="157657" y="174744"/>
                              <a:pt x="210854" y="168941"/>
                              <a:pt x="242450" y="152982"/>
                            </a:cubicBezTo>
                            <a:cubicBezTo>
                              <a:pt x="243094" y="154110"/>
                              <a:pt x="243578" y="155239"/>
                              <a:pt x="244223" y="156367"/>
                            </a:cubicBezTo>
                            <a:cubicBezTo>
                              <a:pt x="244384" y="156528"/>
                              <a:pt x="244384" y="156689"/>
                              <a:pt x="244545" y="157012"/>
                            </a:cubicBezTo>
                            <a:cubicBezTo>
                              <a:pt x="245190" y="158140"/>
                              <a:pt x="245674" y="159108"/>
                              <a:pt x="246318" y="160236"/>
                            </a:cubicBezTo>
                            <a:cubicBezTo>
                              <a:pt x="246480" y="160397"/>
                              <a:pt x="246641" y="160720"/>
                              <a:pt x="246641" y="160881"/>
                            </a:cubicBezTo>
                            <a:cubicBezTo>
                              <a:pt x="247286" y="162009"/>
                              <a:pt x="247930" y="163138"/>
                              <a:pt x="248575" y="164266"/>
                            </a:cubicBezTo>
                            <a:cubicBezTo>
                              <a:pt x="248575" y="164427"/>
                              <a:pt x="248736" y="164427"/>
                              <a:pt x="248736" y="164588"/>
                            </a:cubicBezTo>
                            <a:cubicBezTo>
                              <a:pt x="249381" y="165717"/>
                              <a:pt x="250026" y="166684"/>
                              <a:pt x="250510" y="167812"/>
                            </a:cubicBezTo>
                            <a:cubicBezTo>
                              <a:pt x="250671" y="167974"/>
                              <a:pt x="250671" y="168296"/>
                              <a:pt x="250832" y="168457"/>
                            </a:cubicBezTo>
                            <a:cubicBezTo>
                              <a:pt x="251477" y="169586"/>
                              <a:pt x="252122" y="170714"/>
                              <a:pt x="252767" y="171843"/>
                            </a:cubicBezTo>
                            <a:cubicBezTo>
                              <a:pt x="252928" y="172165"/>
                              <a:pt x="253089" y="172326"/>
                              <a:pt x="253250" y="172649"/>
                            </a:cubicBezTo>
                            <a:cubicBezTo>
                              <a:pt x="253895" y="173777"/>
                              <a:pt x="254540" y="174905"/>
                              <a:pt x="255185" y="175873"/>
                            </a:cubicBezTo>
                            <a:cubicBezTo>
                              <a:pt x="255346" y="176034"/>
                              <a:pt x="255346" y="176195"/>
                              <a:pt x="255507" y="176356"/>
                            </a:cubicBezTo>
                            <a:cubicBezTo>
                              <a:pt x="256152" y="177323"/>
                              <a:pt x="256635" y="178452"/>
                              <a:pt x="257280" y="179419"/>
                            </a:cubicBezTo>
                            <a:cubicBezTo>
                              <a:pt x="257441" y="179580"/>
                              <a:pt x="257441" y="179903"/>
                              <a:pt x="257603" y="180064"/>
                            </a:cubicBezTo>
                            <a:cubicBezTo>
                              <a:pt x="258247" y="181192"/>
                              <a:pt x="258892" y="182160"/>
                              <a:pt x="259537" y="183288"/>
                            </a:cubicBezTo>
                            <a:cubicBezTo>
                              <a:pt x="259698" y="183610"/>
                              <a:pt x="259859" y="183772"/>
                              <a:pt x="260021" y="184094"/>
                            </a:cubicBezTo>
                            <a:cubicBezTo>
                              <a:pt x="260665" y="185061"/>
                              <a:pt x="261310" y="186190"/>
                              <a:pt x="261794" y="187157"/>
                            </a:cubicBezTo>
                            <a:cubicBezTo>
                              <a:pt x="261955" y="187318"/>
                              <a:pt x="261955" y="187479"/>
                              <a:pt x="262116" y="187802"/>
                            </a:cubicBezTo>
                            <a:cubicBezTo>
                              <a:pt x="262600" y="188769"/>
                              <a:pt x="263245" y="189575"/>
                              <a:pt x="263728" y="190542"/>
                            </a:cubicBezTo>
                            <a:cubicBezTo>
                              <a:pt x="263890" y="190703"/>
                              <a:pt x="263890" y="190864"/>
                              <a:pt x="264051" y="191026"/>
                            </a:cubicBezTo>
                            <a:cubicBezTo>
                              <a:pt x="264696" y="191993"/>
                              <a:pt x="265179" y="192960"/>
                              <a:pt x="265663" y="193766"/>
                            </a:cubicBezTo>
                            <a:cubicBezTo>
                              <a:pt x="265824" y="194089"/>
                              <a:pt x="265985" y="194250"/>
                              <a:pt x="266146" y="194572"/>
                            </a:cubicBezTo>
                            <a:cubicBezTo>
                              <a:pt x="266630" y="195378"/>
                              <a:pt x="267114" y="196345"/>
                              <a:pt x="267597" y="197151"/>
                            </a:cubicBezTo>
                            <a:cubicBezTo>
                              <a:pt x="267758" y="197313"/>
                              <a:pt x="267920" y="197635"/>
                              <a:pt x="267920" y="197796"/>
                            </a:cubicBezTo>
                            <a:cubicBezTo>
                              <a:pt x="268403" y="198602"/>
                              <a:pt x="268887" y="199408"/>
                              <a:pt x="269370" y="200214"/>
                            </a:cubicBezTo>
                            <a:cubicBezTo>
                              <a:pt x="269370" y="200214"/>
                              <a:pt x="269532" y="200376"/>
                              <a:pt x="269532" y="200376"/>
                            </a:cubicBezTo>
                            <a:cubicBezTo>
                              <a:pt x="270015" y="201182"/>
                              <a:pt x="270499" y="201988"/>
                              <a:pt x="270982" y="202794"/>
                            </a:cubicBezTo>
                            <a:cubicBezTo>
                              <a:pt x="271144" y="202955"/>
                              <a:pt x="271144" y="203116"/>
                              <a:pt x="271305" y="203277"/>
                            </a:cubicBezTo>
                            <a:cubicBezTo>
                              <a:pt x="271788" y="203922"/>
                              <a:pt x="272111" y="204567"/>
                              <a:pt x="272433" y="205212"/>
                            </a:cubicBezTo>
                            <a:cubicBezTo>
                              <a:pt x="272594" y="205373"/>
                              <a:pt x="272594" y="205534"/>
                              <a:pt x="272756" y="205695"/>
                            </a:cubicBezTo>
                            <a:cubicBezTo>
                              <a:pt x="273078" y="206340"/>
                              <a:pt x="273562" y="206985"/>
                              <a:pt x="273884" y="207468"/>
                            </a:cubicBezTo>
                            <a:cubicBezTo>
                              <a:pt x="273562" y="245674"/>
                              <a:pt x="250187" y="279526"/>
                              <a:pt x="214239" y="293551"/>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grpSp>
                <p:cxnSp>
                  <p:nvCxnSpPr>
                    <p:cNvPr id="870" name="Google Shape;870;g3bb050f2e20_0_94"/>
                    <p:cNvCxnSpPr/>
                    <p:nvPr/>
                  </p:nvCxnSpPr>
                  <p:spPr>
                    <a:xfrm rot="10800000">
                      <a:off x="1443172" y="8632890"/>
                      <a:ext cx="0" cy="384600"/>
                    </a:xfrm>
                    <a:prstGeom prst="straightConnector1">
                      <a:avLst/>
                    </a:prstGeom>
                    <a:noFill/>
                    <a:ln cap="flat" cmpd="sng" w="9525">
                      <a:solidFill>
                        <a:srgbClr val="1D93C9"/>
                      </a:solidFill>
                      <a:prstDash val="solid"/>
                      <a:miter lim="800000"/>
                      <a:headEnd len="sm" w="sm" type="none"/>
                      <a:tailEnd len="sm" w="sm" type="none"/>
                    </a:ln>
                  </p:spPr>
                </p:cxnSp>
              </p:grpSp>
            </p:grpSp>
          </p:grpSp>
          <p:sp>
            <p:nvSpPr>
              <p:cNvPr id="871" name="Google Shape;871;g3bb050f2e20_0_94"/>
              <p:cNvSpPr txBox="1"/>
              <p:nvPr/>
            </p:nvSpPr>
            <p:spPr>
              <a:xfrm>
                <a:off x="708878" y="6374606"/>
                <a:ext cx="1524600" cy="271800"/>
              </a:xfrm>
              <a:prstGeom prst="rect">
                <a:avLst/>
              </a:prstGeom>
              <a:noFill/>
              <a:ln>
                <a:noFill/>
              </a:ln>
            </p:spPr>
            <p:txBody>
              <a:bodyPr anchorCtr="0" anchor="t" bIns="19500" lIns="39100" spcFirstLastPara="1" rIns="39100" wrap="square" tIns="19500">
                <a:spAutoFit/>
              </a:bodyPr>
              <a:lstStyle/>
              <a:p>
                <a:pPr indent="0" lvl="0" marL="0" marR="0" rtl="0" algn="l">
                  <a:lnSpc>
                    <a:spcPct val="100000"/>
                  </a:lnSpc>
                  <a:spcBef>
                    <a:spcPts val="0"/>
                  </a:spcBef>
                  <a:spcAft>
                    <a:spcPts val="0"/>
                  </a:spcAft>
                  <a:buClr>
                    <a:srgbClr val="000000"/>
                  </a:buClr>
                  <a:buSzPts val="650"/>
                  <a:buFont typeface="Arial"/>
                  <a:buNone/>
                </a:pPr>
                <a:r>
                  <a:rPr b="1" i="0" lang="vi" sz="650" u="none" cap="none" strike="noStrike">
                    <a:solidFill>
                      <a:srgbClr val="042D4D"/>
                    </a:solidFill>
                    <a:latin typeface="Calibri"/>
                    <a:ea typeface="Calibri"/>
                    <a:cs typeface="Calibri"/>
                    <a:sym typeface="Calibri"/>
                  </a:rPr>
                  <a:t>FREQUENCY</a:t>
                </a:r>
                <a:endParaRPr b="0" i="0" sz="650" u="none" cap="none" strike="noStrike">
                  <a:solidFill>
                    <a:srgbClr val="000000"/>
                  </a:solidFill>
                  <a:latin typeface="Arial"/>
                  <a:ea typeface="Arial"/>
                  <a:cs typeface="Arial"/>
                  <a:sym typeface="Arial"/>
                </a:endParaRPr>
              </a:p>
            </p:txBody>
          </p:sp>
          <p:sp>
            <p:nvSpPr>
              <p:cNvPr id="872" name="Google Shape;872;g3bb050f2e20_0_94"/>
              <p:cNvSpPr txBox="1"/>
              <p:nvPr/>
            </p:nvSpPr>
            <p:spPr>
              <a:xfrm>
                <a:off x="2666734" y="6374606"/>
                <a:ext cx="1865100" cy="271800"/>
              </a:xfrm>
              <a:prstGeom prst="rect">
                <a:avLst/>
              </a:prstGeom>
              <a:noFill/>
              <a:ln>
                <a:noFill/>
              </a:ln>
            </p:spPr>
            <p:txBody>
              <a:bodyPr anchorCtr="0" anchor="t" bIns="19500" lIns="39100" spcFirstLastPara="1" rIns="39100" wrap="square" tIns="19500">
                <a:spAutoFit/>
              </a:bodyPr>
              <a:lstStyle/>
              <a:p>
                <a:pPr indent="0" lvl="0" marL="0" marR="0" rtl="0" algn="l">
                  <a:lnSpc>
                    <a:spcPct val="100000"/>
                  </a:lnSpc>
                  <a:spcBef>
                    <a:spcPts val="0"/>
                  </a:spcBef>
                  <a:spcAft>
                    <a:spcPts val="0"/>
                  </a:spcAft>
                  <a:buClr>
                    <a:srgbClr val="000000"/>
                  </a:buClr>
                  <a:buSzPts val="650"/>
                  <a:buFont typeface="Arial"/>
                  <a:buNone/>
                </a:pPr>
                <a:r>
                  <a:rPr b="1" i="0" lang="vi" sz="650" u="none" cap="none" strike="noStrike">
                    <a:solidFill>
                      <a:srgbClr val="042D4D"/>
                    </a:solidFill>
                    <a:latin typeface="Calibri"/>
                    <a:ea typeface="Calibri"/>
                    <a:cs typeface="Calibri"/>
                    <a:sym typeface="Calibri"/>
                  </a:rPr>
                  <a:t>PARTICIPANTS</a:t>
                </a:r>
                <a:endParaRPr b="0" i="0" sz="650" u="none" cap="none" strike="noStrike">
                  <a:solidFill>
                    <a:srgbClr val="000000"/>
                  </a:solidFill>
                  <a:latin typeface="Arial"/>
                  <a:ea typeface="Arial"/>
                  <a:cs typeface="Arial"/>
                  <a:sym typeface="Arial"/>
                </a:endParaRPr>
              </a:p>
            </p:txBody>
          </p:sp>
        </p:grpSp>
      </p:grpSp>
      <p:sp>
        <p:nvSpPr>
          <p:cNvPr id="873" name="Google Shape;873;g3bb050f2e20_0_94"/>
          <p:cNvSpPr/>
          <p:nvPr/>
        </p:nvSpPr>
        <p:spPr>
          <a:xfrm>
            <a:off x="4640116" y="1976766"/>
            <a:ext cx="2098800" cy="2349300"/>
          </a:xfrm>
          <a:prstGeom prst="rect">
            <a:avLst/>
          </a:prstGeom>
          <a:solidFill>
            <a:srgbClr val="FFFFFF"/>
          </a:solidFill>
          <a:ln>
            <a:noFill/>
          </a:ln>
        </p:spPr>
        <p:txBody>
          <a:bodyPr anchorCtr="0" anchor="ctr" bIns="19500" lIns="39100" spcFirstLastPara="1" rIns="39100" wrap="square" tIns="19500">
            <a:noAutofit/>
          </a:bodyPr>
          <a:lstStyle/>
          <a:p>
            <a:pPr indent="0" lvl="0" marL="0" marR="0" rtl="0" algn="ctr">
              <a:lnSpc>
                <a:spcPct val="100000"/>
              </a:lnSpc>
              <a:spcBef>
                <a:spcPts val="0"/>
              </a:spcBef>
              <a:spcAft>
                <a:spcPts val="0"/>
              </a:spcAft>
              <a:buClr>
                <a:srgbClr val="000000"/>
              </a:buClr>
              <a:buSzPts val="1154"/>
              <a:buFont typeface="Arial"/>
              <a:buNone/>
            </a:pPr>
            <a:r>
              <a:t/>
            </a:r>
            <a:endParaRPr b="0" i="0" sz="1154" u="none" cap="none" strike="noStrike">
              <a:solidFill>
                <a:srgbClr val="FFFFFF"/>
              </a:solidFill>
              <a:latin typeface="Calibri"/>
              <a:ea typeface="Calibri"/>
              <a:cs typeface="Calibri"/>
              <a:sym typeface="Calibri"/>
            </a:endParaRPr>
          </a:p>
        </p:txBody>
      </p:sp>
      <p:grpSp>
        <p:nvGrpSpPr>
          <p:cNvPr id="874" name="Google Shape;874;g3bb050f2e20_0_94"/>
          <p:cNvGrpSpPr/>
          <p:nvPr/>
        </p:nvGrpSpPr>
        <p:grpSpPr>
          <a:xfrm>
            <a:off x="4638241" y="992281"/>
            <a:ext cx="2106982" cy="984297"/>
            <a:chOff x="9307214" y="1917701"/>
            <a:chExt cx="4104776" cy="1917586"/>
          </a:xfrm>
        </p:grpSpPr>
        <p:pic>
          <p:nvPicPr>
            <p:cNvPr id="875" name="Google Shape;875;g3bb050f2e20_0_94"/>
            <p:cNvPicPr preferRelativeResize="0"/>
            <p:nvPr/>
          </p:nvPicPr>
          <p:blipFill rotWithShape="1">
            <a:blip r:embed="rId4">
              <a:alphaModFix/>
            </a:blip>
            <a:srcRect b="0" l="-280" r="0" t="0"/>
            <a:stretch/>
          </p:blipFill>
          <p:spPr>
            <a:xfrm>
              <a:off x="9307214" y="1917701"/>
              <a:ext cx="4104776" cy="1917586"/>
            </a:xfrm>
            <a:prstGeom prst="rect">
              <a:avLst/>
            </a:prstGeom>
            <a:solidFill>
              <a:srgbClr val="F1F1F3"/>
            </a:solidFill>
            <a:ln>
              <a:noFill/>
            </a:ln>
          </p:spPr>
        </p:pic>
        <p:sp>
          <p:nvSpPr>
            <p:cNvPr id="876" name="Google Shape;876;g3bb050f2e20_0_94"/>
            <p:cNvSpPr txBox="1"/>
            <p:nvPr/>
          </p:nvSpPr>
          <p:spPr>
            <a:xfrm>
              <a:off x="9314141" y="3351039"/>
              <a:ext cx="4097700" cy="435900"/>
            </a:xfrm>
            <a:prstGeom prst="rect">
              <a:avLst/>
            </a:prstGeom>
            <a:solidFill>
              <a:srgbClr val="021E33">
                <a:alpha val="60000"/>
              </a:srgbClr>
            </a:solidFill>
            <a:ln>
              <a:noFill/>
            </a:ln>
          </p:spPr>
          <p:txBody>
            <a:bodyPr anchorCtr="0" anchor="ctr" bIns="30775" lIns="30775" spcFirstLastPara="1" rIns="30775" wrap="square" tIns="30775">
              <a:spAutoFit/>
            </a:bodyPr>
            <a:lstStyle/>
            <a:p>
              <a:pPr indent="0" lvl="0" marL="0" marR="0" rtl="0" algn="ctr">
                <a:lnSpc>
                  <a:spcPct val="100000"/>
                </a:lnSpc>
                <a:spcBef>
                  <a:spcPts val="0"/>
                </a:spcBef>
                <a:spcAft>
                  <a:spcPts val="0"/>
                </a:spcAft>
                <a:buClr>
                  <a:srgbClr val="000000"/>
                </a:buClr>
                <a:buSzPts val="1050"/>
                <a:buFont typeface="Arial"/>
                <a:buNone/>
              </a:pPr>
              <a:r>
                <a:rPr b="1" i="0" lang="vi" sz="1050" u="none" cap="none" strike="noStrike">
                  <a:solidFill>
                    <a:srgbClr val="FFFFFF"/>
                  </a:solidFill>
                  <a:latin typeface="Lato"/>
                  <a:ea typeface="Lato"/>
                  <a:cs typeface="Lato"/>
                  <a:sym typeface="Lato"/>
                </a:rPr>
                <a:t>SPRINT REVIEW</a:t>
              </a:r>
              <a:endParaRPr b="0" i="0" sz="1050" u="none" cap="none" strike="noStrike">
                <a:solidFill>
                  <a:srgbClr val="000000"/>
                </a:solidFill>
                <a:latin typeface="Lato"/>
                <a:ea typeface="Lato"/>
                <a:cs typeface="Lato"/>
                <a:sym typeface="Lato"/>
              </a:endParaRPr>
            </a:p>
          </p:txBody>
        </p:sp>
      </p:grpSp>
      <p:sp>
        <p:nvSpPr>
          <p:cNvPr id="877" name="Google Shape;877;g3bb050f2e20_0_94"/>
          <p:cNvSpPr txBox="1"/>
          <p:nvPr/>
        </p:nvSpPr>
        <p:spPr>
          <a:xfrm>
            <a:off x="4744757" y="2081351"/>
            <a:ext cx="1881300" cy="169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D94C9"/>
              </a:buClr>
              <a:buSzPts val="1077"/>
              <a:buFont typeface="Arial"/>
              <a:buNone/>
            </a:pPr>
            <a:r>
              <a:rPr b="1" i="0" lang="vi" sz="850" u="none" cap="none" strike="noStrike">
                <a:solidFill>
                  <a:srgbClr val="042D4D"/>
                </a:solidFill>
                <a:latin typeface="Calibri"/>
                <a:ea typeface="Calibri"/>
                <a:cs typeface="Calibri"/>
                <a:sym typeface="Calibri"/>
              </a:rPr>
              <a:t>インクリメントの検査とフィードバック収集</a:t>
            </a:r>
            <a:endParaRPr b="0" i="0" sz="850" u="none" cap="none" strike="noStrike">
              <a:solidFill>
                <a:srgbClr val="000000"/>
              </a:solidFill>
              <a:latin typeface="Arial"/>
              <a:ea typeface="Arial"/>
              <a:cs typeface="Arial"/>
              <a:sym typeface="Arial"/>
            </a:endParaRPr>
          </a:p>
        </p:txBody>
      </p:sp>
      <p:cxnSp>
        <p:nvCxnSpPr>
          <p:cNvPr id="878" name="Google Shape;878;g3bb050f2e20_0_94"/>
          <p:cNvCxnSpPr/>
          <p:nvPr/>
        </p:nvCxnSpPr>
        <p:spPr>
          <a:xfrm>
            <a:off x="5336877" y="2342661"/>
            <a:ext cx="696900" cy="0"/>
          </a:xfrm>
          <a:prstGeom prst="straightConnector1">
            <a:avLst/>
          </a:prstGeom>
          <a:noFill/>
          <a:ln cap="flat" cmpd="sng" w="12200">
            <a:solidFill>
              <a:srgbClr val="1D93C9"/>
            </a:solidFill>
            <a:prstDash val="solid"/>
            <a:miter lim="800000"/>
            <a:headEnd len="sm" w="sm" type="none"/>
            <a:tailEnd len="sm" w="sm" type="none"/>
          </a:ln>
        </p:spPr>
      </p:cxnSp>
      <p:sp>
        <p:nvSpPr>
          <p:cNvPr id="879" name="Google Shape;879;g3bb050f2e20_0_94"/>
          <p:cNvSpPr txBox="1"/>
          <p:nvPr/>
        </p:nvSpPr>
        <p:spPr>
          <a:xfrm>
            <a:off x="4761351" y="2455256"/>
            <a:ext cx="1848000" cy="588000"/>
          </a:xfrm>
          <a:prstGeom prst="rect">
            <a:avLst/>
          </a:prstGeom>
          <a:noFill/>
          <a:ln>
            <a:noFill/>
          </a:ln>
        </p:spPr>
        <p:txBody>
          <a:bodyPr anchorCtr="0" anchor="t" bIns="0" lIns="0" spcFirstLastPara="1" rIns="0" wrap="square" tIns="0">
            <a:spAutoFit/>
          </a:bodyPr>
          <a:lstStyle/>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完了機能・成果物のデモ</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スプリント目標に対する成果の検証</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顧客・ステークホルダーフィードバックの収集</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スコープ・優先順位への影響レビュー</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バックログ調整の合意</a:t>
            </a:r>
            <a:endParaRPr b="0" i="0" sz="650" u="none" cap="none" strike="noStrike">
              <a:solidFill>
                <a:srgbClr val="063C67"/>
              </a:solidFill>
              <a:latin typeface="Calibri"/>
              <a:ea typeface="Calibri"/>
              <a:cs typeface="Calibri"/>
              <a:sym typeface="Calibri"/>
            </a:endParaRPr>
          </a:p>
        </p:txBody>
      </p:sp>
      <p:grpSp>
        <p:nvGrpSpPr>
          <p:cNvPr id="880" name="Google Shape;880;g3bb050f2e20_0_94"/>
          <p:cNvGrpSpPr/>
          <p:nvPr/>
        </p:nvGrpSpPr>
        <p:grpSpPr>
          <a:xfrm>
            <a:off x="4664817" y="3131634"/>
            <a:ext cx="2068845" cy="1061549"/>
            <a:chOff x="617244" y="6374606"/>
            <a:chExt cx="4030479" cy="2068087"/>
          </a:xfrm>
        </p:grpSpPr>
        <p:grpSp>
          <p:nvGrpSpPr>
            <p:cNvPr id="881" name="Google Shape;881;g3bb050f2e20_0_94"/>
            <p:cNvGrpSpPr/>
            <p:nvPr/>
          </p:nvGrpSpPr>
          <p:grpSpPr>
            <a:xfrm>
              <a:off x="617244" y="6828093"/>
              <a:ext cx="4030479" cy="1614600"/>
              <a:chOff x="726771" y="7742896"/>
              <a:chExt cx="4030479" cy="1614600"/>
            </a:xfrm>
          </p:grpSpPr>
          <p:sp>
            <p:nvSpPr>
              <p:cNvPr id="882" name="Google Shape;882;g3bb050f2e20_0_94"/>
              <p:cNvSpPr/>
              <p:nvPr/>
            </p:nvSpPr>
            <p:spPr>
              <a:xfrm>
                <a:off x="2887950" y="7742896"/>
                <a:ext cx="1869300" cy="1614600"/>
              </a:xfrm>
              <a:prstGeom prst="rect">
                <a:avLst/>
              </a:prstGeom>
              <a:noFill/>
              <a:ln>
                <a:noFill/>
              </a:ln>
            </p:spPr>
            <p:txBody>
              <a:bodyPr anchorCtr="0" anchor="t" bIns="19500" lIns="39100" spcFirstLastPara="1" rIns="39100" wrap="square" tIns="19500">
                <a:noAutofit/>
              </a:bodyPr>
              <a:lstStyle/>
              <a:p>
                <a:pPr indent="-122163" lvl="0" marL="122163" marR="0" rtl="0" algn="l">
                  <a:lnSpc>
                    <a:spcPct val="100000"/>
                  </a:lnSpc>
                  <a:spcBef>
                    <a:spcPts val="0"/>
                  </a:spcBef>
                  <a:spcAft>
                    <a:spcPts val="0"/>
                  </a:spcAft>
                  <a:buClr>
                    <a:srgbClr val="A6E3FA"/>
                  </a:buClr>
                  <a:buSzPts val="550"/>
                  <a:buFont typeface="Arial"/>
                  <a:buChar char="•"/>
                </a:pPr>
                <a:r>
                  <a:rPr b="1" i="0" lang="vi" sz="550" u="none" cap="none" strike="noStrike">
                    <a:solidFill>
                      <a:srgbClr val="063C67"/>
                    </a:solidFill>
                    <a:latin typeface="Calibri"/>
                    <a:ea typeface="Calibri"/>
                    <a:cs typeface="Calibri"/>
                    <a:sym typeface="Calibri"/>
                  </a:rPr>
                  <a:t>Customer</a:t>
                </a:r>
                <a:endParaRPr b="0" i="0" sz="5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Product Owner</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Project Manager</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1" i="0" lang="vi" sz="550" u="none" cap="none" strike="noStrike">
                    <a:solidFill>
                      <a:srgbClr val="063C67"/>
                    </a:solidFill>
                    <a:latin typeface="Calibri"/>
                    <a:ea typeface="Calibri"/>
                    <a:cs typeface="Calibri"/>
                    <a:sym typeface="Calibri"/>
                  </a:rPr>
                  <a:t> </a:t>
                </a:r>
                <a:endParaRPr b="0" i="0" sz="550" u="none" cap="none" strike="noStrike">
                  <a:solidFill>
                    <a:srgbClr val="000000"/>
                  </a:solidFill>
                  <a:latin typeface="Arial"/>
                  <a:ea typeface="Arial"/>
                  <a:cs typeface="Arial"/>
                  <a:sym typeface="Arial"/>
                </a:endParaRPr>
              </a:p>
              <a:p>
                <a:pPr indent="-122163" lvl="0" marL="122163" marR="0" rtl="0" algn="l">
                  <a:lnSpc>
                    <a:spcPct val="100000"/>
                  </a:lnSpc>
                  <a:spcBef>
                    <a:spcPts val="0"/>
                  </a:spcBef>
                  <a:spcAft>
                    <a:spcPts val="0"/>
                  </a:spcAft>
                  <a:buClr>
                    <a:srgbClr val="A6E3FA"/>
                  </a:buClr>
                  <a:buSzPts val="550"/>
                  <a:buFont typeface="Arial"/>
                  <a:buChar char="•"/>
                </a:pPr>
                <a:r>
                  <a:rPr b="1" i="0" lang="vi" sz="550" u="none" cap="none" strike="noStrike">
                    <a:solidFill>
                      <a:srgbClr val="063C67"/>
                    </a:solidFill>
                    <a:latin typeface="Calibri"/>
                    <a:ea typeface="Calibri"/>
                    <a:cs typeface="Calibri"/>
                    <a:sym typeface="Calibri"/>
                  </a:rPr>
                  <a:t>VMO</a:t>
                </a:r>
                <a:endParaRPr b="0" i="0" sz="5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Project Manager</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Business Analysis</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Development Team</a:t>
                </a:r>
                <a:endParaRPr b="0" i="0" sz="550" u="none" cap="none" strike="noStrike">
                  <a:solidFill>
                    <a:srgbClr val="042D4D"/>
                  </a:solidFill>
                  <a:latin typeface="Calibri"/>
                  <a:ea typeface="Calibri"/>
                  <a:cs typeface="Calibri"/>
                  <a:sym typeface="Calibri"/>
                </a:endParaRPr>
              </a:p>
            </p:txBody>
          </p:sp>
          <p:grpSp>
            <p:nvGrpSpPr>
              <p:cNvPr id="883" name="Google Shape;883;g3bb050f2e20_0_94"/>
              <p:cNvGrpSpPr/>
              <p:nvPr/>
            </p:nvGrpSpPr>
            <p:grpSpPr>
              <a:xfrm flipH="1" rot="-5400000">
                <a:off x="2596213" y="7861112"/>
                <a:ext cx="231636" cy="1368000"/>
                <a:chOff x="9573671" y="5660127"/>
                <a:chExt cx="176700" cy="1368000"/>
              </a:xfrm>
            </p:grpSpPr>
            <p:cxnSp>
              <p:nvCxnSpPr>
                <p:cNvPr id="884" name="Google Shape;884;g3bb050f2e20_0_94"/>
                <p:cNvCxnSpPr/>
                <p:nvPr/>
              </p:nvCxnSpPr>
              <p:spPr>
                <a:xfrm rot="10800000">
                  <a:off x="9662052" y="5660127"/>
                  <a:ext cx="0" cy="1368000"/>
                </a:xfrm>
                <a:prstGeom prst="straightConnector1">
                  <a:avLst/>
                </a:prstGeom>
                <a:noFill/>
                <a:ln cap="sq" cmpd="sng" w="12200">
                  <a:solidFill>
                    <a:srgbClr val="1D93C9"/>
                  </a:solidFill>
                  <a:prstDash val="solid"/>
                  <a:bevel/>
                  <a:headEnd len="sm" w="sm" type="none"/>
                  <a:tailEnd len="sm" w="sm" type="none"/>
                </a:ln>
              </p:spPr>
            </p:cxnSp>
            <p:sp>
              <p:nvSpPr>
                <p:cNvPr id="885" name="Google Shape;885;g3bb050f2e20_0_94"/>
                <p:cNvSpPr/>
                <p:nvPr/>
              </p:nvSpPr>
              <p:spPr>
                <a:xfrm rot="10800000">
                  <a:off x="9573671" y="6337421"/>
                  <a:ext cx="176700" cy="152400"/>
                </a:xfrm>
                <a:prstGeom prst="triangle">
                  <a:avLst>
                    <a:gd fmla="val 50000" name="adj"/>
                  </a:avLst>
                </a:prstGeom>
                <a:solidFill>
                  <a:srgbClr val="1D93C9"/>
                </a:solidFill>
                <a:ln>
                  <a:noFill/>
                </a:ln>
              </p:spPr>
              <p:txBody>
                <a:bodyPr anchorCtr="0" anchor="ctr" bIns="19500" lIns="39100" spcFirstLastPara="1" rIns="39100" wrap="square" tIns="19500">
                  <a:noAutofit/>
                </a:bodyPr>
                <a:lstStyle/>
                <a:p>
                  <a:pPr indent="0" lvl="0" marL="0" marR="0" rtl="0" algn="ctr">
                    <a:lnSpc>
                      <a:spcPct val="100000"/>
                    </a:lnSpc>
                    <a:spcBef>
                      <a:spcPts val="0"/>
                    </a:spcBef>
                    <a:spcAft>
                      <a:spcPts val="0"/>
                    </a:spcAft>
                    <a:buClr>
                      <a:srgbClr val="000000"/>
                    </a:buClr>
                    <a:buSzPts val="1197"/>
                    <a:buFont typeface="Arial"/>
                    <a:buNone/>
                  </a:pPr>
                  <a:r>
                    <a:t/>
                  </a:r>
                  <a:endParaRPr b="0" i="0" sz="1197" u="none" cap="none" strike="noStrike">
                    <a:solidFill>
                      <a:srgbClr val="042D4D"/>
                    </a:solidFill>
                    <a:latin typeface="Calibri"/>
                    <a:ea typeface="Calibri"/>
                    <a:cs typeface="Calibri"/>
                    <a:sym typeface="Calibri"/>
                  </a:endParaRPr>
                </a:p>
              </p:txBody>
            </p:sp>
          </p:grpSp>
          <p:grpSp>
            <p:nvGrpSpPr>
              <p:cNvPr id="886" name="Google Shape;886;g3bb050f2e20_0_94"/>
              <p:cNvGrpSpPr/>
              <p:nvPr/>
            </p:nvGrpSpPr>
            <p:grpSpPr>
              <a:xfrm>
                <a:off x="726771" y="7861208"/>
                <a:ext cx="1658100" cy="964102"/>
                <a:chOff x="726771" y="8041785"/>
                <a:chExt cx="1658100" cy="964102"/>
              </a:xfrm>
            </p:grpSpPr>
            <p:sp>
              <p:nvSpPr>
                <p:cNvPr id="887" name="Google Shape;887;g3bb050f2e20_0_94"/>
                <p:cNvSpPr/>
                <p:nvPr/>
              </p:nvSpPr>
              <p:spPr>
                <a:xfrm>
                  <a:off x="726771" y="8041785"/>
                  <a:ext cx="1658100" cy="412500"/>
                </a:xfrm>
                <a:prstGeom prst="roundRect">
                  <a:avLst>
                    <a:gd fmla="val 16667" name="adj"/>
                  </a:avLst>
                </a:prstGeom>
                <a:solidFill>
                  <a:srgbClr val="1D93C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13"/>
                    <a:buFont typeface="Arial"/>
                    <a:buNone/>
                  </a:pPr>
                  <a:r>
                    <a:rPr b="1" i="0" lang="vi" sz="513" u="none" cap="none" strike="noStrike">
                      <a:solidFill>
                        <a:srgbClr val="FFFFFF"/>
                      </a:solidFill>
                      <a:latin typeface="Calibri"/>
                      <a:ea typeface="Calibri"/>
                      <a:cs typeface="Calibri"/>
                      <a:sym typeface="Calibri"/>
                    </a:rPr>
                    <a:t>AT THE END OF A SPRINT</a:t>
                  </a:r>
                  <a:endParaRPr b="0" i="0" sz="598" u="none" cap="none" strike="noStrike">
                    <a:solidFill>
                      <a:srgbClr val="000000"/>
                    </a:solidFill>
                    <a:latin typeface="Arial"/>
                    <a:ea typeface="Arial"/>
                    <a:cs typeface="Arial"/>
                    <a:sym typeface="Arial"/>
                  </a:endParaRPr>
                </a:p>
              </p:txBody>
            </p:sp>
            <p:grpSp>
              <p:nvGrpSpPr>
                <p:cNvPr id="888" name="Google Shape;888;g3bb050f2e20_0_94"/>
                <p:cNvGrpSpPr/>
                <p:nvPr/>
              </p:nvGrpSpPr>
              <p:grpSpPr>
                <a:xfrm>
                  <a:off x="892715" y="8559653"/>
                  <a:ext cx="1326769" cy="446234"/>
                  <a:chOff x="766605" y="8571256"/>
                  <a:chExt cx="1326769" cy="446234"/>
                </a:xfrm>
              </p:grpSpPr>
              <p:grpSp>
                <p:nvGrpSpPr>
                  <p:cNvPr id="889" name="Google Shape;889;g3bb050f2e20_0_94"/>
                  <p:cNvGrpSpPr/>
                  <p:nvPr/>
                </p:nvGrpSpPr>
                <p:grpSpPr>
                  <a:xfrm>
                    <a:off x="766605" y="8588221"/>
                    <a:ext cx="450360" cy="429249"/>
                    <a:chOff x="766605" y="8588221"/>
                    <a:chExt cx="450360" cy="429249"/>
                  </a:xfrm>
                </p:grpSpPr>
                <p:sp>
                  <p:nvSpPr>
                    <p:cNvPr id="890" name="Google Shape;890;g3bb050f2e20_0_94"/>
                    <p:cNvSpPr/>
                    <p:nvPr/>
                  </p:nvSpPr>
                  <p:spPr>
                    <a:xfrm>
                      <a:off x="766605" y="8588221"/>
                      <a:ext cx="450360" cy="429249"/>
                    </a:xfrm>
                    <a:custGeom>
                      <a:rect b="b" l="l" r="r" t="t"/>
                      <a:pathLst>
                        <a:path extrusionOk="0" h="617625" w="648000">
                          <a:moveTo>
                            <a:pt x="635344" y="592313"/>
                          </a:moveTo>
                          <a:lnTo>
                            <a:pt x="579642" y="592313"/>
                          </a:lnTo>
                          <a:lnTo>
                            <a:pt x="579646" y="561912"/>
                          </a:lnTo>
                          <a:cubicBezTo>
                            <a:pt x="579652" y="502573"/>
                            <a:pt x="539660" y="450285"/>
                            <a:pt x="482389" y="434754"/>
                          </a:cubicBezTo>
                          <a:lnTo>
                            <a:pt x="392344" y="410336"/>
                          </a:lnTo>
                          <a:lnTo>
                            <a:pt x="392344" y="380320"/>
                          </a:lnTo>
                          <a:cubicBezTo>
                            <a:pt x="392344" y="378683"/>
                            <a:pt x="392022" y="377122"/>
                            <a:pt x="391457" y="375686"/>
                          </a:cubicBezTo>
                          <a:cubicBezTo>
                            <a:pt x="391649" y="375578"/>
                            <a:pt x="391845" y="375478"/>
                            <a:pt x="392037" y="375369"/>
                          </a:cubicBezTo>
                          <a:cubicBezTo>
                            <a:pt x="419536" y="359798"/>
                            <a:pt x="440153" y="335159"/>
                            <a:pt x="450998" y="306442"/>
                          </a:cubicBezTo>
                          <a:lnTo>
                            <a:pt x="474641" y="306442"/>
                          </a:lnTo>
                          <a:cubicBezTo>
                            <a:pt x="498169" y="306442"/>
                            <a:pt x="517312" y="287301"/>
                            <a:pt x="517312" y="263771"/>
                          </a:cubicBezTo>
                          <a:lnTo>
                            <a:pt x="517312" y="209512"/>
                          </a:lnTo>
                          <a:cubicBezTo>
                            <a:pt x="517312" y="197025"/>
                            <a:pt x="511920" y="185774"/>
                            <a:pt x="503343" y="177963"/>
                          </a:cubicBezTo>
                          <a:cubicBezTo>
                            <a:pt x="502508" y="79691"/>
                            <a:pt x="422377" y="0"/>
                            <a:pt x="323986" y="0"/>
                          </a:cubicBezTo>
                          <a:cubicBezTo>
                            <a:pt x="225765" y="0"/>
                            <a:pt x="145743" y="79418"/>
                            <a:pt x="144638" y="177456"/>
                          </a:cubicBezTo>
                          <a:cubicBezTo>
                            <a:pt x="135728" y="185282"/>
                            <a:pt x="130087" y="196746"/>
                            <a:pt x="130087" y="209510"/>
                          </a:cubicBezTo>
                          <a:lnTo>
                            <a:pt x="130087" y="263770"/>
                          </a:lnTo>
                          <a:cubicBezTo>
                            <a:pt x="130087" y="287299"/>
                            <a:pt x="149230" y="306442"/>
                            <a:pt x="172758" y="306442"/>
                          </a:cubicBezTo>
                          <a:lnTo>
                            <a:pt x="197165" y="306442"/>
                          </a:lnTo>
                          <a:cubicBezTo>
                            <a:pt x="208016" y="335163"/>
                            <a:pt x="228648" y="359810"/>
                            <a:pt x="256190" y="375407"/>
                          </a:cubicBezTo>
                          <a:lnTo>
                            <a:pt x="256245" y="375436"/>
                          </a:lnTo>
                          <a:cubicBezTo>
                            <a:pt x="256323" y="375481"/>
                            <a:pt x="256403" y="375521"/>
                            <a:pt x="256481" y="375565"/>
                          </a:cubicBezTo>
                          <a:cubicBezTo>
                            <a:pt x="255885" y="377035"/>
                            <a:pt x="255550" y="378637"/>
                            <a:pt x="255550" y="380320"/>
                          </a:cubicBezTo>
                          <a:lnTo>
                            <a:pt x="255550" y="410337"/>
                          </a:lnTo>
                          <a:lnTo>
                            <a:pt x="165582" y="434749"/>
                          </a:lnTo>
                          <a:cubicBezTo>
                            <a:pt x="108330" y="450283"/>
                            <a:pt x="68344" y="502565"/>
                            <a:pt x="68344" y="561888"/>
                          </a:cubicBezTo>
                          <a:lnTo>
                            <a:pt x="68344" y="592313"/>
                          </a:lnTo>
                          <a:lnTo>
                            <a:pt x="12656" y="592313"/>
                          </a:lnTo>
                          <a:cubicBezTo>
                            <a:pt x="5666" y="592313"/>
                            <a:pt x="0" y="597980"/>
                            <a:pt x="0" y="604969"/>
                          </a:cubicBezTo>
                          <a:cubicBezTo>
                            <a:pt x="0" y="611958"/>
                            <a:pt x="5666" y="617625"/>
                            <a:pt x="12656" y="617625"/>
                          </a:cubicBezTo>
                          <a:lnTo>
                            <a:pt x="635344" y="617625"/>
                          </a:lnTo>
                          <a:cubicBezTo>
                            <a:pt x="642334" y="617625"/>
                            <a:pt x="648000" y="611958"/>
                            <a:pt x="648000" y="604969"/>
                          </a:cubicBezTo>
                          <a:cubicBezTo>
                            <a:pt x="648000" y="597980"/>
                            <a:pt x="642334" y="592313"/>
                            <a:pt x="635344" y="592313"/>
                          </a:cubicBezTo>
                          <a:close/>
                          <a:moveTo>
                            <a:pt x="491998" y="209512"/>
                          </a:moveTo>
                          <a:lnTo>
                            <a:pt x="491998" y="263771"/>
                          </a:lnTo>
                          <a:cubicBezTo>
                            <a:pt x="491998" y="273343"/>
                            <a:pt x="484212" y="281129"/>
                            <a:pt x="474640" y="281129"/>
                          </a:cubicBezTo>
                          <a:lnTo>
                            <a:pt x="457799" y="281129"/>
                          </a:lnTo>
                          <a:cubicBezTo>
                            <a:pt x="458971" y="274039"/>
                            <a:pt x="459583" y="266809"/>
                            <a:pt x="459583" y="259495"/>
                          </a:cubicBezTo>
                          <a:lnTo>
                            <a:pt x="459583" y="192152"/>
                          </a:lnTo>
                          <a:lnTo>
                            <a:pt x="474640" y="192152"/>
                          </a:lnTo>
                          <a:cubicBezTo>
                            <a:pt x="484212" y="192152"/>
                            <a:pt x="491998" y="199940"/>
                            <a:pt x="491998" y="209512"/>
                          </a:cubicBezTo>
                          <a:close/>
                          <a:moveTo>
                            <a:pt x="172758" y="281129"/>
                          </a:moveTo>
                          <a:cubicBezTo>
                            <a:pt x="163186" y="281129"/>
                            <a:pt x="155400" y="273342"/>
                            <a:pt x="155400" y="263770"/>
                          </a:cubicBezTo>
                          <a:lnTo>
                            <a:pt x="155400" y="209510"/>
                          </a:lnTo>
                          <a:cubicBezTo>
                            <a:pt x="155400" y="199938"/>
                            <a:pt x="163187" y="192152"/>
                            <a:pt x="172758" y="192152"/>
                          </a:cubicBezTo>
                          <a:lnTo>
                            <a:pt x="188588" y="192152"/>
                          </a:lnTo>
                          <a:cubicBezTo>
                            <a:pt x="188588" y="192227"/>
                            <a:pt x="188578" y="192300"/>
                            <a:pt x="188578" y="192375"/>
                          </a:cubicBezTo>
                          <a:lnTo>
                            <a:pt x="188578" y="259495"/>
                          </a:lnTo>
                          <a:cubicBezTo>
                            <a:pt x="188578" y="266809"/>
                            <a:pt x="189189" y="274039"/>
                            <a:pt x="190361" y="281129"/>
                          </a:cubicBezTo>
                          <a:lnTo>
                            <a:pt x="172758" y="281129"/>
                          </a:lnTo>
                          <a:close/>
                          <a:moveTo>
                            <a:pt x="189086" y="166838"/>
                          </a:moveTo>
                          <a:lnTo>
                            <a:pt x="172758" y="166838"/>
                          </a:lnTo>
                          <a:cubicBezTo>
                            <a:pt x="171981" y="166838"/>
                            <a:pt x="171209" y="166863"/>
                            <a:pt x="170442" y="166903"/>
                          </a:cubicBezTo>
                          <a:cubicBezTo>
                            <a:pt x="176871" y="87753"/>
                            <a:pt x="243277" y="25313"/>
                            <a:pt x="323986" y="25313"/>
                          </a:cubicBezTo>
                          <a:cubicBezTo>
                            <a:pt x="404711" y="25313"/>
                            <a:pt x="471128" y="87777"/>
                            <a:pt x="477534" y="166949"/>
                          </a:cubicBezTo>
                          <a:cubicBezTo>
                            <a:pt x="476576" y="166884"/>
                            <a:pt x="475613" y="166840"/>
                            <a:pt x="474640" y="166840"/>
                          </a:cubicBezTo>
                          <a:lnTo>
                            <a:pt x="459207" y="166840"/>
                          </a:lnTo>
                          <a:cubicBezTo>
                            <a:pt x="459073" y="166290"/>
                            <a:pt x="458904" y="165754"/>
                            <a:pt x="458700" y="165235"/>
                          </a:cubicBezTo>
                          <a:cubicBezTo>
                            <a:pt x="452226" y="96541"/>
                            <a:pt x="394275" y="42609"/>
                            <a:pt x="323965" y="42609"/>
                          </a:cubicBezTo>
                          <a:cubicBezTo>
                            <a:pt x="253109" y="42609"/>
                            <a:pt x="194802" y="97381"/>
                            <a:pt x="189086" y="166838"/>
                          </a:cubicBezTo>
                          <a:close/>
                          <a:moveTo>
                            <a:pt x="213931" y="178054"/>
                          </a:moveTo>
                          <a:cubicBezTo>
                            <a:pt x="213931" y="117329"/>
                            <a:pt x="263292" y="67922"/>
                            <a:pt x="323965" y="67922"/>
                          </a:cubicBezTo>
                          <a:cubicBezTo>
                            <a:pt x="372027" y="67922"/>
                            <a:pt x="412984" y="98926"/>
                            <a:pt x="427936" y="141999"/>
                          </a:cubicBezTo>
                          <a:lnTo>
                            <a:pt x="397330" y="163096"/>
                          </a:lnTo>
                          <a:cubicBezTo>
                            <a:pt x="381556" y="173970"/>
                            <a:pt x="363090" y="179719"/>
                            <a:pt x="343929" y="179719"/>
                          </a:cubicBezTo>
                          <a:lnTo>
                            <a:pt x="213810" y="179719"/>
                          </a:lnTo>
                          <a:cubicBezTo>
                            <a:pt x="213882" y="179172"/>
                            <a:pt x="213931" y="178620"/>
                            <a:pt x="213931" y="178054"/>
                          </a:cubicBezTo>
                          <a:close/>
                          <a:moveTo>
                            <a:pt x="213891" y="259495"/>
                          </a:moveTo>
                          <a:lnTo>
                            <a:pt x="213891" y="205031"/>
                          </a:lnTo>
                          <a:lnTo>
                            <a:pt x="343929" y="205031"/>
                          </a:lnTo>
                          <a:cubicBezTo>
                            <a:pt x="368244" y="205031"/>
                            <a:pt x="391678" y="197736"/>
                            <a:pt x="411696" y="183937"/>
                          </a:cubicBezTo>
                          <a:lnTo>
                            <a:pt x="433609" y="168832"/>
                          </a:lnTo>
                          <a:cubicBezTo>
                            <a:pt x="433863" y="171873"/>
                            <a:pt x="433998" y="174947"/>
                            <a:pt x="433998" y="178053"/>
                          </a:cubicBezTo>
                          <a:cubicBezTo>
                            <a:pt x="433998" y="178948"/>
                            <a:pt x="434093" y="179819"/>
                            <a:pt x="434270" y="180662"/>
                          </a:cubicBezTo>
                          <a:lnTo>
                            <a:pt x="434270" y="259495"/>
                          </a:lnTo>
                          <a:cubicBezTo>
                            <a:pt x="434270" y="275937"/>
                            <a:pt x="430488" y="291866"/>
                            <a:pt x="423574" y="306226"/>
                          </a:cubicBezTo>
                          <a:lnTo>
                            <a:pt x="373825" y="306226"/>
                          </a:lnTo>
                          <a:cubicBezTo>
                            <a:pt x="372075" y="292759"/>
                            <a:pt x="360539" y="282323"/>
                            <a:pt x="346604" y="282323"/>
                          </a:cubicBezTo>
                          <a:lnTo>
                            <a:pt x="317286" y="282323"/>
                          </a:lnTo>
                          <a:cubicBezTo>
                            <a:pt x="302145" y="282323"/>
                            <a:pt x="289827" y="294640"/>
                            <a:pt x="289827" y="309781"/>
                          </a:cubicBezTo>
                          <a:lnTo>
                            <a:pt x="289827" y="322926"/>
                          </a:lnTo>
                          <a:cubicBezTo>
                            <a:pt x="289827" y="338066"/>
                            <a:pt x="302145" y="350384"/>
                            <a:pt x="317286" y="350384"/>
                          </a:cubicBezTo>
                          <a:lnTo>
                            <a:pt x="346604" y="350384"/>
                          </a:lnTo>
                          <a:cubicBezTo>
                            <a:pt x="358736" y="350384"/>
                            <a:pt x="369050" y="342471"/>
                            <a:pt x="372672" y="331537"/>
                          </a:cubicBezTo>
                          <a:lnTo>
                            <a:pt x="406639" y="331537"/>
                          </a:lnTo>
                          <a:cubicBezTo>
                            <a:pt x="398953" y="340108"/>
                            <a:pt x="389852" y="347517"/>
                            <a:pt x="379552" y="353349"/>
                          </a:cubicBezTo>
                          <a:cubicBezTo>
                            <a:pt x="345379" y="372747"/>
                            <a:pt x="302911" y="372773"/>
                            <a:pt x="268653" y="353373"/>
                          </a:cubicBezTo>
                          <a:lnTo>
                            <a:pt x="268599" y="353344"/>
                          </a:lnTo>
                          <a:cubicBezTo>
                            <a:pt x="234853" y="334235"/>
                            <a:pt x="213891" y="298274"/>
                            <a:pt x="213891" y="259495"/>
                          </a:cubicBezTo>
                          <a:close/>
                          <a:moveTo>
                            <a:pt x="348751" y="309781"/>
                          </a:moveTo>
                          <a:lnTo>
                            <a:pt x="348751" y="322926"/>
                          </a:lnTo>
                          <a:cubicBezTo>
                            <a:pt x="348751" y="324110"/>
                            <a:pt x="347787" y="325072"/>
                            <a:pt x="346604" y="325072"/>
                          </a:cubicBezTo>
                          <a:lnTo>
                            <a:pt x="317286" y="325072"/>
                          </a:lnTo>
                          <a:cubicBezTo>
                            <a:pt x="316103" y="325072"/>
                            <a:pt x="315139" y="324109"/>
                            <a:pt x="315139" y="322926"/>
                          </a:cubicBezTo>
                          <a:lnTo>
                            <a:pt x="315139" y="309781"/>
                          </a:lnTo>
                          <a:cubicBezTo>
                            <a:pt x="315139" y="308597"/>
                            <a:pt x="316103" y="307635"/>
                            <a:pt x="317286" y="307635"/>
                          </a:cubicBezTo>
                          <a:lnTo>
                            <a:pt x="346604" y="307635"/>
                          </a:lnTo>
                          <a:cubicBezTo>
                            <a:pt x="347787" y="307635"/>
                            <a:pt x="348751" y="308599"/>
                            <a:pt x="348751" y="309781"/>
                          </a:cubicBezTo>
                          <a:close/>
                          <a:moveTo>
                            <a:pt x="93656" y="592313"/>
                          </a:moveTo>
                          <a:lnTo>
                            <a:pt x="93656" y="561888"/>
                          </a:lnTo>
                          <a:cubicBezTo>
                            <a:pt x="93656" y="513964"/>
                            <a:pt x="125959" y="471728"/>
                            <a:pt x="172211" y="459179"/>
                          </a:cubicBezTo>
                          <a:lnTo>
                            <a:pt x="259667" y="435448"/>
                          </a:lnTo>
                          <a:lnTo>
                            <a:pt x="307313" y="592313"/>
                          </a:lnTo>
                          <a:lnTo>
                            <a:pt x="93656" y="592313"/>
                          </a:lnTo>
                          <a:close/>
                          <a:moveTo>
                            <a:pt x="280864" y="418137"/>
                          </a:moveTo>
                          <a:lnTo>
                            <a:pt x="280864" y="386313"/>
                          </a:lnTo>
                          <a:cubicBezTo>
                            <a:pt x="294863" y="390911"/>
                            <a:pt x="309472" y="393212"/>
                            <a:pt x="324082" y="393212"/>
                          </a:cubicBezTo>
                          <a:cubicBezTo>
                            <a:pt x="338599" y="393212"/>
                            <a:pt x="353114" y="390935"/>
                            <a:pt x="367031" y="386397"/>
                          </a:cubicBezTo>
                          <a:lnTo>
                            <a:pt x="367031" y="418142"/>
                          </a:lnTo>
                          <a:lnTo>
                            <a:pt x="323989" y="560120"/>
                          </a:lnTo>
                          <a:lnTo>
                            <a:pt x="280864" y="418137"/>
                          </a:lnTo>
                          <a:close/>
                          <a:moveTo>
                            <a:pt x="554330" y="592313"/>
                          </a:moveTo>
                          <a:lnTo>
                            <a:pt x="340678" y="592313"/>
                          </a:lnTo>
                          <a:lnTo>
                            <a:pt x="388234" y="435448"/>
                          </a:lnTo>
                          <a:lnTo>
                            <a:pt x="475764" y="459185"/>
                          </a:lnTo>
                          <a:cubicBezTo>
                            <a:pt x="522030" y="471731"/>
                            <a:pt x="554339" y="513974"/>
                            <a:pt x="554334" y="561911"/>
                          </a:cubicBezTo>
                          <a:lnTo>
                            <a:pt x="554330" y="592313"/>
                          </a:ln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91" name="Google Shape;891;g3bb050f2e20_0_94"/>
                    <p:cNvSpPr/>
                    <p:nvPr/>
                  </p:nvSpPr>
                  <p:spPr>
                    <a:xfrm>
                      <a:off x="1108559" y="8957674"/>
                      <a:ext cx="17592" cy="17592"/>
                    </a:xfrm>
                    <a:custGeom>
                      <a:rect b="b" l="l" r="r" t="t"/>
                      <a:pathLst>
                        <a:path extrusionOk="0" h="25312" w="25312">
                          <a:moveTo>
                            <a:pt x="21604" y="3708"/>
                          </a:moveTo>
                          <a:cubicBezTo>
                            <a:pt x="19250" y="1353"/>
                            <a:pt x="15985" y="0"/>
                            <a:pt x="12656" y="0"/>
                          </a:cubicBezTo>
                          <a:cubicBezTo>
                            <a:pt x="9328" y="0"/>
                            <a:pt x="6062" y="1353"/>
                            <a:pt x="3708" y="3708"/>
                          </a:cubicBezTo>
                          <a:cubicBezTo>
                            <a:pt x="1354" y="6064"/>
                            <a:pt x="0" y="9328"/>
                            <a:pt x="0" y="12656"/>
                          </a:cubicBezTo>
                          <a:cubicBezTo>
                            <a:pt x="0" y="15985"/>
                            <a:pt x="1354" y="19250"/>
                            <a:pt x="3708" y="21603"/>
                          </a:cubicBezTo>
                          <a:cubicBezTo>
                            <a:pt x="6062" y="23957"/>
                            <a:pt x="9328" y="25313"/>
                            <a:pt x="12656" y="25313"/>
                          </a:cubicBezTo>
                          <a:cubicBezTo>
                            <a:pt x="15985" y="25313"/>
                            <a:pt x="19250" y="23958"/>
                            <a:pt x="21604" y="21603"/>
                          </a:cubicBezTo>
                          <a:cubicBezTo>
                            <a:pt x="23958" y="19250"/>
                            <a:pt x="25313" y="15985"/>
                            <a:pt x="25313" y="12656"/>
                          </a:cubicBezTo>
                          <a:cubicBezTo>
                            <a:pt x="25313" y="9314"/>
                            <a:pt x="23958" y="6062"/>
                            <a:pt x="21604" y="3708"/>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92" name="Google Shape;892;g3bb050f2e20_0_94"/>
                    <p:cNvSpPr/>
                    <p:nvPr/>
                  </p:nvSpPr>
                  <p:spPr>
                    <a:xfrm>
                      <a:off x="1044574" y="8957674"/>
                      <a:ext cx="51896" cy="17592"/>
                    </a:xfrm>
                    <a:custGeom>
                      <a:rect b="b" l="l" r="r" t="t"/>
                      <a:pathLst>
                        <a:path extrusionOk="0" h="25312" w="74671">
                          <a:moveTo>
                            <a:pt x="62016" y="0"/>
                          </a:moveTo>
                          <a:lnTo>
                            <a:pt x="12656" y="0"/>
                          </a:lnTo>
                          <a:cubicBezTo>
                            <a:pt x="5666" y="0"/>
                            <a:pt x="0" y="5667"/>
                            <a:pt x="0" y="12656"/>
                          </a:cubicBezTo>
                          <a:cubicBezTo>
                            <a:pt x="0" y="19645"/>
                            <a:pt x="5666" y="25313"/>
                            <a:pt x="12656" y="25313"/>
                          </a:cubicBezTo>
                          <a:lnTo>
                            <a:pt x="62016" y="25313"/>
                          </a:lnTo>
                          <a:cubicBezTo>
                            <a:pt x="69006" y="25313"/>
                            <a:pt x="74672" y="19645"/>
                            <a:pt x="74672" y="12656"/>
                          </a:cubicBezTo>
                          <a:cubicBezTo>
                            <a:pt x="74672" y="5667"/>
                            <a:pt x="69006" y="0"/>
                            <a:pt x="62016"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grpSp>
              <p:grpSp>
                <p:nvGrpSpPr>
                  <p:cNvPr id="893" name="Google Shape;893;g3bb050f2e20_0_94"/>
                  <p:cNvGrpSpPr/>
                  <p:nvPr/>
                </p:nvGrpSpPr>
                <p:grpSpPr>
                  <a:xfrm>
                    <a:off x="1669359" y="8571256"/>
                    <a:ext cx="424015" cy="439293"/>
                    <a:chOff x="1669359" y="8571256"/>
                    <a:chExt cx="424015" cy="439293"/>
                  </a:xfrm>
                </p:grpSpPr>
                <p:sp>
                  <p:nvSpPr>
                    <p:cNvPr id="894" name="Google Shape;894;g3bb050f2e20_0_94"/>
                    <p:cNvSpPr/>
                    <p:nvPr/>
                  </p:nvSpPr>
                  <p:spPr>
                    <a:xfrm>
                      <a:off x="1865983" y="8571256"/>
                      <a:ext cx="227391" cy="181731"/>
                    </a:xfrm>
                    <a:custGeom>
                      <a:rect b="b" l="l" r="r" t="t"/>
                      <a:pathLst>
                        <a:path extrusionOk="0" h="291938" w="365286">
                          <a:moveTo>
                            <a:pt x="349166" y="0"/>
                          </a:moveTo>
                          <a:lnTo>
                            <a:pt x="16120" y="0"/>
                          </a:lnTo>
                          <a:cubicBezTo>
                            <a:pt x="7254" y="0"/>
                            <a:pt x="0" y="7254"/>
                            <a:pt x="0" y="16120"/>
                          </a:cubicBezTo>
                          <a:lnTo>
                            <a:pt x="0" y="224234"/>
                          </a:lnTo>
                          <a:cubicBezTo>
                            <a:pt x="0" y="233100"/>
                            <a:pt x="7254" y="240354"/>
                            <a:pt x="16120" y="240354"/>
                          </a:cubicBezTo>
                          <a:lnTo>
                            <a:pt x="55615" y="240354"/>
                          </a:lnTo>
                          <a:lnTo>
                            <a:pt x="54648" y="275335"/>
                          </a:lnTo>
                          <a:cubicBezTo>
                            <a:pt x="54487" y="281138"/>
                            <a:pt x="57549" y="286780"/>
                            <a:pt x="62547" y="289682"/>
                          </a:cubicBezTo>
                          <a:cubicBezTo>
                            <a:pt x="65126" y="291133"/>
                            <a:pt x="67866" y="291939"/>
                            <a:pt x="70768" y="291939"/>
                          </a:cubicBezTo>
                          <a:cubicBezTo>
                            <a:pt x="73670" y="291939"/>
                            <a:pt x="76410" y="291133"/>
                            <a:pt x="78990" y="289682"/>
                          </a:cubicBezTo>
                          <a:lnTo>
                            <a:pt x="161526" y="240354"/>
                          </a:lnTo>
                          <a:lnTo>
                            <a:pt x="349166" y="240354"/>
                          </a:lnTo>
                          <a:cubicBezTo>
                            <a:pt x="358032" y="240354"/>
                            <a:pt x="365286" y="233100"/>
                            <a:pt x="365286" y="224234"/>
                          </a:cubicBezTo>
                          <a:lnTo>
                            <a:pt x="365286" y="16120"/>
                          </a:lnTo>
                          <a:cubicBezTo>
                            <a:pt x="365286" y="7254"/>
                            <a:pt x="358032" y="0"/>
                            <a:pt x="349166" y="0"/>
                          </a:cubicBezTo>
                          <a:close/>
                          <a:moveTo>
                            <a:pt x="157012" y="208113"/>
                          </a:moveTo>
                          <a:cubicBezTo>
                            <a:pt x="154110" y="208113"/>
                            <a:pt x="151209" y="208919"/>
                            <a:pt x="148790" y="210370"/>
                          </a:cubicBezTo>
                          <a:lnTo>
                            <a:pt x="87694" y="246802"/>
                          </a:lnTo>
                          <a:lnTo>
                            <a:pt x="88339" y="224717"/>
                          </a:lnTo>
                          <a:cubicBezTo>
                            <a:pt x="88501" y="220365"/>
                            <a:pt x="86888" y="216173"/>
                            <a:pt x="83826" y="212949"/>
                          </a:cubicBezTo>
                          <a:cubicBezTo>
                            <a:pt x="80763" y="209886"/>
                            <a:pt x="76571" y="208113"/>
                            <a:pt x="72219" y="208113"/>
                          </a:cubicBezTo>
                          <a:lnTo>
                            <a:pt x="32241" y="208113"/>
                          </a:lnTo>
                          <a:lnTo>
                            <a:pt x="32241" y="32241"/>
                          </a:lnTo>
                          <a:lnTo>
                            <a:pt x="333046" y="32241"/>
                          </a:lnTo>
                          <a:lnTo>
                            <a:pt x="333046" y="208113"/>
                          </a:lnTo>
                          <a:lnTo>
                            <a:pt x="157012" y="208113"/>
                          </a:ln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95" name="Google Shape;895;g3bb050f2e20_0_94"/>
                    <p:cNvSpPr/>
                    <p:nvPr/>
                  </p:nvSpPr>
                  <p:spPr>
                    <a:xfrm>
                      <a:off x="2037165" y="8616406"/>
                      <a:ext cx="20069" cy="20094"/>
                    </a:xfrm>
                    <a:custGeom>
                      <a:rect b="b" l="l" r="r" t="t"/>
                      <a:pathLst>
                        <a:path extrusionOk="0" h="32280" w="32240">
                          <a:moveTo>
                            <a:pt x="27405" y="4715"/>
                          </a:moveTo>
                          <a:cubicBezTo>
                            <a:pt x="26599" y="3909"/>
                            <a:pt x="25793" y="3264"/>
                            <a:pt x="24986" y="2781"/>
                          </a:cubicBezTo>
                          <a:cubicBezTo>
                            <a:pt x="24180" y="2136"/>
                            <a:pt x="23213" y="1652"/>
                            <a:pt x="22246" y="1330"/>
                          </a:cubicBezTo>
                          <a:cubicBezTo>
                            <a:pt x="21279" y="1008"/>
                            <a:pt x="20312" y="685"/>
                            <a:pt x="19183" y="363"/>
                          </a:cubicBezTo>
                          <a:cubicBezTo>
                            <a:pt x="17088" y="-121"/>
                            <a:pt x="14992" y="-121"/>
                            <a:pt x="12896" y="363"/>
                          </a:cubicBezTo>
                          <a:cubicBezTo>
                            <a:pt x="11929" y="524"/>
                            <a:pt x="10801" y="846"/>
                            <a:pt x="9833" y="1330"/>
                          </a:cubicBezTo>
                          <a:cubicBezTo>
                            <a:pt x="8866" y="1652"/>
                            <a:pt x="7899" y="2297"/>
                            <a:pt x="7093" y="2781"/>
                          </a:cubicBezTo>
                          <a:cubicBezTo>
                            <a:pt x="6287" y="3426"/>
                            <a:pt x="5320" y="4070"/>
                            <a:pt x="4675" y="4715"/>
                          </a:cubicBezTo>
                          <a:cubicBezTo>
                            <a:pt x="3869" y="5521"/>
                            <a:pt x="3224" y="6327"/>
                            <a:pt x="2740" y="7133"/>
                          </a:cubicBezTo>
                          <a:cubicBezTo>
                            <a:pt x="2096" y="7939"/>
                            <a:pt x="1612" y="8906"/>
                            <a:pt x="1290" y="9874"/>
                          </a:cubicBezTo>
                          <a:cubicBezTo>
                            <a:pt x="967" y="10841"/>
                            <a:pt x="645" y="11808"/>
                            <a:pt x="322" y="12937"/>
                          </a:cubicBezTo>
                          <a:cubicBezTo>
                            <a:pt x="161" y="13904"/>
                            <a:pt x="0" y="15032"/>
                            <a:pt x="0" y="16161"/>
                          </a:cubicBezTo>
                          <a:cubicBezTo>
                            <a:pt x="0" y="17289"/>
                            <a:pt x="161" y="18256"/>
                            <a:pt x="322" y="19385"/>
                          </a:cubicBezTo>
                          <a:cubicBezTo>
                            <a:pt x="484" y="20352"/>
                            <a:pt x="806" y="21480"/>
                            <a:pt x="1290" y="22448"/>
                          </a:cubicBezTo>
                          <a:cubicBezTo>
                            <a:pt x="1773" y="23415"/>
                            <a:pt x="2257" y="24382"/>
                            <a:pt x="2740" y="25188"/>
                          </a:cubicBezTo>
                          <a:cubicBezTo>
                            <a:pt x="3385" y="25994"/>
                            <a:pt x="4030" y="26800"/>
                            <a:pt x="4675" y="27606"/>
                          </a:cubicBezTo>
                          <a:cubicBezTo>
                            <a:pt x="5481" y="28412"/>
                            <a:pt x="6287" y="29057"/>
                            <a:pt x="7093" y="29540"/>
                          </a:cubicBezTo>
                          <a:cubicBezTo>
                            <a:pt x="7899" y="30185"/>
                            <a:pt x="8866" y="30669"/>
                            <a:pt x="9833" y="30991"/>
                          </a:cubicBezTo>
                          <a:cubicBezTo>
                            <a:pt x="10801" y="31314"/>
                            <a:pt x="11768" y="31636"/>
                            <a:pt x="12896" y="31959"/>
                          </a:cubicBezTo>
                          <a:cubicBezTo>
                            <a:pt x="13863" y="32120"/>
                            <a:pt x="14992" y="32281"/>
                            <a:pt x="16120" y="32281"/>
                          </a:cubicBezTo>
                          <a:cubicBezTo>
                            <a:pt x="17088" y="32281"/>
                            <a:pt x="18216" y="32120"/>
                            <a:pt x="19344" y="31959"/>
                          </a:cubicBezTo>
                          <a:cubicBezTo>
                            <a:pt x="20312" y="31797"/>
                            <a:pt x="21440" y="31475"/>
                            <a:pt x="22407" y="30991"/>
                          </a:cubicBezTo>
                          <a:cubicBezTo>
                            <a:pt x="23374" y="30508"/>
                            <a:pt x="24342" y="30024"/>
                            <a:pt x="25148" y="29540"/>
                          </a:cubicBezTo>
                          <a:cubicBezTo>
                            <a:pt x="25954" y="28896"/>
                            <a:pt x="26921" y="28251"/>
                            <a:pt x="27566" y="27606"/>
                          </a:cubicBezTo>
                          <a:cubicBezTo>
                            <a:pt x="28372" y="26800"/>
                            <a:pt x="29017" y="25994"/>
                            <a:pt x="29500" y="25188"/>
                          </a:cubicBezTo>
                          <a:cubicBezTo>
                            <a:pt x="30145" y="24221"/>
                            <a:pt x="30629" y="23415"/>
                            <a:pt x="30951" y="22448"/>
                          </a:cubicBezTo>
                          <a:cubicBezTo>
                            <a:pt x="31273" y="21480"/>
                            <a:pt x="31596" y="20513"/>
                            <a:pt x="31918" y="19385"/>
                          </a:cubicBezTo>
                          <a:cubicBezTo>
                            <a:pt x="32079" y="18256"/>
                            <a:pt x="32241" y="17289"/>
                            <a:pt x="32241" y="16161"/>
                          </a:cubicBezTo>
                          <a:cubicBezTo>
                            <a:pt x="32079" y="11969"/>
                            <a:pt x="30467" y="7778"/>
                            <a:pt x="27405" y="4715"/>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96" name="Google Shape;896;g3bb050f2e20_0_94"/>
                    <p:cNvSpPr/>
                    <p:nvPr/>
                  </p:nvSpPr>
                  <p:spPr>
                    <a:xfrm>
                      <a:off x="1901742" y="8616431"/>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643" y="0"/>
                            <a:pt x="173777"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97" name="Google Shape;897;g3bb050f2e20_0_94"/>
                    <p:cNvSpPr/>
                    <p:nvPr/>
                  </p:nvSpPr>
                  <p:spPr>
                    <a:xfrm>
                      <a:off x="1901842" y="8656388"/>
                      <a:ext cx="20069" cy="19978"/>
                    </a:xfrm>
                    <a:custGeom>
                      <a:rect b="b" l="l" r="r" t="t"/>
                      <a:pathLst>
                        <a:path extrusionOk="0" h="32093" w="32240">
                          <a:moveTo>
                            <a:pt x="31757" y="12910"/>
                          </a:moveTo>
                          <a:cubicBezTo>
                            <a:pt x="31596" y="11943"/>
                            <a:pt x="31273" y="10815"/>
                            <a:pt x="30790" y="9848"/>
                          </a:cubicBezTo>
                          <a:cubicBezTo>
                            <a:pt x="30467" y="8880"/>
                            <a:pt x="29823" y="7913"/>
                            <a:pt x="29339" y="7107"/>
                          </a:cubicBezTo>
                          <a:cubicBezTo>
                            <a:pt x="28694" y="6301"/>
                            <a:pt x="28049" y="5334"/>
                            <a:pt x="27405" y="4689"/>
                          </a:cubicBezTo>
                          <a:cubicBezTo>
                            <a:pt x="23697" y="981"/>
                            <a:pt x="18055" y="-792"/>
                            <a:pt x="12896" y="337"/>
                          </a:cubicBezTo>
                          <a:cubicBezTo>
                            <a:pt x="11929" y="498"/>
                            <a:pt x="10801" y="820"/>
                            <a:pt x="9833" y="1304"/>
                          </a:cubicBezTo>
                          <a:cubicBezTo>
                            <a:pt x="8866" y="1626"/>
                            <a:pt x="7899" y="2271"/>
                            <a:pt x="7093" y="2755"/>
                          </a:cubicBezTo>
                          <a:cubicBezTo>
                            <a:pt x="6287" y="3399"/>
                            <a:pt x="5320" y="4044"/>
                            <a:pt x="4675" y="4689"/>
                          </a:cubicBezTo>
                          <a:cubicBezTo>
                            <a:pt x="3869" y="5495"/>
                            <a:pt x="3224" y="6301"/>
                            <a:pt x="2740" y="7107"/>
                          </a:cubicBezTo>
                          <a:cubicBezTo>
                            <a:pt x="2096" y="8074"/>
                            <a:pt x="1612" y="8880"/>
                            <a:pt x="1290" y="9848"/>
                          </a:cubicBezTo>
                          <a:cubicBezTo>
                            <a:pt x="967" y="10815"/>
                            <a:pt x="484" y="11782"/>
                            <a:pt x="322" y="12910"/>
                          </a:cubicBezTo>
                          <a:cubicBezTo>
                            <a:pt x="161" y="13878"/>
                            <a:pt x="0" y="15006"/>
                            <a:pt x="0" y="16135"/>
                          </a:cubicBezTo>
                          <a:cubicBezTo>
                            <a:pt x="0" y="17102"/>
                            <a:pt x="161" y="18230"/>
                            <a:pt x="322" y="19197"/>
                          </a:cubicBezTo>
                          <a:cubicBezTo>
                            <a:pt x="484" y="20165"/>
                            <a:pt x="806" y="21293"/>
                            <a:pt x="1290" y="22260"/>
                          </a:cubicBezTo>
                          <a:cubicBezTo>
                            <a:pt x="1612" y="23227"/>
                            <a:pt x="2096" y="24195"/>
                            <a:pt x="2740" y="25001"/>
                          </a:cubicBezTo>
                          <a:cubicBezTo>
                            <a:pt x="3385" y="25807"/>
                            <a:pt x="4030" y="26774"/>
                            <a:pt x="4675" y="27419"/>
                          </a:cubicBezTo>
                          <a:cubicBezTo>
                            <a:pt x="5481" y="28225"/>
                            <a:pt x="6287" y="28870"/>
                            <a:pt x="7093" y="29353"/>
                          </a:cubicBezTo>
                          <a:cubicBezTo>
                            <a:pt x="7899" y="29998"/>
                            <a:pt x="8866" y="30482"/>
                            <a:pt x="9833" y="30804"/>
                          </a:cubicBezTo>
                          <a:cubicBezTo>
                            <a:pt x="10801" y="31126"/>
                            <a:pt x="11768" y="31449"/>
                            <a:pt x="12896" y="31771"/>
                          </a:cubicBezTo>
                          <a:cubicBezTo>
                            <a:pt x="13863" y="31932"/>
                            <a:pt x="14992" y="32094"/>
                            <a:pt x="16120" y="32094"/>
                          </a:cubicBezTo>
                          <a:cubicBezTo>
                            <a:pt x="20312" y="32094"/>
                            <a:pt x="24503" y="30320"/>
                            <a:pt x="27566" y="27419"/>
                          </a:cubicBezTo>
                          <a:cubicBezTo>
                            <a:pt x="28372" y="26613"/>
                            <a:pt x="29017" y="25807"/>
                            <a:pt x="29500" y="25001"/>
                          </a:cubicBezTo>
                          <a:cubicBezTo>
                            <a:pt x="30145" y="24195"/>
                            <a:pt x="30629" y="23227"/>
                            <a:pt x="30951" y="22260"/>
                          </a:cubicBezTo>
                          <a:cubicBezTo>
                            <a:pt x="31273" y="21293"/>
                            <a:pt x="31596" y="20326"/>
                            <a:pt x="31918" y="19197"/>
                          </a:cubicBezTo>
                          <a:cubicBezTo>
                            <a:pt x="32079" y="18230"/>
                            <a:pt x="32241" y="17102"/>
                            <a:pt x="32241" y="16135"/>
                          </a:cubicBezTo>
                          <a:cubicBezTo>
                            <a:pt x="32079" y="15006"/>
                            <a:pt x="31918" y="13878"/>
                            <a:pt x="31757" y="1291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98" name="Google Shape;898;g3bb050f2e20_0_94"/>
                    <p:cNvSpPr/>
                    <p:nvPr/>
                  </p:nvSpPr>
                  <p:spPr>
                    <a:xfrm>
                      <a:off x="1939103" y="8656396"/>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804" y="0"/>
                            <a:pt x="173777"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899" name="Google Shape;899;g3bb050f2e20_0_94"/>
                    <p:cNvSpPr/>
                    <p:nvPr/>
                  </p:nvSpPr>
                  <p:spPr>
                    <a:xfrm>
                      <a:off x="1669359" y="8699367"/>
                      <a:ext cx="227491" cy="311182"/>
                    </a:xfrm>
                    <a:custGeom>
                      <a:rect b="b" l="l" r="r" t="t"/>
                      <a:pathLst>
                        <a:path extrusionOk="0" h="499890" w="365447">
                          <a:moveTo>
                            <a:pt x="365448" y="397527"/>
                          </a:moveTo>
                          <a:cubicBezTo>
                            <a:pt x="365448" y="366576"/>
                            <a:pt x="340300" y="341428"/>
                            <a:pt x="309349" y="341428"/>
                          </a:cubicBezTo>
                          <a:lnTo>
                            <a:pt x="248898" y="341428"/>
                          </a:lnTo>
                          <a:lnTo>
                            <a:pt x="240193" y="317087"/>
                          </a:lnTo>
                          <a:cubicBezTo>
                            <a:pt x="280816" y="295163"/>
                            <a:pt x="306286" y="253089"/>
                            <a:pt x="306286" y="206018"/>
                          </a:cubicBezTo>
                          <a:lnTo>
                            <a:pt x="306286" y="205856"/>
                          </a:lnTo>
                          <a:cubicBezTo>
                            <a:pt x="313863" y="185867"/>
                            <a:pt x="345136" y="95432"/>
                            <a:pt x="313379" y="54325"/>
                          </a:cubicBezTo>
                          <a:cubicBezTo>
                            <a:pt x="313379" y="54325"/>
                            <a:pt x="313379" y="54325"/>
                            <a:pt x="313379" y="54164"/>
                          </a:cubicBezTo>
                          <a:cubicBezTo>
                            <a:pt x="299032" y="35787"/>
                            <a:pt x="273401" y="30790"/>
                            <a:pt x="260504" y="30629"/>
                          </a:cubicBezTo>
                          <a:cubicBezTo>
                            <a:pt x="241805" y="30467"/>
                            <a:pt x="222138" y="24019"/>
                            <a:pt x="203761" y="12251"/>
                          </a:cubicBezTo>
                          <a:cubicBezTo>
                            <a:pt x="191187" y="4191"/>
                            <a:pt x="177485" y="0"/>
                            <a:pt x="163299" y="0"/>
                          </a:cubicBezTo>
                          <a:cubicBezTo>
                            <a:pt x="80924" y="0"/>
                            <a:pt x="37883" y="64965"/>
                            <a:pt x="37883" y="129124"/>
                          </a:cubicBezTo>
                          <a:cubicBezTo>
                            <a:pt x="37883" y="177968"/>
                            <a:pt x="48200" y="200376"/>
                            <a:pt x="53358" y="208436"/>
                          </a:cubicBezTo>
                          <a:cubicBezTo>
                            <a:pt x="54164" y="254540"/>
                            <a:pt x="79473" y="295647"/>
                            <a:pt x="119452" y="317248"/>
                          </a:cubicBezTo>
                          <a:lnTo>
                            <a:pt x="110747" y="341589"/>
                          </a:lnTo>
                          <a:lnTo>
                            <a:pt x="56099" y="341589"/>
                          </a:lnTo>
                          <a:cubicBezTo>
                            <a:pt x="25148" y="341589"/>
                            <a:pt x="0" y="366737"/>
                            <a:pt x="0" y="397688"/>
                          </a:cubicBezTo>
                          <a:lnTo>
                            <a:pt x="0" y="499891"/>
                          </a:lnTo>
                          <a:lnTo>
                            <a:pt x="32241" y="499891"/>
                          </a:lnTo>
                          <a:lnTo>
                            <a:pt x="32241" y="499891"/>
                          </a:lnTo>
                          <a:lnTo>
                            <a:pt x="32241" y="450402"/>
                          </a:lnTo>
                          <a:lnTo>
                            <a:pt x="32241" y="397366"/>
                          </a:lnTo>
                          <a:cubicBezTo>
                            <a:pt x="32241" y="384147"/>
                            <a:pt x="42880" y="373508"/>
                            <a:pt x="56099" y="373508"/>
                          </a:cubicBezTo>
                          <a:lnTo>
                            <a:pt x="114454" y="373508"/>
                          </a:lnTo>
                          <a:cubicBezTo>
                            <a:pt x="114938" y="374152"/>
                            <a:pt x="115583" y="374636"/>
                            <a:pt x="116227" y="375281"/>
                          </a:cubicBezTo>
                          <a:cubicBezTo>
                            <a:pt x="116711" y="375765"/>
                            <a:pt x="117033" y="376248"/>
                            <a:pt x="117517" y="376571"/>
                          </a:cubicBezTo>
                          <a:cubicBezTo>
                            <a:pt x="118323" y="377377"/>
                            <a:pt x="119129" y="378183"/>
                            <a:pt x="119935" y="378989"/>
                          </a:cubicBezTo>
                          <a:cubicBezTo>
                            <a:pt x="120258" y="379311"/>
                            <a:pt x="120580" y="379633"/>
                            <a:pt x="120902" y="379956"/>
                          </a:cubicBezTo>
                          <a:cubicBezTo>
                            <a:pt x="122031" y="381084"/>
                            <a:pt x="123320" y="382051"/>
                            <a:pt x="124610" y="383019"/>
                          </a:cubicBezTo>
                          <a:cubicBezTo>
                            <a:pt x="124932" y="383180"/>
                            <a:pt x="125094" y="383341"/>
                            <a:pt x="125416" y="383663"/>
                          </a:cubicBezTo>
                          <a:cubicBezTo>
                            <a:pt x="126383" y="384469"/>
                            <a:pt x="127350" y="385275"/>
                            <a:pt x="128479" y="385920"/>
                          </a:cubicBezTo>
                          <a:cubicBezTo>
                            <a:pt x="128962" y="386243"/>
                            <a:pt x="129446" y="386565"/>
                            <a:pt x="129930" y="386888"/>
                          </a:cubicBezTo>
                          <a:cubicBezTo>
                            <a:pt x="130736" y="387532"/>
                            <a:pt x="131542" y="388016"/>
                            <a:pt x="132509" y="388661"/>
                          </a:cubicBezTo>
                          <a:cubicBezTo>
                            <a:pt x="132993" y="388983"/>
                            <a:pt x="133637" y="389306"/>
                            <a:pt x="134121" y="389628"/>
                          </a:cubicBezTo>
                          <a:cubicBezTo>
                            <a:pt x="134927" y="390112"/>
                            <a:pt x="135733" y="390595"/>
                            <a:pt x="136539" y="391079"/>
                          </a:cubicBezTo>
                          <a:cubicBezTo>
                            <a:pt x="137184" y="391401"/>
                            <a:pt x="137667" y="391724"/>
                            <a:pt x="138312" y="392046"/>
                          </a:cubicBezTo>
                          <a:cubicBezTo>
                            <a:pt x="139118" y="392530"/>
                            <a:pt x="139924" y="392852"/>
                            <a:pt x="140730" y="393336"/>
                          </a:cubicBezTo>
                          <a:cubicBezTo>
                            <a:pt x="141375" y="393658"/>
                            <a:pt x="142020" y="393980"/>
                            <a:pt x="142665" y="394303"/>
                          </a:cubicBezTo>
                          <a:cubicBezTo>
                            <a:pt x="143471" y="394625"/>
                            <a:pt x="144277" y="395109"/>
                            <a:pt x="145083" y="395431"/>
                          </a:cubicBezTo>
                          <a:cubicBezTo>
                            <a:pt x="145728" y="395754"/>
                            <a:pt x="146372" y="395915"/>
                            <a:pt x="147017" y="396237"/>
                          </a:cubicBezTo>
                          <a:cubicBezTo>
                            <a:pt x="147823" y="396560"/>
                            <a:pt x="148629" y="396882"/>
                            <a:pt x="149435" y="397205"/>
                          </a:cubicBezTo>
                          <a:cubicBezTo>
                            <a:pt x="150080" y="397527"/>
                            <a:pt x="150725" y="397688"/>
                            <a:pt x="151370" y="397849"/>
                          </a:cubicBezTo>
                          <a:cubicBezTo>
                            <a:pt x="152176" y="398172"/>
                            <a:pt x="152982" y="398333"/>
                            <a:pt x="153949" y="398655"/>
                          </a:cubicBezTo>
                          <a:cubicBezTo>
                            <a:pt x="154594" y="398817"/>
                            <a:pt x="155239" y="399139"/>
                            <a:pt x="156045" y="399300"/>
                          </a:cubicBezTo>
                          <a:cubicBezTo>
                            <a:pt x="156851" y="399623"/>
                            <a:pt x="157818" y="399784"/>
                            <a:pt x="158624" y="399945"/>
                          </a:cubicBezTo>
                          <a:cubicBezTo>
                            <a:pt x="159269" y="400106"/>
                            <a:pt x="159914" y="400267"/>
                            <a:pt x="160720" y="400429"/>
                          </a:cubicBezTo>
                          <a:cubicBezTo>
                            <a:pt x="161687" y="400590"/>
                            <a:pt x="162493" y="400751"/>
                            <a:pt x="163460" y="400912"/>
                          </a:cubicBezTo>
                          <a:cubicBezTo>
                            <a:pt x="164105" y="401073"/>
                            <a:pt x="164750" y="401235"/>
                            <a:pt x="165394" y="401235"/>
                          </a:cubicBezTo>
                          <a:cubicBezTo>
                            <a:pt x="166362" y="401396"/>
                            <a:pt x="167329" y="401557"/>
                            <a:pt x="168296" y="401718"/>
                          </a:cubicBezTo>
                          <a:cubicBezTo>
                            <a:pt x="168941" y="401879"/>
                            <a:pt x="169586" y="401879"/>
                            <a:pt x="170231" y="402041"/>
                          </a:cubicBezTo>
                          <a:cubicBezTo>
                            <a:pt x="171359" y="402202"/>
                            <a:pt x="172326" y="402202"/>
                            <a:pt x="173455" y="402363"/>
                          </a:cubicBezTo>
                          <a:cubicBezTo>
                            <a:pt x="173938" y="402363"/>
                            <a:pt x="174583" y="402524"/>
                            <a:pt x="175067" y="402524"/>
                          </a:cubicBezTo>
                          <a:cubicBezTo>
                            <a:pt x="176679" y="402685"/>
                            <a:pt x="178291" y="402685"/>
                            <a:pt x="179903" y="402685"/>
                          </a:cubicBezTo>
                          <a:cubicBezTo>
                            <a:pt x="179903" y="402685"/>
                            <a:pt x="179903" y="402685"/>
                            <a:pt x="179903" y="402685"/>
                          </a:cubicBezTo>
                          <a:cubicBezTo>
                            <a:pt x="181515" y="402685"/>
                            <a:pt x="183127" y="402685"/>
                            <a:pt x="184739" y="402524"/>
                          </a:cubicBezTo>
                          <a:cubicBezTo>
                            <a:pt x="185222" y="402524"/>
                            <a:pt x="185867" y="402363"/>
                            <a:pt x="186351" y="402363"/>
                          </a:cubicBezTo>
                          <a:cubicBezTo>
                            <a:pt x="187479" y="402363"/>
                            <a:pt x="188446" y="402202"/>
                            <a:pt x="189575" y="402041"/>
                          </a:cubicBezTo>
                          <a:cubicBezTo>
                            <a:pt x="190220" y="402041"/>
                            <a:pt x="190865" y="401879"/>
                            <a:pt x="191509" y="401718"/>
                          </a:cubicBezTo>
                          <a:cubicBezTo>
                            <a:pt x="192477" y="401557"/>
                            <a:pt x="193444" y="401396"/>
                            <a:pt x="194411" y="401235"/>
                          </a:cubicBezTo>
                          <a:cubicBezTo>
                            <a:pt x="195056" y="401073"/>
                            <a:pt x="195701" y="400912"/>
                            <a:pt x="196345" y="400912"/>
                          </a:cubicBezTo>
                          <a:cubicBezTo>
                            <a:pt x="197313" y="400751"/>
                            <a:pt x="198119" y="400590"/>
                            <a:pt x="199086" y="400429"/>
                          </a:cubicBezTo>
                          <a:cubicBezTo>
                            <a:pt x="199731" y="400267"/>
                            <a:pt x="200375" y="400106"/>
                            <a:pt x="201182" y="399945"/>
                          </a:cubicBezTo>
                          <a:cubicBezTo>
                            <a:pt x="201988" y="399784"/>
                            <a:pt x="202955" y="399461"/>
                            <a:pt x="203761" y="399300"/>
                          </a:cubicBezTo>
                          <a:cubicBezTo>
                            <a:pt x="204406" y="399139"/>
                            <a:pt x="205050" y="398978"/>
                            <a:pt x="205856" y="398655"/>
                          </a:cubicBezTo>
                          <a:cubicBezTo>
                            <a:pt x="206662" y="398333"/>
                            <a:pt x="207630" y="398172"/>
                            <a:pt x="208436" y="397849"/>
                          </a:cubicBezTo>
                          <a:cubicBezTo>
                            <a:pt x="209080" y="397688"/>
                            <a:pt x="209725" y="397366"/>
                            <a:pt x="210370" y="397205"/>
                          </a:cubicBezTo>
                          <a:cubicBezTo>
                            <a:pt x="211176" y="396882"/>
                            <a:pt x="211982" y="396560"/>
                            <a:pt x="212788" y="396237"/>
                          </a:cubicBezTo>
                          <a:cubicBezTo>
                            <a:pt x="213433" y="395915"/>
                            <a:pt x="214078" y="395754"/>
                            <a:pt x="214723" y="395431"/>
                          </a:cubicBezTo>
                          <a:cubicBezTo>
                            <a:pt x="215529" y="395109"/>
                            <a:pt x="216335" y="394625"/>
                            <a:pt x="217141" y="394303"/>
                          </a:cubicBezTo>
                          <a:cubicBezTo>
                            <a:pt x="217785" y="393980"/>
                            <a:pt x="218430" y="393658"/>
                            <a:pt x="219075" y="393336"/>
                          </a:cubicBezTo>
                          <a:cubicBezTo>
                            <a:pt x="219881" y="393013"/>
                            <a:pt x="220687" y="392530"/>
                            <a:pt x="221493" y="392046"/>
                          </a:cubicBezTo>
                          <a:cubicBezTo>
                            <a:pt x="222138" y="391724"/>
                            <a:pt x="222622" y="391401"/>
                            <a:pt x="223266" y="391079"/>
                          </a:cubicBezTo>
                          <a:cubicBezTo>
                            <a:pt x="224072" y="390595"/>
                            <a:pt x="224878" y="390112"/>
                            <a:pt x="225684" y="389628"/>
                          </a:cubicBezTo>
                          <a:cubicBezTo>
                            <a:pt x="226168" y="389306"/>
                            <a:pt x="226813" y="388983"/>
                            <a:pt x="227296" y="388661"/>
                          </a:cubicBezTo>
                          <a:cubicBezTo>
                            <a:pt x="228102" y="388177"/>
                            <a:pt x="228908" y="387532"/>
                            <a:pt x="229714" y="387049"/>
                          </a:cubicBezTo>
                          <a:cubicBezTo>
                            <a:pt x="230198" y="386726"/>
                            <a:pt x="230682" y="386404"/>
                            <a:pt x="231165" y="386082"/>
                          </a:cubicBezTo>
                          <a:cubicBezTo>
                            <a:pt x="232132" y="385275"/>
                            <a:pt x="233100" y="384631"/>
                            <a:pt x="234228" y="383825"/>
                          </a:cubicBezTo>
                          <a:cubicBezTo>
                            <a:pt x="234551" y="383663"/>
                            <a:pt x="234712" y="383341"/>
                            <a:pt x="235034" y="383180"/>
                          </a:cubicBezTo>
                          <a:cubicBezTo>
                            <a:pt x="236324" y="382213"/>
                            <a:pt x="237452" y="381084"/>
                            <a:pt x="238742" y="380117"/>
                          </a:cubicBezTo>
                          <a:cubicBezTo>
                            <a:pt x="239064" y="379795"/>
                            <a:pt x="239387" y="379472"/>
                            <a:pt x="239709" y="379150"/>
                          </a:cubicBezTo>
                          <a:cubicBezTo>
                            <a:pt x="240515" y="378344"/>
                            <a:pt x="241321" y="377538"/>
                            <a:pt x="242127" y="376732"/>
                          </a:cubicBezTo>
                          <a:cubicBezTo>
                            <a:pt x="242611" y="376248"/>
                            <a:pt x="242933" y="375765"/>
                            <a:pt x="243417" y="375442"/>
                          </a:cubicBezTo>
                          <a:cubicBezTo>
                            <a:pt x="244062" y="374797"/>
                            <a:pt x="244545" y="374314"/>
                            <a:pt x="245190" y="373669"/>
                          </a:cubicBezTo>
                          <a:lnTo>
                            <a:pt x="309349" y="373669"/>
                          </a:lnTo>
                          <a:cubicBezTo>
                            <a:pt x="322567" y="373669"/>
                            <a:pt x="333207" y="384308"/>
                            <a:pt x="333207" y="397527"/>
                          </a:cubicBezTo>
                          <a:lnTo>
                            <a:pt x="333207" y="450563"/>
                          </a:lnTo>
                          <a:lnTo>
                            <a:pt x="333207" y="499891"/>
                          </a:lnTo>
                          <a:lnTo>
                            <a:pt x="333207" y="499891"/>
                          </a:lnTo>
                          <a:lnTo>
                            <a:pt x="365448" y="499891"/>
                          </a:lnTo>
                          <a:lnTo>
                            <a:pt x="365448" y="397527"/>
                          </a:lnTo>
                          <a:close/>
                          <a:moveTo>
                            <a:pt x="83020" y="155561"/>
                          </a:moveTo>
                          <a:cubicBezTo>
                            <a:pt x="82375" y="156045"/>
                            <a:pt x="81730" y="156367"/>
                            <a:pt x="81085" y="156851"/>
                          </a:cubicBezTo>
                          <a:cubicBezTo>
                            <a:pt x="80440" y="157334"/>
                            <a:pt x="79957" y="157657"/>
                            <a:pt x="79312" y="158140"/>
                          </a:cubicBezTo>
                          <a:cubicBezTo>
                            <a:pt x="79151" y="158301"/>
                            <a:pt x="78990" y="158301"/>
                            <a:pt x="78828" y="158463"/>
                          </a:cubicBezTo>
                          <a:cubicBezTo>
                            <a:pt x="76571" y="160075"/>
                            <a:pt x="74476" y="161848"/>
                            <a:pt x="72541" y="163621"/>
                          </a:cubicBezTo>
                          <a:cubicBezTo>
                            <a:pt x="71091" y="154755"/>
                            <a:pt x="70123" y="143310"/>
                            <a:pt x="70123" y="128963"/>
                          </a:cubicBezTo>
                          <a:cubicBezTo>
                            <a:pt x="70123" y="82214"/>
                            <a:pt x="99301" y="32079"/>
                            <a:pt x="163299" y="32079"/>
                          </a:cubicBezTo>
                          <a:cubicBezTo>
                            <a:pt x="171520" y="32079"/>
                            <a:pt x="178774" y="34336"/>
                            <a:pt x="186351" y="39172"/>
                          </a:cubicBezTo>
                          <a:cubicBezTo>
                            <a:pt x="209725" y="54325"/>
                            <a:pt x="235357" y="62547"/>
                            <a:pt x="260182" y="62708"/>
                          </a:cubicBezTo>
                          <a:cubicBezTo>
                            <a:pt x="268081" y="62869"/>
                            <a:pt x="281944" y="66416"/>
                            <a:pt x="288070" y="73992"/>
                          </a:cubicBezTo>
                          <a:cubicBezTo>
                            <a:pt x="300644" y="90435"/>
                            <a:pt x="295324" y="130091"/>
                            <a:pt x="285974" y="164105"/>
                          </a:cubicBezTo>
                          <a:cubicBezTo>
                            <a:pt x="285813" y="163944"/>
                            <a:pt x="285813" y="163782"/>
                            <a:pt x="285652" y="163621"/>
                          </a:cubicBezTo>
                          <a:cubicBezTo>
                            <a:pt x="285330" y="163138"/>
                            <a:pt x="285007" y="162493"/>
                            <a:pt x="284685" y="162009"/>
                          </a:cubicBezTo>
                          <a:cubicBezTo>
                            <a:pt x="284524" y="161526"/>
                            <a:pt x="284201" y="161203"/>
                            <a:pt x="284040" y="160720"/>
                          </a:cubicBezTo>
                          <a:cubicBezTo>
                            <a:pt x="283718" y="160075"/>
                            <a:pt x="283234" y="159430"/>
                            <a:pt x="282911" y="158785"/>
                          </a:cubicBezTo>
                          <a:cubicBezTo>
                            <a:pt x="282750" y="158463"/>
                            <a:pt x="282589" y="158140"/>
                            <a:pt x="282428" y="157818"/>
                          </a:cubicBezTo>
                          <a:cubicBezTo>
                            <a:pt x="281944" y="156851"/>
                            <a:pt x="281299" y="156045"/>
                            <a:pt x="280816" y="155077"/>
                          </a:cubicBezTo>
                          <a:cubicBezTo>
                            <a:pt x="280655" y="154755"/>
                            <a:pt x="280332" y="154271"/>
                            <a:pt x="280171" y="153949"/>
                          </a:cubicBezTo>
                          <a:cubicBezTo>
                            <a:pt x="279849" y="153465"/>
                            <a:pt x="279526" y="152821"/>
                            <a:pt x="279204" y="152337"/>
                          </a:cubicBezTo>
                          <a:cubicBezTo>
                            <a:pt x="278881" y="151853"/>
                            <a:pt x="278720" y="151531"/>
                            <a:pt x="278398" y="151047"/>
                          </a:cubicBezTo>
                          <a:cubicBezTo>
                            <a:pt x="278075" y="150564"/>
                            <a:pt x="277753" y="150080"/>
                            <a:pt x="277592" y="149597"/>
                          </a:cubicBezTo>
                          <a:cubicBezTo>
                            <a:pt x="277269" y="149113"/>
                            <a:pt x="277108" y="148790"/>
                            <a:pt x="276786" y="148307"/>
                          </a:cubicBezTo>
                          <a:cubicBezTo>
                            <a:pt x="276463" y="147823"/>
                            <a:pt x="276302" y="147340"/>
                            <a:pt x="275980" y="146856"/>
                          </a:cubicBezTo>
                          <a:cubicBezTo>
                            <a:pt x="275819" y="146372"/>
                            <a:pt x="275496" y="146050"/>
                            <a:pt x="275335" y="145566"/>
                          </a:cubicBezTo>
                          <a:cubicBezTo>
                            <a:pt x="275013" y="145083"/>
                            <a:pt x="274851" y="144599"/>
                            <a:pt x="274529" y="144116"/>
                          </a:cubicBezTo>
                          <a:cubicBezTo>
                            <a:pt x="274368" y="143793"/>
                            <a:pt x="274045" y="143310"/>
                            <a:pt x="273884" y="142987"/>
                          </a:cubicBezTo>
                          <a:cubicBezTo>
                            <a:pt x="273562" y="142504"/>
                            <a:pt x="273239" y="142020"/>
                            <a:pt x="273078" y="141375"/>
                          </a:cubicBezTo>
                          <a:cubicBezTo>
                            <a:pt x="272917" y="141053"/>
                            <a:pt x="272756" y="140730"/>
                            <a:pt x="272433" y="140247"/>
                          </a:cubicBezTo>
                          <a:cubicBezTo>
                            <a:pt x="272111" y="139602"/>
                            <a:pt x="271788" y="138957"/>
                            <a:pt x="271305" y="138312"/>
                          </a:cubicBezTo>
                          <a:cubicBezTo>
                            <a:pt x="271144" y="138151"/>
                            <a:pt x="271144" y="137990"/>
                            <a:pt x="270982" y="137829"/>
                          </a:cubicBezTo>
                          <a:cubicBezTo>
                            <a:pt x="270499" y="137023"/>
                            <a:pt x="270176" y="136217"/>
                            <a:pt x="269693" y="135411"/>
                          </a:cubicBezTo>
                          <a:cubicBezTo>
                            <a:pt x="269532" y="135088"/>
                            <a:pt x="269370" y="134927"/>
                            <a:pt x="269209" y="134605"/>
                          </a:cubicBezTo>
                          <a:cubicBezTo>
                            <a:pt x="268887" y="134121"/>
                            <a:pt x="268726" y="133637"/>
                            <a:pt x="268403" y="133154"/>
                          </a:cubicBezTo>
                          <a:cubicBezTo>
                            <a:pt x="268242" y="132831"/>
                            <a:pt x="268081" y="132670"/>
                            <a:pt x="267920" y="132348"/>
                          </a:cubicBezTo>
                          <a:cubicBezTo>
                            <a:pt x="267758" y="131864"/>
                            <a:pt x="267436" y="131381"/>
                            <a:pt x="267275" y="131058"/>
                          </a:cubicBezTo>
                          <a:cubicBezTo>
                            <a:pt x="267114" y="130736"/>
                            <a:pt x="266952" y="130575"/>
                            <a:pt x="266791" y="130252"/>
                          </a:cubicBezTo>
                          <a:cubicBezTo>
                            <a:pt x="266630" y="129769"/>
                            <a:pt x="266469" y="129446"/>
                            <a:pt x="266146" y="128963"/>
                          </a:cubicBezTo>
                          <a:cubicBezTo>
                            <a:pt x="265985" y="128640"/>
                            <a:pt x="265824" y="128479"/>
                            <a:pt x="265824" y="128156"/>
                          </a:cubicBezTo>
                          <a:cubicBezTo>
                            <a:pt x="265663" y="127834"/>
                            <a:pt x="265502" y="127350"/>
                            <a:pt x="265340" y="127028"/>
                          </a:cubicBezTo>
                          <a:cubicBezTo>
                            <a:pt x="265179" y="126867"/>
                            <a:pt x="265179" y="126544"/>
                            <a:pt x="265018" y="126383"/>
                          </a:cubicBezTo>
                          <a:cubicBezTo>
                            <a:pt x="264857" y="126061"/>
                            <a:pt x="264696" y="125577"/>
                            <a:pt x="264534" y="125255"/>
                          </a:cubicBezTo>
                          <a:cubicBezTo>
                            <a:pt x="264534" y="125094"/>
                            <a:pt x="264373" y="124932"/>
                            <a:pt x="264373" y="124771"/>
                          </a:cubicBezTo>
                          <a:cubicBezTo>
                            <a:pt x="264212" y="124288"/>
                            <a:pt x="263890" y="123804"/>
                            <a:pt x="263728" y="123320"/>
                          </a:cubicBezTo>
                          <a:cubicBezTo>
                            <a:pt x="261633" y="118001"/>
                            <a:pt x="256958" y="114132"/>
                            <a:pt x="251477" y="113165"/>
                          </a:cubicBezTo>
                          <a:cubicBezTo>
                            <a:pt x="250832" y="113003"/>
                            <a:pt x="250187" y="113003"/>
                            <a:pt x="249704" y="113003"/>
                          </a:cubicBezTo>
                          <a:cubicBezTo>
                            <a:pt x="249542" y="113003"/>
                            <a:pt x="249381" y="113003"/>
                            <a:pt x="249220" y="113003"/>
                          </a:cubicBezTo>
                          <a:cubicBezTo>
                            <a:pt x="249059" y="113003"/>
                            <a:pt x="248898" y="113003"/>
                            <a:pt x="248736" y="113003"/>
                          </a:cubicBezTo>
                          <a:cubicBezTo>
                            <a:pt x="248414" y="113003"/>
                            <a:pt x="248092" y="113003"/>
                            <a:pt x="247769" y="113003"/>
                          </a:cubicBezTo>
                          <a:cubicBezTo>
                            <a:pt x="247608" y="113003"/>
                            <a:pt x="247286" y="113003"/>
                            <a:pt x="247124" y="113003"/>
                          </a:cubicBezTo>
                          <a:cubicBezTo>
                            <a:pt x="246480" y="113003"/>
                            <a:pt x="245835" y="113165"/>
                            <a:pt x="245351" y="113326"/>
                          </a:cubicBezTo>
                          <a:cubicBezTo>
                            <a:pt x="245190" y="113326"/>
                            <a:pt x="245190" y="113326"/>
                            <a:pt x="245190" y="113326"/>
                          </a:cubicBezTo>
                          <a:cubicBezTo>
                            <a:pt x="244706" y="113487"/>
                            <a:pt x="244062" y="113648"/>
                            <a:pt x="243578" y="113809"/>
                          </a:cubicBezTo>
                          <a:cubicBezTo>
                            <a:pt x="243417" y="113809"/>
                            <a:pt x="243094" y="113971"/>
                            <a:pt x="242933" y="114132"/>
                          </a:cubicBezTo>
                          <a:cubicBezTo>
                            <a:pt x="242611" y="114293"/>
                            <a:pt x="242127" y="114454"/>
                            <a:pt x="241805" y="114615"/>
                          </a:cubicBezTo>
                          <a:cubicBezTo>
                            <a:pt x="241643" y="114777"/>
                            <a:pt x="241321" y="114777"/>
                            <a:pt x="241160" y="114938"/>
                          </a:cubicBezTo>
                          <a:cubicBezTo>
                            <a:pt x="240837" y="115099"/>
                            <a:pt x="240515" y="115260"/>
                            <a:pt x="240193" y="115583"/>
                          </a:cubicBezTo>
                          <a:cubicBezTo>
                            <a:pt x="240031" y="115744"/>
                            <a:pt x="239709" y="115905"/>
                            <a:pt x="239548" y="116066"/>
                          </a:cubicBezTo>
                          <a:cubicBezTo>
                            <a:pt x="239225" y="116389"/>
                            <a:pt x="238903" y="116550"/>
                            <a:pt x="238581" y="116872"/>
                          </a:cubicBezTo>
                          <a:cubicBezTo>
                            <a:pt x="238419" y="117033"/>
                            <a:pt x="238258" y="117195"/>
                            <a:pt x="238097" y="117356"/>
                          </a:cubicBezTo>
                          <a:cubicBezTo>
                            <a:pt x="237613" y="117839"/>
                            <a:pt x="237130" y="118323"/>
                            <a:pt x="236807" y="118807"/>
                          </a:cubicBezTo>
                          <a:cubicBezTo>
                            <a:pt x="226652" y="130575"/>
                            <a:pt x="173455" y="142987"/>
                            <a:pt x="133476" y="142987"/>
                          </a:cubicBezTo>
                          <a:cubicBezTo>
                            <a:pt x="111714" y="142987"/>
                            <a:pt x="95593" y="148468"/>
                            <a:pt x="83826" y="155883"/>
                          </a:cubicBezTo>
                          <a:cubicBezTo>
                            <a:pt x="83342" y="155400"/>
                            <a:pt x="83181" y="155561"/>
                            <a:pt x="83020" y="155561"/>
                          </a:cubicBezTo>
                          <a:close/>
                          <a:moveTo>
                            <a:pt x="214239" y="293551"/>
                          </a:moveTo>
                          <a:cubicBezTo>
                            <a:pt x="206179" y="296775"/>
                            <a:pt x="201988" y="305802"/>
                            <a:pt x="204889" y="314024"/>
                          </a:cubicBezTo>
                          <a:lnTo>
                            <a:pt x="219236" y="354163"/>
                          </a:lnTo>
                          <a:cubicBezTo>
                            <a:pt x="218591" y="354808"/>
                            <a:pt x="217947" y="355453"/>
                            <a:pt x="217141" y="356098"/>
                          </a:cubicBezTo>
                          <a:cubicBezTo>
                            <a:pt x="216979" y="356259"/>
                            <a:pt x="216818" y="356420"/>
                            <a:pt x="216657" y="356581"/>
                          </a:cubicBezTo>
                          <a:cubicBezTo>
                            <a:pt x="216012" y="357065"/>
                            <a:pt x="215529" y="357549"/>
                            <a:pt x="214884" y="358032"/>
                          </a:cubicBezTo>
                          <a:cubicBezTo>
                            <a:pt x="214561" y="358193"/>
                            <a:pt x="214400" y="358516"/>
                            <a:pt x="214078" y="358677"/>
                          </a:cubicBezTo>
                          <a:cubicBezTo>
                            <a:pt x="213594" y="358999"/>
                            <a:pt x="213111" y="359483"/>
                            <a:pt x="212627" y="359805"/>
                          </a:cubicBezTo>
                          <a:cubicBezTo>
                            <a:pt x="212305" y="359967"/>
                            <a:pt x="211982" y="360289"/>
                            <a:pt x="211660" y="360450"/>
                          </a:cubicBezTo>
                          <a:cubicBezTo>
                            <a:pt x="211176" y="360773"/>
                            <a:pt x="210692" y="361095"/>
                            <a:pt x="210209" y="361417"/>
                          </a:cubicBezTo>
                          <a:cubicBezTo>
                            <a:pt x="209886" y="361579"/>
                            <a:pt x="209564" y="361901"/>
                            <a:pt x="209242" y="362062"/>
                          </a:cubicBezTo>
                          <a:cubicBezTo>
                            <a:pt x="208758" y="362385"/>
                            <a:pt x="208274" y="362707"/>
                            <a:pt x="207630" y="363029"/>
                          </a:cubicBezTo>
                          <a:cubicBezTo>
                            <a:pt x="207307" y="363191"/>
                            <a:pt x="206985" y="363352"/>
                            <a:pt x="206662" y="363674"/>
                          </a:cubicBezTo>
                          <a:cubicBezTo>
                            <a:pt x="206179" y="363997"/>
                            <a:pt x="205534" y="364319"/>
                            <a:pt x="204889" y="364642"/>
                          </a:cubicBezTo>
                          <a:cubicBezTo>
                            <a:pt x="204567" y="364803"/>
                            <a:pt x="204244" y="364964"/>
                            <a:pt x="203922" y="365125"/>
                          </a:cubicBezTo>
                          <a:cubicBezTo>
                            <a:pt x="203277" y="365448"/>
                            <a:pt x="202471" y="365770"/>
                            <a:pt x="201665" y="366092"/>
                          </a:cubicBezTo>
                          <a:cubicBezTo>
                            <a:pt x="201504" y="366092"/>
                            <a:pt x="201343" y="366254"/>
                            <a:pt x="201182" y="366254"/>
                          </a:cubicBezTo>
                          <a:cubicBezTo>
                            <a:pt x="200214" y="366576"/>
                            <a:pt x="199408" y="367060"/>
                            <a:pt x="198441" y="367382"/>
                          </a:cubicBezTo>
                          <a:cubicBezTo>
                            <a:pt x="198119" y="367543"/>
                            <a:pt x="197957" y="367543"/>
                            <a:pt x="197635" y="367704"/>
                          </a:cubicBezTo>
                          <a:cubicBezTo>
                            <a:pt x="196990" y="367866"/>
                            <a:pt x="196345" y="368188"/>
                            <a:pt x="195701" y="368349"/>
                          </a:cubicBezTo>
                          <a:cubicBezTo>
                            <a:pt x="195378" y="368510"/>
                            <a:pt x="195056" y="368510"/>
                            <a:pt x="194572" y="368672"/>
                          </a:cubicBezTo>
                          <a:cubicBezTo>
                            <a:pt x="193927" y="368833"/>
                            <a:pt x="193444" y="368994"/>
                            <a:pt x="192799" y="369155"/>
                          </a:cubicBezTo>
                          <a:cubicBezTo>
                            <a:pt x="192477" y="369316"/>
                            <a:pt x="191993" y="369316"/>
                            <a:pt x="191671" y="369478"/>
                          </a:cubicBezTo>
                          <a:cubicBezTo>
                            <a:pt x="191026" y="369639"/>
                            <a:pt x="190542" y="369800"/>
                            <a:pt x="189897" y="369800"/>
                          </a:cubicBezTo>
                          <a:cubicBezTo>
                            <a:pt x="189575" y="369800"/>
                            <a:pt x="189091" y="369961"/>
                            <a:pt x="188769" y="369961"/>
                          </a:cubicBezTo>
                          <a:cubicBezTo>
                            <a:pt x="188124" y="370122"/>
                            <a:pt x="187479" y="370122"/>
                            <a:pt x="186996" y="370284"/>
                          </a:cubicBezTo>
                          <a:cubicBezTo>
                            <a:pt x="186673" y="370284"/>
                            <a:pt x="186190" y="370445"/>
                            <a:pt x="185867" y="370445"/>
                          </a:cubicBezTo>
                          <a:cubicBezTo>
                            <a:pt x="185222" y="370445"/>
                            <a:pt x="184578" y="370606"/>
                            <a:pt x="183933" y="370606"/>
                          </a:cubicBezTo>
                          <a:cubicBezTo>
                            <a:pt x="183610" y="370606"/>
                            <a:pt x="183288" y="370606"/>
                            <a:pt x="182966" y="370606"/>
                          </a:cubicBezTo>
                          <a:cubicBezTo>
                            <a:pt x="181998" y="370606"/>
                            <a:pt x="181031" y="370767"/>
                            <a:pt x="179903" y="370767"/>
                          </a:cubicBezTo>
                          <a:cubicBezTo>
                            <a:pt x="179903" y="370767"/>
                            <a:pt x="179903" y="370767"/>
                            <a:pt x="179903" y="370767"/>
                          </a:cubicBezTo>
                          <a:cubicBezTo>
                            <a:pt x="178935" y="370767"/>
                            <a:pt x="177807" y="370767"/>
                            <a:pt x="176840" y="370606"/>
                          </a:cubicBezTo>
                          <a:cubicBezTo>
                            <a:pt x="176517" y="370606"/>
                            <a:pt x="176195" y="370606"/>
                            <a:pt x="175873" y="370606"/>
                          </a:cubicBezTo>
                          <a:cubicBezTo>
                            <a:pt x="175228" y="370606"/>
                            <a:pt x="174583" y="370445"/>
                            <a:pt x="173777" y="370445"/>
                          </a:cubicBezTo>
                          <a:cubicBezTo>
                            <a:pt x="173455" y="370445"/>
                            <a:pt x="172971" y="370284"/>
                            <a:pt x="172649" y="370284"/>
                          </a:cubicBezTo>
                          <a:cubicBezTo>
                            <a:pt x="172004" y="370284"/>
                            <a:pt x="171359" y="370122"/>
                            <a:pt x="170875" y="369961"/>
                          </a:cubicBezTo>
                          <a:cubicBezTo>
                            <a:pt x="170553" y="369961"/>
                            <a:pt x="170069" y="369800"/>
                            <a:pt x="169747" y="369800"/>
                          </a:cubicBezTo>
                          <a:cubicBezTo>
                            <a:pt x="169102" y="369639"/>
                            <a:pt x="168618" y="369639"/>
                            <a:pt x="167974" y="369478"/>
                          </a:cubicBezTo>
                          <a:cubicBezTo>
                            <a:pt x="167651" y="369316"/>
                            <a:pt x="167168" y="369316"/>
                            <a:pt x="166845" y="369155"/>
                          </a:cubicBezTo>
                          <a:cubicBezTo>
                            <a:pt x="166200" y="368994"/>
                            <a:pt x="165556" y="368833"/>
                            <a:pt x="165072" y="368672"/>
                          </a:cubicBezTo>
                          <a:cubicBezTo>
                            <a:pt x="164750" y="368510"/>
                            <a:pt x="164427" y="368510"/>
                            <a:pt x="164105" y="368349"/>
                          </a:cubicBezTo>
                          <a:cubicBezTo>
                            <a:pt x="163460" y="368188"/>
                            <a:pt x="162815" y="367866"/>
                            <a:pt x="162009" y="367704"/>
                          </a:cubicBezTo>
                          <a:cubicBezTo>
                            <a:pt x="161687" y="367543"/>
                            <a:pt x="161526" y="367543"/>
                            <a:pt x="161203" y="367382"/>
                          </a:cubicBezTo>
                          <a:cubicBezTo>
                            <a:pt x="160236" y="367060"/>
                            <a:pt x="159430" y="366737"/>
                            <a:pt x="158463" y="366254"/>
                          </a:cubicBezTo>
                          <a:cubicBezTo>
                            <a:pt x="158301" y="366254"/>
                            <a:pt x="158140" y="366092"/>
                            <a:pt x="157979" y="366092"/>
                          </a:cubicBezTo>
                          <a:cubicBezTo>
                            <a:pt x="157173" y="365770"/>
                            <a:pt x="156528" y="365448"/>
                            <a:pt x="155722" y="365125"/>
                          </a:cubicBezTo>
                          <a:cubicBezTo>
                            <a:pt x="155400" y="364964"/>
                            <a:pt x="155077" y="364803"/>
                            <a:pt x="154755" y="364642"/>
                          </a:cubicBezTo>
                          <a:cubicBezTo>
                            <a:pt x="154110" y="364319"/>
                            <a:pt x="153627" y="363997"/>
                            <a:pt x="152982" y="363674"/>
                          </a:cubicBezTo>
                          <a:cubicBezTo>
                            <a:pt x="152659" y="363513"/>
                            <a:pt x="152337" y="363352"/>
                            <a:pt x="152015" y="363029"/>
                          </a:cubicBezTo>
                          <a:cubicBezTo>
                            <a:pt x="151531" y="362707"/>
                            <a:pt x="151047" y="362385"/>
                            <a:pt x="150403" y="362062"/>
                          </a:cubicBezTo>
                          <a:cubicBezTo>
                            <a:pt x="150080" y="361901"/>
                            <a:pt x="149758" y="361579"/>
                            <a:pt x="149435" y="361417"/>
                          </a:cubicBezTo>
                          <a:cubicBezTo>
                            <a:pt x="148952" y="361095"/>
                            <a:pt x="148468" y="360773"/>
                            <a:pt x="147984" y="360450"/>
                          </a:cubicBezTo>
                          <a:cubicBezTo>
                            <a:pt x="147662" y="360289"/>
                            <a:pt x="147340" y="359967"/>
                            <a:pt x="147017" y="359805"/>
                          </a:cubicBezTo>
                          <a:cubicBezTo>
                            <a:pt x="146534" y="359483"/>
                            <a:pt x="146050" y="358999"/>
                            <a:pt x="145566" y="358677"/>
                          </a:cubicBezTo>
                          <a:cubicBezTo>
                            <a:pt x="145244" y="358516"/>
                            <a:pt x="145083" y="358193"/>
                            <a:pt x="144760" y="358032"/>
                          </a:cubicBezTo>
                          <a:cubicBezTo>
                            <a:pt x="144116" y="357549"/>
                            <a:pt x="143632" y="357065"/>
                            <a:pt x="142987" y="356581"/>
                          </a:cubicBezTo>
                          <a:cubicBezTo>
                            <a:pt x="142826" y="356420"/>
                            <a:pt x="142665" y="356259"/>
                            <a:pt x="142504" y="356098"/>
                          </a:cubicBezTo>
                          <a:cubicBezTo>
                            <a:pt x="141859" y="355453"/>
                            <a:pt x="141053" y="354808"/>
                            <a:pt x="140408" y="354163"/>
                          </a:cubicBezTo>
                          <a:lnTo>
                            <a:pt x="154755" y="314024"/>
                          </a:lnTo>
                          <a:cubicBezTo>
                            <a:pt x="157657" y="305802"/>
                            <a:pt x="153627" y="296775"/>
                            <a:pt x="145405" y="293551"/>
                          </a:cubicBezTo>
                          <a:cubicBezTo>
                            <a:pt x="109135" y="279204"/>
                            <a:pt x="85599" y="244868"/>
                            <a:pt x="85599" y="205856"/>
                          </a:cubicBezTo>
                          <a:lnTo>
                            <a:pt x="85599" y="199408"/>
                          </a:lnTo>
                          <a:cubicBezTo>
                            <a:pt x="86727" y="196990"/>
                            <a:pt x="88178" y="194411"/>
                            <a:pt x="90274" y="191832"/>
                          </a:cubicBezTo>
                          <a:cubicBezTo>
                            <a:pt x="96238" y="184255"/>
                            <a:pt x="107684" y="175711"/>
                            <a:pt x="128962" y="174744"/>
                          </a:cubicBezTo>
                          <a:cubicBezTo>
                            <a:pt x="129124" y="174744"/>
                            <a:pt x="129446" y="174744"/>
                            <a:pt x="129607" y="174744"/>
                          </a:cubicBezTo>
                          <a:cubicBezTo>
                            <a:pt x="130736" y="174744"/>
                            <a:pt x="132025" y="174744"/>
                            <a:pt x="133154" y="174744"/>
                          </a:cubicBezTo>
                          <a:cubicBezTo>
                            <a:pt x="157657" y="174744"/>
                            <a:pt x="210854" y="168941"/>
                            <a:pt x="242450" y="152982"/>
                          </a:cubicBezTo>
                          <a:cubicBezTo>
                            <a:pt x="243094" y="154110"/>
                            <a:pt x="243578" y="155239"/>
                            <a:pt x="244223" y="156367"/>
                          </a:cubicBezTo>
                          <a:cubicBezTo>
                            <a:pt x="244384" y="156528"/>
                            <a:pt x="244384" y="156689"/>
                            <a:pt x="244545" y="157012"/>
                          </a:cubicBezTo>
                          <a:cubicBezTo>
                            <a:pt x="245190" y="158140"/>
                            <a:pt x="245674" y="159108"/>
                            <a:pt x="246318" y="160236"/>
                          </a:cubicBezTo>
                          <a:cubicBezTo>
                            <a:pt x="246480" y="160397"/>
                            <a:pt x="246641" y="160720"/>
                            <a:pt x="246641" y="160881"/>
                          </a:cubicBezTo>
                          <a:cubicBezTo>
                            <a:pt x="247286" y="162009"/>
                            <a:pt x="247930" y="163138"/>
                            <a:pt x="248575" y="164266"/>
                          </a:cubicBezTo>
                          <a:cubicBezTo>
                            <a:pt x="248575" y="164427"/>
                            <a:pt x="248736" y="164427"/>
                            <a:pt x="248736" y="164588"/>
                          </a:cubicBezTo>
                          <a:cubicBezTo>
                            <a:pt x="249381" y="165717"/>
                            <a:pt x="250026" y="166684"/>
                            <a:pt x="250510" y="167812"/>
                          </a:cubicBezTo>
                          <a:cubicBezTo>
                            <a:pt x="250671" y="167974"/>
                            <a:pt x="250671" y="168296"/>
                            <a:pt x="250832" y="168457"/>
                          </a:cubicBezTo>
                          <a:cubicBezTo>
                            <a:pt x="251477" y="169586"/>
                            <a:pt x="252122" y="170714"/>
                            <a:pt x="252767" y="171843"/>
                          </a:cubicBezTo>
                          <a:cubicBezTo>
                            <a:pt x="252928" y="172165"/>
                            <a:pt x="253089" y="172326"/>
                            <a:pt x="253250" y="172649"/>
                          </a:cubicBezTo>
                          <a:cubicBezTo>
                            <a:pt x="253895" y="173777"/>
                            <a:pt x="254540" y="174905"/>
                            <a:pt x="255185" y="175873"/>
                          </a:cubicBezTo>
                          <a:cubicBezTo>
                            <a:pt x="255346" y="176034"/>
                            <a:pt x="255346" y="176195"/>
                            <a:pt x="255507" y="176356"/>
                          </a:cubicBezTo>
                          <a:cubicBezTo>
                            <a:pt x="256152" y="177323"/>
                            <a:pt x="256635" y="178452"/>
                            <a:pt x="257280" y="179419"/>
                          </a:cubicBezTo>
                          <a:cubicBezTo>
                            <a:pt x="257441" y="179580"/>
                            <a:pt x="257441" y="179903"/>
                            <a:pt x="257603" y="180064"/>
                          </a:cubicBezTo>
                          <a:cubicBezTo>
                            <a:pt x="258247" y="181192"/>
                            <a:pt x="258892" y="182160"/>
                            <a:pt x="259537" y="183288"/>
                          </a:cubicBezTo>
                          <a:cubicBezTo>
                            <a:pt x="259698" y="183610"/>
                            <a:pt x="259859" y="183772"/>
                            <a:pt x="260021" y="184094"/>
                          </a:cubicBezTo>
                          <a:cubicBezTo>
                            <a:pt x="260665" y="185061"/>
                            <a:pt x="261310" y="186190"/>
                            <a:pt x="261794" y="187157"/>
                          </a:cubicBezTo>
                          <a:cubicBezTo>
                            <a:pt x="261955" y="187318"/>
                            <a:pt x="261955" y="187479"/>
                            <a:pt x="262116" y="187802"/>
                          </a:cubicBezTo>
                          <a:cubicBezTo>
                            <a:pt x="262600" y="188769"/>
                            <a:pt x="263245" y="189575"/>
                            <a:pt x="263728" y="190542"/>
                          </a:cubicBezTo>
                          <a:cubicBezTo>
                            <a:pt x="263890" y="190703"/>
                            <a:pt x="263890" y="190864"/>
                            <a:pt x="264051" y="191026"/>
                          </a:cubicBezTo>
                          <a:cubicBezTo>
                            <a:pt x="264696" y="191993"/>
                            <a:pt x="265179" y="192960"/>
                            <a:pt x="265663" y="193766"/>
                          </a:cubicBezTo>
                          <a:cubicBezTo>
                            <a:pt x="265824" y="194089"/>
                            <a:pt x="265985" y="194250"/>
                            <a:pt x="266146" y="194572"/>
                          </a:cubicBezTo>
                          <a:cubicBezTo>
                            <a:pt x="266630" y="195378"/>
                            <a:pt x="267114" y="196345"/>
                            <a:pt x="267597" y="197151"/>
                          </a:cubicBezTo>
                          <a:cubicBezTo>
                            <a:pt x="267758" y="197313"/>
                            <a:pt x="267920" y="197635"/>
                            <a:pt x="267920" y="197796"/>
                          </a:cubicBezTo>
                          <a:cubicBezTo>
                            <a:pt x="268403" y="198602"/>
                            <a:pt x="268887" y="199408"/>
                            <a:pt x="269370" y="200214"/>
                          </a:cubicBezTo>
                          <a:cubicBezTo>
                            <a:pt x="269370" y="200214"/>
                            <a:pt x="269532" y="200376"/>
                            <a:pt x="269532" y="200376"/>
                          </a:cubicBezTo>
                          <a:cubicBezTo>
                            <a:pt x="270015" y="201182"/>
                            <a:pt x="270499" y="201988"/>
                            <a:pt x="270982" y="202794"/>
                          </a:cubicBezTo>
                          <a:cubicBezTo>
                            <a:pt x="271144" y="202955"/>
                            <a:pt x="271144" y="203116"/>
                            <a:pt x="271305" y="203277"/>
                          </a:cubicBezTo>
                          <a:cubicBezTo>
                            <a:pt x="271788" y="203922"/>
                            <a:pt x="272111" y="204567"/>
                            <a:pt x="272433" y="205212"/>
                          </a:cubicBezTo>
                          <a:cubicBezTo>
                            <a:pt x="272594" y="205373"/>
                            <a:pt x="272594" y="205534"/>
                            <a:pt x="272756" y="205695"/>
                          </a:cubicBezTo>
                          <a:cubicBezTo>
                            <a:pt x="273078" y="206340"/>
                            <a:pt x="273562" y="206985"/>
                            <a:pt x="273884" y="207468"/>
                          </a:cubicBezTo>
                          <a:cubicBezTo>
                            <a:pt x="273562" y="245674"/>
                            <a:pt x="250187" y="279526"/>
                            <a:pt x="214239" y="293551"/>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grpSp>
              <p:cxnSp>
                <p:nvCxnSpPr>
                  <p:cNvPr id="900" name="Google Shape;900;g3bb050f2e20_0_94"/>
                  <p:cNvCxnSpPr/>
                  <p:nvPr/>
                </p:nvCxnSpPr>
                <p:spPr>
                  <a:xfrm rot="10800000">
                    <a:off x="1443172" y="8632890"/>
                    <a:ext cx="0" cy="384600"/>
                  </a:xfrm>
                  <a:prstGeom prst="straightConnector1">
                    <a:avLst/>
                  </a:prstGeom>
                  <a:noFill/>
                  <a:ln cap="flat" cmpd="sng" w="9525">
                    <a:solidFill>
                      <a:srgbClr val="1D93C9"/>
                    </a:solidFill>
                    <a:prstDash val="solid"/>
                    <a:miter lim="800000"/>
                    <a:headEnd len="sm" w="sm" type="none"/>
                    <a:tailEnd len="sm" w="sm" type="none"/>
                  </a:ln>
                </p:spPr>
              </p:cxnSp>
            </p:grpSp>
          </p:grpSp>
        </p:grpSp>
        <p:sp>
          <p:nvSpPr>
            <p:cNvPr id="901" name="Google Shape;901;g3bb050f2e20_0_94"/>
            <p:cNvSpPr txBox="1"/>
            <p:nvPr/>
          </p:nvSpPr>
          <p:spPr>
            <a:xfrm>
              <a:off x="708878" y="6374606"/>
              <a:ext cx="1524600" cy="271800"/>
            </a:xfrm>
            <a:prstGeom prst="rect">
              <a:avLst/>
            </a:prstGeom>
            <a:noFill/>
            <a:ln>
              <a:noFill/>
            </a:ln>
          </p:spPr>
          <p:txBody>
            <a:bodyPr anchorCtr="0" anchor="t" bIns="19500" lIns="39100" spcFirstLastPara="1" rIns="39100" wrap="square" tIns="19500">
              <a:spAutoFit/>
            </a:bodyPr>
            <a:lstStyle/>
            <a:p>
              <a:pPr indent="0" lvl="0" marL="0" marR="0" rtl="0" algn="l">
                <a:lnSpc>
                  <a:spcPct val="100000"/>
                </a:lnSpc>
                <a:spcBef>
                  <a:spcPts val="0"/>
                </a:spcBef>
                <a:spcAft>
                  <a:spcPts val="0"/>
                </a:spcAft>
                <a:buClr>
                  <a:srgbClr val="000000"/>
                </a:buClr>
                <a:buSzPts val="650"/>
                <a:buFont typeface="Arial"/>
                <a:buNone/>
              </a:pPr>
              <a:r>
                <a:rPr b="1" i="0" lang="vi" sz="650" u="none" cap="none" strike="noStrike">
                  <a:solidFill>
                    <a:srgbClr val="042D4D"/>
                  </a:solidFill>
                  <a:latin typeface="Calibri"/>
                  <a:ea typeface="Calibri"/>
                  <a:cs typeface="Calibri"/>
                  <a:sym typeface="Calibri"/>
                </a:rPr>
                <a:t>FREQUENCY</a:t>
              </a:r>
              <a:endParaRPr b="0" i="0" sz="650" u="none" cap="none" strike="noStrike">
                <a:solidFill>
                  <a:srgbClr val="000000"/>
                </a:solidFill>
                <a:latin typeface="Arial"/>
                <a:ea typeface="Arial"/>
                <a:cs typeface="Arial"/>
                <a:sym typeface="Arial"/>
              </a:endParaRPr>
            </a:p>
          </p:txBody>
        </p:sp>
        <p:sp>
          <p:nvSpPr>
            <p:cNvPr id="902" name="Google Shape;902;g3bb050f2e20_0_94"/>
            <p:cNvSpPr txBox="1"/>
            <p:nvPr/>
          </p:nvSpPr>
          <p:spPr>
            <a:xfrm>
              <a:off x="2666734" y="6374606"/>
              <a:ext cx="1865100" cy="271800"/>
            </a:xfrm>
            <a:prstGeom prst="rect">
              <a:avLst/>
            </a:prstGeom>
            <a:noFill/>
            <a:ln>
              <a:noFill/>
            </a:ln>
          </p:spPr>
          <p:txBody>
            <a:bodyPr anchorCtr="0" anchor="t" bIns="19500" lIns="39100" spcFirstLastPara="1" rIns="39100" wrap="square" tIns="19500">
              <a:spAutoFit/>
            </a:bodyPr>
            <a:lstStyle/>
            <a:p>
              <a:pPr indent="0" lvl="0" marL="0" marR="0" rtl="0" algn="l">
                <a:lnSpc>
                  <a:spcPct val="100000"/>
                </a:lnSpc>
                <a:spcBef>
                  <a:spcPts val="0"/>
                </a:spcBef>
                <a:spcAft>
                  <a:spcPts val="0"/>
                </a:spcAft>
                <a:buClr>
                  <a:srgbClr val="000000"/>
                </a:buClr>
                <a:buSzPts val="650"/>
                <a:buFont typeface="Arial"/>
                <a:buNone/>
              </a:pPr>
              <a:r>
                <a:rPr b="1" i="0" lang="vi" sz="650" u="none" cap="none" strike="noStrike">
                  <a:solidFill>
                    <a:srgbClr val="042D4D"/>
                  </a:solidFill>
                  <a:latin typeface="Calibri"/>
                  <a:ea typeface="Calibri"/>
                  <a:cs typeface="Calibri"/>
                  <a:sym typeface="Calibri"/>
                </a:rPr>
                <a:t>PARTICIPANTS</a:t>
              </a:r>
              <a:endParaRPr b="0" i="0" sz="650" u="none" cap="none" strike="noStrike">
                <a:solidFill>
                  <a:srgbClr val="000000"/>
                </a:solidFill>
                <a:latin typeface="Arial"/>
                <a:ea typeface="Arial"/>
                <a:cs typeface="Arial"/>
                <a:sym typeface="Arial"/>
              </a:endParaRPr>
            </a:p>
          </p:txBody>
        </p:sp>
      </p:grpSp>
      <p:grpSp>
        <p:nvGrpSpPr>
          <p:cNvPr id="903" name="Google Shape;903;g3bb050f2e20_0_94"/>
          <p:cNvGrpSpPr/>
          <p:nvPr/>
        </p:nvGrpSpPr>
        <p:grpSpPr>
          <a:xfrm>
            <a:off x="91963" y="992281"/>
            <a:ext cx="2107045" cy="989821"/>
            <a:chOff x="13705081" y="1917700"/>
            <a:chExt cx="4104900" cy="1928347"/>
          </a:xfrm>
        </p:grpSpPr>
        <p:pic>
          <p:nvPicPr>
            <p:cNvPr descr="Maps and pin form lines, triangles and particle style design. Illustration vector" id="904" name="Google Shape;904;g3bb050f2e20_0_94"/>
            <p:cNvPicPr preferRelativeResize="0"/>
            <p:nvPr/>
          </p:nvPicPr>
          <p:blipFill rotWithShape="1">
            <a:blip r:embed="rId5">
              <a:alphaModFix/>
            </a:blip>
            <a:srcRect b="0" l="0" r="0" t="0"/>
            <a:stretch/>
          </p:blipFill>
          <p:spPr>
            <a:xfrm>
              <a:off x="13705081" y="1917700"/>
              <a:ext cx="4104776" cy="1917299"/>
            </a:xfrm>
            <a:prstGeom prst="rect">
              <a:avLst/>
            </a:prstGeom>
            <a:noFill/>
            <a:ln>
              <a:noFill/>
            </a:ln>
          </p:spPr>
        </p:pic>
        <p:sp>
          <p:nvSpPr>
            <p:cNvPr id="905" name="Google Shape;905;g3bb050f2e20_0_94"/>
            <p:cNvSpPr txBox="1"/>
            <p:nvPr/>
          </p:nvSpPr>
          <p:spPr>
            <a:xfrm>
              <a:off x="13705081" y="3410147"/>
              <a:ext cx="4104900" cy="435900"/>
            </a:xfrm>
            <a:prstGeom prst="rect">
              <a:avLst/>
            </a:prstGeom>
            <a:solidFill>
              <a:srgbClr val="021E33">
                <a:alpha val="60000"/>
              </a:srgbClr>
            </a:solidFill>
            <a:ln>
              <a:noFill/>
            </a:ln>
          </p:spPr>
          <p:txBody>
            <a:bodyPr anchorCtr="0" anchor="ctr" bIns="30775" lIns="30775" spcFirstLastPara="1" rIns="30775" wrap="square" tIns="30775">
              <a:spAutoFit/>
            </a:bodyPr>
            <a:lstStyle/>
            <a:p>
              <a:pPr indent="0" lvl="0" marL="0" marR="0" rtl="0" algn="ctr">
                <a:lnSpc>
                  <a:spcPct val="100000"/>
                </a:lnSpc>
                <a:spcBef>
                  <a:spcPts val="0"/>
                </a:spcBef>
                <a:spcAft>
                  <a:spcPts val="0"/>
                </a:spcAft>
                <a:buClr>
                  <a:srgbClr val="000000"/>
                </a:buClr>
                <a:buSzPts val="1050"/>
                <a:buFont typeface="Arial"/>
                <a:buNone/>
              </a:pPr>
              <a:r>
                <a:rPr b="1" i="0" lang="vi" sz="1050" u="none" cap="none" strike="noStrike">
                  <a:solidFill>
                    <a:srgbClr val="FFFFFF"/>
                  </a:solidFill>
                  <a:latin typeface="Lato"/>
                  <a:ea typeface="Lato"/>
                  <a:cs typeface="Lato"/>
                  <a:sym typeface="Lato"/>
                </a:rPr>
                <a:t>SPRINT PLANNING</a:t>
              </a:r>
              <a:endParaRPr b="0" i="0" sz="1050" u="none" cap="none" strike="noStrike">
                <a:solidFill>
                  <a:srgbClr val="000000"/>
                </a:solidFill>
                <a:latin typeface="Lato"/>
                <a:ea typeface="Lato"/>
                <a:cs typeface="Lato"/>
                <a:sym typeface="Lato"/>
              </a:endParaRPr>
            </a:p>
          </p:txBody>
        </p:sp>
      </p:grpSp>
      <p:grpSp>
        <p:nvGrpSpPr>
          <p:cNvPr id="906" name="Google Shape;906;g3bb050f2e20_0_94"/>
          <p:cNvGrpSpPr/>
          <p:nvPr/>
        </p:nvGrpSpPr>
        <p:grpSpPr>
          <a:xfrm>
            <a:off x="88520" y="1979529"/>
            <a:ext cx="2112897" cy="2349117"/>
            <a:chOff x="13733225" y="3557654"/>
            <a:chExt cx="4116300" cy="4576500"/>
          </a:xfrm>
        </p:grpSpPr>
        <p:sp>
          <p:nvSpPr>
            <p:cNvPr id="907" name="Google Shape;907;g3bb050f2e20_0_94"/>
            <p:cNvSpPr/>
            <p:nvPr/>
          </p:nvSpPr>
          <p:spPr>
            <a:xfrm>
              <a:off x="13733225" y="3557654"/>
              <a:ext cx="4116300" cy="4576500"/>
            </a:xfrm>
            <a:prstGeom prst="rect">
              <a:avLst/>
            </a:prstGeom>
            <a:solidFill>
              <a:srgbClr val="FFFFFF"/>
            </a:solidFill>
            <a:ln>
              <a:noFill/>
            </a:ln>
          </p:spPr>
          <p:txBody>
            <a:bodyPr anchorCtr="0" anchor="ctr" bIns="19500" lIns="39100" spcFirstLastPara="1" rIns="39100" wrap="square" tIns="19500">
              <a:noAutofit/>
            </a:bodyPr>
            <a:lstStyle/>
            <a:p>
              <a:pPr indent="0" lvl="0" marL="0" marR="0" rtl="0" algn="ctr">
                <a:lnSpc>
                  <a:spcPct val="100000"/>
                </a:lnSpc>
                <a:spcBef>
                  <a:spcPts val="0"/>
                </a:spcBef>
                <a:spcAft>
                  <a:spcPts val="0"/>
                </a:spcAft>
                <a:buClr>
                  <a:srgbClr val="000000"/>
                </a:buClr>
                <a:buSzPts val="1154"/>
                <a:buFont typeface="Arial"/>
                <a:buNone/>
              </a:pPr>
              <a:r>
                <a:t/>
              </a:r>
              <a:endParaRPr b="0" i="0" sz="1154" u="none" cap="none" strike="noStrike">
                <a:solidFill>
                  <a:srgbClr val="FFFFFF"/>
                </a:solidFill>
                <a:latin typeface="Calibri"/>
                <a:ea typeface="Calibri"/>
                <a:cs typeface="Calibri"/>
                <a:sym typeface="Calibri"/>
              </a:endParaRPr>
            </a:p>
          </p:txBody>
        </p:sp>
        <p:sp>
          <p:nvSpPr>
            <p:cNvPr id="908" name="Google Shape;908;g3bb050f2e20_0_94"/>
            <p:cNvSpPr txBox="1"/>
            <p:nvPr/>
          </p:nvSpPr>
          <p:spPr>
            <a:xfrm>
              <a:off x="14292074" y="3744019"/>
              <a:ext cx="3010200" cy="365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D94C9"/>
                </a:buClr>
                <a:buSzPts val="1077"/>
                <a:buFont typeface="Arial"/>
                <a:buNone/>
              </a:pPr>
              <a:r>
                <a:rPr b="1" i="0" lang="vi" sz="850" u="none" cap="none" strike="noStrike">
                  <a:solidFill>
                    <a:srgbClr val="042D4D"/>
                  </a:solidFill>
                  <a:latin typeface="Calibri"/>
                  <a:ea typeface="Calibri"/>
                  <a:cs typeface="Calibri"/>
                  <a:sym typeface="Calibri"/>
                </a:rPr>
                <a:t>Align on scope &amp; sprint commitment</a:t>
              </a:r>
              <a:endParaRPr b="0" i="0" sz="850" u="none" cap="none" strike="noStrike">
                <a:solidFill>
                  <a:srgbClr val="000000"/>
                </a:solidFill>
                <a:latin typeface="Arial"/>
                <a:ea typeface="Arial"/>
                <a:cs typeface="Arial"/>
                <a:sym typeface="Arial"/>
              </a:endParaRPr>
            </a:p>
          </p:txBody>
        </p:sp>
        <p:cxnSp>
          <p:nvCxnSpPr>
            <p:cNvPr id="909" name="Google Shape;909;g3bb050f2e20_0_94"/>
            <p:cNvCxnSpPr/>
            <p:nvPr/>
          </p:nvCxnSpPr>
          <p:spPr>
            <a:xfrm>
              <a:off x="15118337" y="4270414"/>
              <a:ext cx="1357800" cy="0"/>
            </a:xfrm>
            <a:prstGeom prst="straightConnector1">
              <a:avLst/>
            </a:prstGeom>
            <a:noFill/>
            <a:ln cap="flat" cmpd="sng" w="12200">
              <a:solidFill>
                <a:srgbClr val="1D93C9"/>
              </a:solidFill>
              <a:prstDash val="solid"/>
              <a:miter lim="800000"/>
              <a:headEnd len="sm" w="sm" type="none"/>
              <a:tailEnd len="sm" w="sm" type="none"/>
            </a:ln>
          </p:spPr>
        </p:cxnSp>
        <p:sp>
          <p:nvSpPr>
            <p:cNvPr id="910" name="Google Shape;910;g3bb050f2e20_0_94"/>
            <p:cNvSpPr txBox="1"/>
            <p:nvPr/>
          </p:nvSpPr>
          <p:spPr>
            <a:xfrm>
              <a:off x="13997209" y="4489748"/>
              <a:ext cx="3600000" cy="1364400"/>
            </a:xfrm>
            <a:prstGeom prst="rect">
              <a:avLst/>
            </a:prstGeom>
            <a:noFill/>
            <a:ln>
              <a:noFill/>
            </a:ln>
          </p:spPr>
          <p:txBody>
            <a:bodyPr anchorCtr="0" anchor="t" bIns="0" lIns="0" spcFirstLastPara="1" rIns="0" wrap="square" tIns="0">
              <a:spAutoFit/>
            </a:bodyPr>
            <a:lstStyle/>
            <a:p>
              <a:pPr indent="-139001" lvl="0" marL="195453" marR="0" rtl="0" algn="l">
                <a:lnSpc>
                  <a:spcPct val="100000"/>
                </a:lnSpc>
                <a:spcBef>
                  <a:spcPts val="0"/>
                </a:spcBef>
                <a:spcAft>
                  <a:spcPts val="0"/>
                </a:spcAft>
                <a:buClr>
                  <a:srgbClr val="7ECBEE"/>
                </a:buClr>
                <a:buSzPts val="650"/>
                <a:buFont typeface="Arial"/>
                <a:buChar char="•"/>
              </a:pPr>
              <a:r>
                <a:rPr b="0" i="0" lang="vi" sz="650" u="none" cap="none" strike="noStrike">
                  <a:solidFill>
                    <a:srgbClr val="042D4D"/>
                  </a:solidFill>
                  <a:latin typeface="Calibri"/>
                  <a:ea typeface="Calibri"/>
                  <a:cs typeface="Calibri"/>
                  <a:sym typeface="Calibri"/>
                </a:rPr>
                <a:t>Confirm sprint goal aligned with product roadmap &amp; customer priorities</a:t>
              </a:r>
              <a:endParaRPr b="0" i="0" sz="650" u="none" cap="none" strike="noStrike">
                <a:solidFill>
                  <a:srgbClr val="042D4D"/>
                </a:solidFill>
                <a:latin typeface="Calibri"/>
                <a:ea typeface="Calibri"/>
                <a:cs typeface="Calibri"/>
                <a:sym typeface="Calibri"/>
              </a:endParaRPr>
            </a:p>
            <a:p>
              <a:pPr indent="-139001" lvl="0" marL="195453" marR="0" rtl="0" algn="l">
                <a:lnSpc>
                  <a:spcPct val="100000"/>
                </a:lnSpc>
                <a:spcBef>
                  <a:spcPts val="0"/>
                </a:spcBef>
                <a:spcAft>
                  <a:spcPts val="0"/>
                </a:spcAft>
                <a:buClr>
                  <a:srgbClr val="7ECBEE"/>
                </a:buClr>
                <a:buSzPts val="650"/>
                <a:buFont typeface="Arial"/>
                <a:buChar char="•"/>
              </a:pPr>
              <a:r>
                <a:rPr b="0" i="0" lang="vi" sz="650" u="none" cap="none" strike="noStrike">
                  <a:solidFill>
                    <a:srgbClr val="042D4D"/>
                  </a:solidFill>
                  <a:latin typeface="Calibri"/>
                  <a:ea typeface="Calibri"/>
                  <a:cs typeface="Calibri"/>
                  <a:sym typeface="Calibri"/>
                </a:rPr>
                <a:t>Select and clarify backlog items for the sprint</a:t>
              </a:r>
              <a:endParaRPr b="0" i="0" sz="650" u="none" cap="none" strike="noStrike">
                <a:solidFill>
                  <a:srgbClr val="042D4D"/>
                </a:solidFill>
                <a:latin typeface="Calibri"/>
                <a:ea typeface="Calibri"/>
                <a:cs typeface="Calibri"/>
                <a:sym typeface="Calibri"/>
              </a:endParaRPr>
            </a:p>
            <a:p>
              <a:pPr indent="-139001" lvl="0" marL="195453" marR="0" rtl="0" algn="l">
                <a:lnSpc>
                  <a:spcPct val="100000"/>
                </a:lnSpc>
                <a:spcBef>
                  <a:spcPts val="0"/>
                </a:spcBef>
                <a:spcAft>
                  <a:spcPts val="0"/>
                </a:spcAft>
                <a:buClr>
                  <a:srgbClr val="7ECBEE"/>
                </a:buClr>
                <a:buSzPts val="650"/>
                <a:buFont typeface="Arial"/>
                <a:buChar char="•"/>
              </a:pPr>
              <a:r>
                <a:rPr b="0" i="0" lang="vi" sz="650" u="none" cap="none" strike="noStrike">
                  <a:solidFill>
                    <a:srgbClr val="042D4D"/>
                  </a:solidFill>
                  <a:latin typeface="Calibri"/>
                  <a:ea typeface="Calibri"/>
                  <a:cs typeface="Calibri"/>
                  <a:sym typeface="Calibri"/>
                </a:rPr>
                <a:t>Estimate effort &amp; confirm team capacity</a:t>
              </a:r>
              <a:endParaRPr b="0" i="0" sz="650" u="none" cap="none" strike="noStrike">
                <a:solidFill>
                  <a:srgbClr val="042D4D"/>
                </a:solidFill>
                <a:latin typeface="Calibri"/>
                <a:ea typeface="Calibri"/>
                <a:cs typeface="Calibri"/>
                <a:sym typeface="Calibri"/>
              </a:endParaRPr>
            </a:p>
            <a:p>
              <a:pPr indent="-139001" lvl="0" marL="195453" marR="0" rtl="0" algn="l">
                <a:lnSpc>
                  <a:spcPct val="100000"/>
                </a:lnSpc>
                <a:spcBef>
                  <a:spcPts val="0"/>
                </a:spcBef>
                <a:spcAft>
                  <a:spcPts val="0"/>
                </a:spcAft>
                <a:buClr>
                  <a:srgbClr val="7ECBEE"/>
                </a:buClr>
                <a:buSzPts val="650"/>
                <a:buFont typeface="Arial"/>
                <a:buChar char="•"/>
              </a:pPr>
              <a:r>
                <a:rPr b="0" i="0" lang="vi" sz="650" u="none" cap="none" strike="noStrike">
                  <a:solidFill>
                    <a:srgbClr val="042D4D"/>
                  </a:solidFill>
                  <a:latin typeface="Calibri"/>
                  <a:ea typeface="Calibri"/>
                  <a:cs typeface="Calibri"/>
                  <a:sym typeface="Calibri"/>
                </a:rPr>
                <a:t>Identify dependencies, risks, and assumptions</a:t>
              </a:r>
              <a:endParaRPr b="0" i="0" sz="650" u="none" cap="none" strike="noStrike">
                <a:solidFill>
                  <a:srgbClr val="042D4D"/>
                </a:solidFill>
                <a:latin typeface="Calibri"/>
                <a:ea typeface="Calibri"/>
                <a:cs typeface="Calibri"/>
                <a:sym typeface="Calibri"/>
              </a:endParaRPr>
            </a:p>
            <a:p>
              <a:pPr indent="-139001" lvl="0" marL="195453" marR="0" rtl="0" algn="l">
                <a:lnSpc>
                  <a:spcPct val="100000"/>
                </a:lnSpc>
                <a:spcBef>
                  <a:spcPts val="0"/>
                </a:spcBef>
                <a:spcAft>
                  <a:spcPts val="0"/>
                </a:spcAft>
                <a:buClr>
                  <a:srgbClr val="7ECBEE"/>
                </a:buClr>
                <a:buSzPts val="650"/>
                <a:buFont typeface="Arial"/>
                <a:buChar char="•"/>
              </a:pPr>
              <a:r>
                <a:rPr b="0" i="0" lang="vi" sz="650" u="none" cap="none" strike="noStrike">
                  <a:solidFill>
                    <a:srgbClr val="042D4D"/>
                  </a:solidFill>
                  <a:latin typeface="Calibri"/>
                  <a:ea typeface="Calibri"/>
                  <a:cs typeface="Calibri"/>
                  <a:sym typeface="Calibri"/>
                </a:rPr>
                <a:t>Agree on sprint scope &amp; definition of done</a:t>
              </a:r>
              <a:endParaRPr b="0" i="0" sz="650" u="none" cap="none" strike="noStrike">
                <a:solidFill>
                  <a:srgbClr val="042D4D"/>
                </a:solidFill>
                <a:latin typeface="Calibri"/>
                <a:ea typeface="Calibri"/>
                <a:cs typeface="Calibri"/>
                <a:sym typeface="Calibri"/>
              </a:endParaRPr>
            </a:p>
            <a:p>
              <a:pPr indent="0" lvl="0" marL="195453" marR="0" rtl="0" algn="l">
                <a:lnSpc>
                  <a:spcPct val="100000"/>
                </a:lnSpc>
                <a:spcBef>
                  <a:spcPts val="0"/>
                </a:spcBef>
                <a:spcAft>
                  <a:spcPts val="0"/>
                </a:spcAft>
                <a:buClr>
                  <a:srgbClr val="000000"/>
                </a:buClr>
                <a:buSzPts val="650"/>
                <a:buFont typeface="Arial"/>
                <a:buNone/>
              </a:pPr>
              <a:r>
                <a:t/>
              </a:r>
              <a:endParaRPr b="0" i="0" sz="650" u="none" cap="none" strike="noStrike">
                <a:solidFill>
                  <a:srgbClr val="042D4D"/>
                </a:solidFill>
                <a:latin typeface="Calibri"/>
                <a:ea typeface="Calibri"/>
                <a:cs typeface="Calibri"/>
                <a:sym typeface="Calibri"/>
              </a:endParaRPr>
            </a:p>
          </p:txBody>
        </p:sp>
        <p:grpSp>
          <p:nvGrpSpPr>
            <p:cNvPr id="911" name="Google Shape;911;g3bb050f2e20_0_94"/>
            <p:cNvGrpSpPr/>
            <p:nvPr/>
          </p:nvGrpSpPr>
          <p:grpSpPr>
            <a:xfrm>
              <a:off x="13851700" y="6205244"/>
              <a:ext cx="3997779" cy="1922100"/>
              <a:chOff x="726771" y="7686715"/>
              <a:chExt cx="3997779" cy="1922100"/>
            </a:xfrm>
          </p:grpSpPr>
          <p:sp>
            <p:nvSpPr>
              <p:cNvPr id="912" name="Google Shape;912;g3bb050f2e20_0_94"/>
              <p:cNvSpPr/>
              <p:nvPr/>
            </p:nvSpPr>
            <p:spPr>
              <a:xfrm>
                <a:off x="2887950" y="7686715"/>
                <a:ext cx="1836600" cy="1922100"/>
              </a:xfrm>
              <a:prstGeom prst="rect">
                <a:avLst/>
              </a:prstGeom>
              <a:noFill/>
              <a:ln>
                <a:noFill/>
              </a:ln>
            </p:spPr>
            <p:txBody>
              <a:bodyPr anchorCtr="0" anchor="t" bIns="19500" lIns="39100" spcFirstLastPara="1" rIns="39100" wrap="square" tIns="19500">
                <a:noAutofit/>
              </a:bodyPr>
              <a:lstStyle/>
              <a:p>
                <a:pPr indent="-122158" lvl="0" marL="122158" marR="0" rtl="0" algn="l">
                  <a:lnSpc>
                    <a:spcPct val="100000"/>
                  </a:lnSpc>
                  <a:spcBef>
                    <a:spcPts val="0"/>
                  </a:spcBef>
                  <a:spcAft>
                    <a:spcPts val="0"/>
                  </a:spcAft>
                  <a:buClr>
                    <a:srgbClr val="A6E3FA"/>
                  </a:buClr>
                  <a:buSzPts val="550"/>
                  <a:buFont typeface="Arial"/>
                  <a:buChar char="•"/>
                </a:pPr>
                <a:r>
                  <a:rPr b="1" i="0" lang="vi" sz="550" u="none" cap="none" strike="noStrike">
                    <a:solidFill>
                      <a:srgbClr val="063C67"/>
                    </a:solidFill>
                    <a:latin typeface="Calibri"/>
                    <a:ea typeface="Calibri"/>
                    <a:cs typeface="Calibri"/>
                    <a:sym typeface="Calibri"/>
                  </a:rPr>
                  <a:t>Customer</a:t>
                </a:r>
                <a:endParaRPr b="0" i="0" sz="550"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Product Owner</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Project Manager</a:t>
                </a:r>
                <a:endParaRPr b="0" i="0" sz="5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50"/>
                  <a:buFont typeface="Arial"/>
                  <a:buNone/>
                </a:pPr>
                <a:r>
                  <a:t/>
                </a:r>
                <a:endParaRPr b="1" i="0" sz="550" u="none" cap="none" strike="noStrike">
                  <a:solidFill>
                    <a:srgbClr val="063C67"/>
                  </a:solidFill>
                  <a:latin typeface="Calibri"/>
                  <a:ea typeface="Calibri"/>
                  <a:cs typeface="Calibri"/>
                  <a:sym typeface="Calibri"/>
                </a:endParaRPr>
              </a:p>
              <a:p>
                <a:pPr indent="-122158" lvl="0" marL="122158" marR="0" rtl="0" algn="l">
                  <a:lnSpc>
                    <a:spcPct val="100000"/>
                  </a:lnSpc>
                  <a:spcBef>
                    <a:spcPts val="0"/>
                  </a:spcBef>
                  <a:spcAft>
                    <a:spcPts val="0"/>
                  </a:spcAft>
                  <a:buClr>
                    <a:srgbClr val="A6E3FA"/>
                  </a:buClr>
                  <a:buSzPts val="550"/>
                  <a:buFont typeface="Arial"/>
                  <a:buChar char="•"/>
                </a:pPr>
                <a:r>
                  <a:rPr b="1" i="0" lang="vi" sz="550" u="none" cap="none" strike="noStrike">
                    <a:solidFill>
                      <a:srgbClr val="063C67"/>
                    </a:solidFill>
                    <a:latin typeface="Calibri"/>
                    <a:ea typeface="Calibri"/>
                    <a:cs typeface="Calibri"/>
                    <a:sym typeface="Calibri"/>
                  </a:rPr>
                  <a:t>VMO</a:t>
                </a:r>
                <a:endParaRPr b="0" i="0" sz="5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Project Manager</a:t>
                </a:r>
                <a:endParaRPr b="0" i="0" sz="5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Business Analysis</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Technical Leader</a:t>
                </a:r>
                <a:endParaRPr b="0" i="0" sz="550" u="none" cap="none" strike="noStrike">
                  <a:solidFill>
                    <a:srgbClr val="000000"/>
                  </a:solidFill>
                  <a:latin typeface="Arial"/>
                  <a:ea typeface="Arial"/>
                  <a:cs typeface="Arial"/>
                  <a:sym typeface="Arial"/>
                </a:endParaRPr>
              </a:p>
            </p:txBody>
          </p:sp>
          <p:grpSp>
            <p:nvGrpSpPr>
              <p:cNvPr id="913" name="Google Shape;913;g3bb050f2e20_0_94"/>
              <p:cNvGrpSpPr/>
              <p:nvPr/>
            </p:nvGrpSpPr>
            <p:grpSpPr>
              <a:xfrm flipH="1" rot="-5400000">
                <a:off x="2596219" y="7856595"/>
                <a:ext cx="231636" cy="1338300"/>
                <a:chOff x="9558894" y="5674978"/>
                <a:chExt cx="176700" cy="1338300"/>
              </a:xfrm>
            </p:grpSpPr>
            <p:cxnSp>
              <p:nvCxnSpPr>
                <p:cNvPr id="914" name="Google Shape;914;g3bb050f2e20_0_94"/>
                <p:cNvCxnSpPr/>
                <p:nvPr/>
              </p:nvCxnSpPr>
              <p:spPr>
                <a:xfrm rot="10800000">
                  <a:off x="9647203" y="5674978"/>
                  <a:ext cx="0" cy="1338300"/>
                </a:xfrm>
                <a:prstGeom prst="straightConnector1">
                  <a:avLst/>
                </a:prstGeom>
                <a:noFill/>
                <a:ln cap="sq" cmpd="sng" w="12200">
                  <a:solidFill>
                    <a:srgbClr val="1D93C9"/>
                  </a:solidFill>
                  <a:prstDash val="solid"/>
                  <a:bevel/>
                  <a:headEnd len="sm" w="sm" type="none"/>
                  <a:tailEnd len="sm" w="sm" type="none"/>
                </a:ln>
              </p:spPr>
            </p:cxnSp>
            <p:sp>
              <p:nvSpPr>
                <p:cNvPr id="915" name="Google Shape;915;g3bb050f2e20_0_94"/>
                <p:cNvSpPr/>
                <p:nvPr/>
              </p:nvSpPr>
              <p:spPr>
                <a:xfrm rot="10800000">
                  <a:off x="9558894" y="6337422"/>
                  <a:ext cx="176700" cy="152400"/>
                </a:xfrm>
                <a:prstGeom prst="triangle">
                  <a:avLst>
                    <a:gd fmla="val 50000" name="adj"/>
                  </a:avLst>
                </a:prstGeom>
                <a:solidFill>
                  <a:srgbClr val="1D93C9"/>
                </a:solidFill>
                <a:ln>
                  <a:noFill/>
                </a:ln>
              </p:spPr>
              <p:txBody>
                <a:bodyPr anchorCtr="0" anchor="ctr" bIns="19500" lIns="39100" spcFirstLastPara="1" rIns="39100" wrap="square" tIns="19500">
                  <a:noAutofit/>
                </a:bodyPr>
                <a:lstStyle/>
                <a:p>
                  <a:pPr indent="0" lvl="0" marL="0" marR="0" rtl="0" algn="ctr">
                    <a:lnSpc>
                      <a:spcPct val="100000"/>
                    </a:lnSpc>
                    <a:spcBef>
                      <a:spcPts val="0"/>
                    </a:spcBef>
                    <a:spcAft>
                      <a:spcPts val="0"/>
                    </a:spcAft>
                    <a:buClr>
                      <a:srgbClr val="000000"/>
                    </a:buClr>
                    <a:buSzPts val="1197"/>
                    <a:buFont typeface="Arial"/>
                    <a:buNone/>
                  </a:pPr>
                  <a:r>
                    <a:t/>
                  </a:r>
                  <a:endParaRPr b="0" i="0" sz="1197" u="none" cap="none" strike="noStrike">
                    <a:solidFill>
                      <a:srgbClr val="042D4D"/>
                    </a:solidFill>
                    <a:latin typeface="Calibri"/>
                    <a:ea typeface="Calibri"/>
                    <a:cs typeface="Calibri"/>
                    <a:sym typeface="Calibri"/>
                  </a:endParaRPr>
                </a:p>
              </p:txBody>
            </p:sp>
          </p:grpSp>
          <p:grpSp>
            <p:nvGrpSpPr>
              <p:cNvPr id="916" name="Google Shape;916;g3bb050f2e20_0_94"/>
              <p:cNvGrpSpPr/>
              <p:nvPr/>
            </p:nvGrpSpPr>
            <p:grpSpPr>
              <a:xfrm>
                <a:off x="726771" y="7861208"/>
                <a:ext cx="1658100" cy="964102"/>
                <a:chOff x="726771" y="8041785"/>
                <a:chExt cx="1658100" cy="964102"/>
              </a:xfrm>
            </p:grpSpPr>
            <p:sp>
              <p:nvSpPr>
                <p:cNvPr id="917" name="Google Shape;917;g3bb050f2e20_0_94"/>
                <p:cNvSpPr/>
                <p:nvPr/>
              </p:nvSpPr>
              <p:spPr>
                <a:xfrm>
                  <a:off x="726771" y="8041785"/>
                  <a:ext cx="1658100" cy="412500"/>
                </a:xfrm>
                <a:prstGeom prst="roundRect">
                  <a:avLst>
                    <a:gd fmla="val 16667" name="adj"/>
                  </a:avLst>
                </a:prstGeom>
                <a:solidFill>
                  <a:srgbClr val="1D93C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13"/>
                    <a:buFont typeface="Arial"/>
                    <a:buNone/>
                  </a:pPr>
                  <a:r>
                    <a:rPr b="1" i="0" lang="vi" sz="513" u="none" cap="none" strike="noStrike">
                      <a:solidFill>
                        <a:srgbClr val="FFFFFF"/>
                      </a:solidFill>
                      <a:latin typeface="Calibri"/>
                      <a:ea typeface="Calibri"/>
                      <a:cs typeface="Calibri"/>
                      <a:sym typeface="Calibri"/>
                    </a:rPr>
                    <a:t>AT START OF A SPRINT</a:t>
                  </a:r>
                  <a:endParaRPr b="0" i="0" sz="598" u="none" cap="none" strike="noStrike">
                    <a:solidFill>
                      <a:srgbClr val="000000"/>
                    </a:solidFill>
                    <a:latin typeface="Arial"/>
                    <a:ea typeface="Arial"/>
                    <a:cs typeface="Arial"/>
                    <a:sym typeface="Arial"/>
                  </a:endParaRPr>
                </a:p>
              </p:txBody>
            </p:sp>
            <p:grpSp>
              <p:nvGrpSpPr>
                <p:cNvPr id="918" name="Google Shape;918;g3bb050f2e20_0_94"/>
                <p:cNvGrpSpPr/>
                <p:nvPr/>
              </p:nvGrpSpPr>
              <p:grpSpPr>
                <a:xfrm>
                  <a:off x="892715" y="8559653"/>
                  <a:ext cx="1326769" cy="446234"/>
                  <a:chOff x="766605" y="8571256"/>
                  <a:chExt cx="1326769" cy="446234"/>
                </a:xfrm>
              </p:grpSpPr>
              <p:grpSp>
                <p:nvGrpSpPr>
                  <p:cNvPr id="919" name="Google Shape;919;g3bb050f2e20_0_94"/>
                  <p:cNvGrpSpPr/>
                  <p:nvPr/>
                </p:nvGrpSpPr>
                <p:grpSpPr>
                  <a:xfrm>
                    <a:off x="766605" y="8588221"/>
                    <a:ext cx="450360" cy="429249"/>
                    <a:chOff x="766605" y="8588221"/>
                    <a:chExt cx="450360" cy="429249"/>
                  </a:xfrm>
                </p:grpSpPr>
                <p:sp>
                  <p:nvSpPr>
                    <p:cNvPr id="920" name="Google Shape;920;g3bb050f2e20_0_94"/>
                    <p:cNvSpPr/>
                    <p:nvPr/>
                  </p:nvSpPr>
                  <p:spPr>
                    <a:xfrm>
                      <a:off x="766605" y="8588221"/>
                      <a:ext cx="450360" cy="429249"/>
                    </a:xfrm>
                    <a:custGeom>
                      <a:rect b="b" l="l" r="r" t="t"/>
                      <a:pathLst>
                        <a:path extrusionOk="0" h="617625" w="648000">
                          <a:moveTo>
                            <a:pt x="635344" y="592313"/>
                          </a:moveTo>
                          <a:lnTo>
                            <a:pt x="579642" y="592313"/>
                          </a:lnTo>
                          <a:lnTo>
                            <a:pt x="579646" y="561912"/>
                          </a:lnTo>
                          <a:cubicBezTo>
                            <a:pt x="579652" y="502573"/>
                            <a:pt x="539660" y="450285"/>
                            <a:pt x="482389" y="434754"/>
                          </a:cubicBezTo>
                          <a:lnTo>
                            <a:pt x="392344" y="410336"/>
                          </a:lnTo>
                          <a:lnTo>
                            <a:pt x="392344" y="380320"/>
                          </a:lnTo>
                          <a:cubicBezTo>
                            <a:pt x="392344" y="378683"/>
                            <a:pt x="392022" y="377122"/>
                            <a:pt x="391457" y="375686"/>
                          </a:cubicBezTo>
                          <a:cubicBezTo>
                            <a:pt x="391649" y="375578"/>
                            <a:pt x="391845" y="375478"/>
                            <a:pt x="392037" y="375369"/>
                          </a:cubicBezTo>
                          <a:cubicBezTo>
                            <a:pt x="419536" y="359798"/>
                            <a:pt x="440153" y="335159"/>
                            <a:pt x="450998" y="306442"/>
                          </a:cubicBezTo>
                          <a:lnTo>
                            <a:pt x="474641" y="306442"/>
                          </a:lnTo>
                          <a:cubicBezTo>
                            <a:pt x="498169" y="306442"/>
                            <a:pt x="517312" y="287301"/>
                            <a:pt x="517312" y="263771"/>
                          </a:cubicBezTo>
                          <a:lnTo>
                            <a:pt x="517312" y="209512"/>
                          </a:lnTo>
                          <a:cubicBezTo>
                            <a:pt x="517312" y="197025"/>
                            <a:pt x="511920" y="185774"/>
                            <a:pt x="503343" y="177963"/>
                          </a:cubicBezTo>
                          <a:cubicBezTo>
                            <a:pt x="502508" y="79691"/>
                            <a:pt x="422377" y="0"/>
                            <a:pt x="323986" y="0"/>
                          </a:cubicBezTo>
                          <a:cubicBezTo>
                            <a:pt x="225765" y="0"/>
                            <a:pt x="145743" y="79418"/>
                            <a:pt x="144638" y="177456"/>
                          </a:cubicBezTo>
                          <a:cubicBezTo>
                            <a:pt x="135728" y="185282"/>
                            <a:pt x="130087" y="196746"/>
                            <a:pt x="130087" y="209510"/>
                          </a:cubicBezTo>
                          <a:lnTo>
                            <a:pt x="130087" y="263770"/>
                          </a:lnTo>
                          <a:cubicBezTo>
                            <a:pt x="130087" y="287299"/>
                            <a:pt x="149230" y="306442"/>
                            <a:pt x="172758" y="306442"/>
                          </a:cubicBezTo>
                          <a:lnTo>
                            <a:pt x="197165" y="306442"/>
                          </a:lnTo>
                          <a:cubicBezTo>
                            <a:pt x="208016" y="335163"/>
                            <a:pt x="228648" y="359810"/>
                            <a:pt x="256190" y="375407"/>
                          </a:cubicBezTo>
                          <a:lnTo>
                            <a:pt x="256245" y="375436"/>
                          </a:lnTo>
                          <a:cubicBezTo>
                            <a:pt x="256323" y="375481"/>
                            <a:pt x="256403" y="375521"/>
                            <a:pt x="256481" y="375565"/>
                          </a:cubicBezTo>
                          <a:cubicBezTo>
                            <a:pt x="255885" y="377035"/>
                            <a:pt x="255550" y="378637"/>
                            <a:pt x="255550" y="380320"/>
                          </a:cubicBezTo>
                          <a:lnTo>
                            <a:pt x="255550" y="410337"/>
                          </a:lnTo>
                          <a:lnTo>
                            <a:pt x="165582" y="434749"/>
                          </a:lnTo>
                          <a:cubicBezTo>
                            <a:pt x="108330" y="450283"/>
                            <a:pt x="68344" y="502565"/>
                            <a:pt x="68344" y="561888"/>
                          </a:cubicBezTo>
                          <a:lnTo>
                            <a:pt x="68344" y="592313"/>
                          </a:lnTo>
                          <a:lnTo>
                            <a:pt x="12656" y="592313"/>
                          </a:lnTo>
                          <a:cubicBezTo>
                            <a:pt x="5666" y="592313"/>
                            <a:pt x="0" y="597980"/>
                            <a:pt x="0" y="604969"/>
                          </a:cubicBezTo>
                          <a:cubicBezTo>
                            <a:pt x="0" y="611958"/>
                            <a:pt x="5666" y="617625"/>
                            <a:pt x="12656" y="617625"/>
                          </a:cubicBezTo>
                          <a:lnTo>
                            <a:pt x="635344" y="617625"/>
                          </a:lnTo>
                          <a:cubicBezTo>
                            <a:pt x="642334" y="617625"/>
                            <a:pt x="648000" y="611958"/>
                            <a:pt x="648000" y="604969"/>
                          </a:cubicBezTo>
                          <a:cubicBezTo>
                            <a:pt x="648000" y="597980"/>
                            <a:pt x="642334" y="592313"/>
                            <a:pt x="635344" y="592313"/>
                          </a:cubicBezTo>
                          <a:close/>
                          <a:moveTo>
                            <a:pt x="491998" y="209512"/>
                          </a:moveTo>
                          <a:lnTo>
                            <a:pt x="491998" y="263771"/>
                          </a:lnTo>
                          <a:cubicBezTo>
                            <a:pt x="491998" y="273343"/>
                            <a:pt x="484212" y="281129"/>
                            <a:pt x="474640" y="281129"/>
                          </a:cubicBezTo>
                          <a:lnTo>
                            <a:pt x="457799" y="281129"/>
                          </a:lnTo>
                          <a:cubicBezTo>
                            <a:pt x="458971" y="274039"/>
                            <a:pt x="459583" y="266809"/>
                            <a:pt x="459583" y="259495"/>
                          </a:cubicBezTo>
                          <a:lnTo>
                            <a:pt x="459583" y="192152"/>
                          </a:lnTo>
                          <a:lnTo>
                            <a:pt x="474640" y="192152"/>
                          </a:lnTo>
                          <a:cubicBezTo>
                            <a:pt x="484212" y="192152"/>
                            <a:pt x="491998" y="199940"/>
                            <a:pt x="491998" y="209512"/>
                          </a:cubicBezTo>
                          <a:close/>
                          <a:moveTo>
                            <a:pt x="172758" y="281129"/>
                          </a:moveTo>
                          <a:cubicBezTo>
                            <a:pt x="163186" y="281129"/>
                            <a:pt x="155400" y="273342"/>
                            <a:pt x="155400" y="263770"/>
                          </a:cubicBezTo>
                          <a:lnTo>
                            <a:pt x="155400" y="209510"/>
                          </a:lnTo>
                          <a:cubicBezTo>
                            <a:pt x="155400" y="199938"/>
                            <a:pt x="163187" y="192152"/>
                            <a:pt x="172758" y="192152"/>
                          </a:cubicBezTo>
                          <a:lnTo>
                            <a:pt x="188588" y="192152"/>
                          </a:lnTo>
                          <a:cubicBezTo>
                            <a:pt x="188588" y="192227"/>
                            <a:pt x="188578" y="192300"/>
                            <a:pt x="188578" y="192375"/>
                          </a:cubicBezTo>
                          <a:lnTo>
                            <a:pt x="188578" y="259495"/>
                          </a:lnTo>
                          <a:cubicBezTo>
                            <a:pt x="188578" y="266809"/>
                            <a:pt x="189189" y="274039"/>
                            <a:pt x="190361" y="281129"/>
                          </a:cubicBezTo>
                          <a:lnTo>
                            <a:pt x="172758" y="281129"/>
                          </a:lnTo>
                          <a:close/>
                          <a:moveTo>
                            <a:pt x="189086" y="166838"/>
                          </a:moveTo>
                          <a:lnTo>
                            <a:pt x="172758" y="166838"/>
                          </a:lnTo>
                          <a:cubicBezTo>
                            <a:pt x="171981" y="166838"/>
                            <a:pt x="171209" y="166863"/>
                            <a:pt x="170442" y="166903"/>
                          </a:cubicBezTo>
                          <a:cubicBezTo>
                            <a:pt x="176871" y="87753"/>
                            <a:pt x="243277" y="25313"/>
                            <a:pt x="323986" y="25313"/>
                          </a:cubicBezTo>
                          <a:cubicBezTo>
                            <a:pt x="404711" y="25313"/>
                            <a:pt x="471128" y="87777"/>
                            <a:pt x="477534" y="166949"/>
                          </a:cubicBezTo>
                          <a:cubicBezTo>
                            <a:pt x="476576" y="166884"/>
                            <a:pt x="475613" y="166840"/>
                            <a:pt x="474640" y="166840"/>
                          </a:cubicBezTo>
                          <a:lnTo>
                            <a:pt x="459207" y="166840"/>
                          </a:lnTo>
                          <a:cubicBezTo>
                            <a:pt x="459073" y="166290"/>
                            <a:pt x="458904" y="165754"/>
                            <a:pt x="458700" y="165235"/>
                          </a:cubicBezTo>
                          <a:cubicBezTo>
                            <a:pt x="452226" y="96541"/>
                            <a:pt x="394275" y="42609"/>
                            <a:pt x="323965" y="42609"/>
                          </a:cubicBezTo>
                          <a:cubicBezTo>
                            <a:pt x="253109" y="42609"/>
                            <a:pt x="194802" y="97381"/>
                            <a:pt x="189086" y="166838"/>
                          </a:cubicBezTo>
                          <a:close/>
                          <a:moveTo>
                            <a:pt x="213931" y="178054"/>
                          </a:moveTo>
                          <a:cubicBezTo>
                            <a:pt x="213931" y="117329"/>
                            <a:pt x="263292" y="67922"/>
                            <a:pt x="323965" y="67922"/>
                          </a:cubicBezTo>
                          <a:cubicBezTo>
                            <a:pt x="372027" y="67922"/>
                            <a:pt x="412984" y="98926"/>
                            <a:pt x="427936" y="141999"/>
                          </a:cubicBezTo>
                          <a:lnTo>
                            <a:pt x="397330" y="163096"/>
                          </a:lnTo>
                          <a:cubicBezTo>
                            <a:pt x="381556" y="173970"/>
                            <a:pt x="363090" y="179719"/>
                            <a:pt x="343929" y="179719"/>
                          </a:cubicBezTo>
                          <a:lnTo>
                            <a:pt x="213810" y="179719"/>
                          </a:lnTo>
                          <a:cubicBezTo>
                            <a:pt x="213882" y="179172"/>
                            <a:pt x="213931" y="178620"/>
                            <a:pt x="213931" y="178054"/>
                          </a:cubicBezTo>
                          <a:close/>
                          <a:moveTo>
                            <a:pt x="213891" y="259495"/>
                          </a:moveTo>
                          <a:lnTo>
                            <a:pt x="213891" y="205031"/>
                          </a:lnTo>
                          <a:lnTo>
                            <a:pt x="343929" y="205031"/>
                          </a:lnTo>
                          <a:cubicBezTo>
                            <a:pt x="368244" y="205031"/>
                            <a:pt x="391678" y="197736"/>
                            <a:pt x="411696" y="183937"/>
                          </a:cubicBezTo>
                          <a:lnTo>
                            <a:pt x="433609" y="168832"/>
                          </a:lnTo>
                          <a:cubicBezTo>
                            <a:pt x="433863" y="171873"/>
                            <a:pt x="433998" y="174947"/>
                            <a:pt x="433998" y="178053"/>
                          </a:cubicBezTo>
                          <a:cubicBezTo>
                            <a:pt x="433998" y="178948"/>
                            <a:pt x="434093" y="179819"/>
                            <a:pt x="434270" y="180662"/>
                          </a:cubicBezTo>
                          <a:lnTo>
                            <a:pt x="434270" y="259495"/>
                          </a:lnTo>
                          <a:cubicBezTo>
                            <a:pt x="434270" y="275937"/>
                            <a:pt x="430488" y="291866"/>
                            <a:pt x="423574" y="306226"/>
                          </a:cubicBezTo>
                          <a:lnTo>
                            <a:pt x="373825" y="306226"/>
                          </a:lnTo>
                          <a:cubicBezTo>
                            <a:pt x="372075" y="292759"/>
                            <a:pt x="360539" y="282323"/>
                            <a:pt x="346604" y="282323"/>
                          </a:cubicBezTo>
                          <a:lnTo>
                            <a:pt x="317286" y="282323"/>
                          </a:lnTo>
                          <a:cubicBezTo>
                            <a:pt x="302145" y="282323"/>
                            <a:pt x="289827" y="294640"/>
                            <a:pt x="289827" y="309781"/>
                          </a:cubicBezTo>
                          <a:lnTo>
                            <a:pt x="289827" y="322926"/>
                          </a:lnTo>
                          <a:cubicBezTo>
                            <a:pt x="289827" y="338066"/>
                            <a:pt x="302145" y="350384"/>
                            <a:pt x="317286" y="350384"/>
                          </a:cubicBezTo>
                          <a:lnTo>
                            <a:pt x="346604" y="350384"/>
                          </a:lnTo>
                          <a:cubicBezTo>
                            <a:pt x="358736" y="350384"/>
                            <a:pt x="369050" y="342471"/>
                            <a:pt x="372672" y="331537"/>
                          </a:cubicBezTo>
                          <a:lnTo>
                            <a:pt x="406639" y="331537"/>
                          </a:lnTo>
                          <a:cubicBezTo>
                            <a:pt x="398953" y="340108"/>
                            <a:pt x="389852" y="347517"/>
                            <a:pt x="379552" y="353349"/>
                          </a:cubicBezTo>
                          <a:cubicBezTo>
                            <a:pt x="345379" y="372747"/>
                            <a:pt x="302911" y="372773"/>
                            <a:pt x="268653" y="353373"/>
                          </a:cubicBezTo>
                          <a:lnTo>
                            <a:pt x="268599" y="353344"/>
                          </a:lnTo>
                          <a:cubicBezTo>
                            <a:pt x="234853" y="334235"/>
                            <a:pt x="213891" y="298274"/>
                            <a:pt x="213891" y="259495"/>
                          </a:cubicBezTo>
                          <a:close/>
                          <a:moveTo>
                            <a:pt x="348751" y="309781"/>
                          </a:moveTo>
                          <a:lnTo>
                            <a:pt x="348751" y="322926"/>
                          </a:lnTo>
                          <a:cubicBezTo>
                            <a:pt x="348751" y="324110"/>
                            <a:pt x="347787" y="325072"/>
                            <a:pt x="346604" y="325072"/>
                          </a:cubicBezTo>
                          <a:lnTo>
                            <a:pt x="317286" y="325072"/>
                          </a:lnTo>
                          <a:cubicBezTo>
                            <a:pt x="316103" y="325072"/>
                            <a:pt x="315139" y="324109"/>
                            <a:pt x="315139" y="322926"/>
                          </a:cubicBezTo>
                          <a:lnTo>
                            <a:pt x="315139" y="309781"/>
                          </a:lnTo>
                          <a:cubicBezTo>
                            <a:pt x="315139" y="308597"/>
                            <a:pt x="316103" y="307635"/>
                            <a:pt x="317286" y="307635"/>
                          </a:cubicBezTo>
                          <a:lnTo>
                            <a:pt x="346604" y="307635"/>
                          </a:lnTo>
                          <a:cubicBezTo>
                            <a:pt x="347787" y="307635"/>
                            <a:pt x="348751" y="308599"/>
                            <a:pt x="348751" y="309781"/>
                          </a:cubicBezTo>
                          <a:close/>
                          <a:moveTo>
                            <a:pt x="93656" y="592313"/>
                          </a:moveTo>
                          <a:lnTo>
                            <a:pt x="93656" y="561888"/>
                          </a:lnTo>
                          <a:cubicBezTo>
                            <a:pt x="93656" y="513964"/>
                            <a:pt x="125959" y="471728"/>
                            <a:pt x="172211" y="459179"/>
                          </a:cubicBezTo>
                          <a:lnTo>
                            <a:pt x="259667" y="435448"/>
                          </a:lnTo>
                          <a:lnTo>
                            <a:pt x="307313" y="592313"/>
                          </a:lnTo>
                          <a:lnTo>
                            <a:pt x="93656" y="592313"/>
                          </a:lnTo>
                          <a:close/>
                          <a:moveTo>
                            <a:pt x="280864" y="418137"/>
                          </a:moveTo>
                          <a:lnTo>
                            <a:pt x="280864" y="386313"/>
                          </a:lnTo>
                          <a:cubicBezTo>
                            <a:pt x="294863" y="390911"/>
                            <a:pt x="309472" y="393212"/>
                            <a:pt x="324082" y="393212"/>
                          </a:cubicBezTo>
                          <a:cubicBezTo>
                            <a:pt x="338599" y="393212"/>
                            <a:pt x="353114" y="390935"/>
                            <a:pt x="367031" y="386397"/>
                          </a:cubicBezTo>
                          <a:lnTo>
                            <a:pt x="367031" y="418142"/>
                          </a:lnTo>
                          <a:lnTo>
                            <a:pt x="323989" y="560120"/>
                          </a:lnTo>
                          <a:lnTo>
                            <a:pt x="280864" y="418137"/>
                          </a:lnTo>
                          <a:close/>
                          <a:moveTo>
                            <a:pt x="554330" y="592313"/>
                          </a:moveTo>
                          <a:lnTo>
                            <a:pt x="340678" y="592313"/>
                          </a:lnTo>
                          <a:lnTo>
                            <a:pt x="388234" y="435448"/>
                          </a:lnTo>
                          <a:lnTo>
                            <a:pt x="475764" y="459185"/>
                          </a:lnTo>
                          <a:cubicBezTo>
                            <a:pt x="522030" y="471731"/>
                            <a:pt x="554339" y="513974"/>
                            <a:pt x="554334" y="561911"/>
                          </a:cubicBezTo>
                          <a:lnTo>
                            <a:pt x="554330" y="592313"/>
                          </a:ln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21" name="Google Shape;921;g3bb050f2e20_0_94"/>
                    <p:cNvSpPr/>
                    <p:nvPr/>
                  </p:nvSpPr>
                  <p:spPr>
                    <a:xfrm>
                      <a:off x="1108559" y="8957674"/>
                      <a:ext cx="17592" cy="17592"/>
                    </a:xfrm>
                    <a:custGeom>
                      <a:rect b="b" l="l" r="r" t="t"/>
                      <a:pathLst>
                        <a:path extrusionOk="0" h="25312" w="25312">
                          <a:moveTo>
                            <a:pt x="21604" y="3708"/>
                          </a:moveTo>
                          <a:cubicBezTo>
                            <a:pt x="19250" y="1353"/>
                            <a:pt x="15985" y="0"/>
                            <a:pt x="12656" y="0"/>
                          </a:cubicBezTo>
                          <a:cubicBezTo>
                            <a:pt x="9328" y="0"/>
                            <a:pt x="6062" y="1353"/>
                            <a:pt x="3708" y="3708"/>
                          </a:cubicBezTo>
                          <a:cubicBezTo>
                            <a:pt x="1354" y="6064"/>
                            <a:pt x="0" y="9328"/>
                            <a:pt x="0" y="12656"/>
                          </a:cubicBezTo>
                          <a:cubicBezTo>
                            <a:pt x="0" y="15985"/>
                            <a:pt x="1354" y="19250"/>
                            <a:pt x="3708" y="21603"/>
                          </a:cubicBezTo>
                          <a:cubicBezTo>
                            <a:pt x="6062" y="23957"/>
                            <a:pt x="9328" y="25313"/>
                            <a:pt x="12656" y="25313"/>
                          </a:cubicBezTo>
                          <a:cubicBezTo>
                            <a:pt x="15985" y="25313"/>
                            <a:pt x="19250" y="23958"/>
                            <a:pt x="21604" y="21603"/>
                          </a:cubicBezTo>
                          <a:cubicBezTo>
                            <a:pt x="23958" y="19250"/>
                            <a:pt x="25313" y="15985"/>
                            <a:pt x="25313" y="12656"/>
                          </a:cubicBezTo>
                          <a:cubicBezTo>
                            <a:pt x="25313" y="9314"/>
                            <a:pt x="23958" y="6062"/>
                            <a:pt x="21604" y="3708"/>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22" name="Google Shape;922;g3bb050f2e20_0_94"/>
                    <p:cNvSpPr/>
                    <p:nvPr/>
                  </p:nvSpPr>
                  <p:spPr>
                    <a:xfrm>
                      <a:off x="1044574" y="8957674"/>
                      <a:ext cx="51896" cy="17592"/>
                    </a:xfrm>
                    <a:custGeom>
                      <a:rect b="b" l="l" r="r" t="t"/>
                      <a:pathLst>
                        <a:path extrusionOk="0" h="25312" w="74671">
                          <a:moveTo>
                            <a:pt x="62016" y="0"/>
                          </a:moveTo>
                          <a:lnTo>
                            <a:pt x="12656" y="0"/>
                          </a:lnTo>
                          <a:cubicBezTo>
                            <a:pt x="5666" y="0"/>
                            <a:pt x="0" y="5667"/>
                            <a:pt x="0" y="12656"/>
                          </a:cubicBezTo>
                          <a:cubicBezTo>
                            <a:pt x="0" y="19645"/>
                            <a:pt x="5666" y="25313"/>
                            <a:pt x="12656" y="25313"/>
                          </a:cubicBezTo>
                          <a:lnTo>
                            <a:pt x="62016" y="25313"/>
                          </a:lnTo>
                          <a:cubicBezTo>
                            <a:pt x="69006" y="25313"/>
                            <a:pt x="74672" y="19645"/>
                            <a:pt x="74672" y="12656"/>
                          </a:cubicBezTo>
                          <a:cubicBezTo>
                            <a:pt x="74672" y="5667"/>
                            <a:pt x="69006" y="0"/>
                            <a:pt x="62016"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grpSp>
              <p:grpSp>
                <p:nvGrpSpPr>
                  <p:cNvPr id="923" name="Google Shape;923;g3bb050f2e20_0_94"/>
                  <p:cNvGrpSpPr/>
                  <p:nvPr/>
                </p:nvGrpSpPr>
                <p:grpSpPr>
                  <a:xfrm>
                    <a:off x="1669359" y="8571256"/>
                    <a:ext cx="424015" cy="439293"/>
                    <a:chOff x="1669359" y="8571256"/>
                    <a:chExt cx="424015" cy="439293"/>
                  </a:xfrm>
                </p:grpSpPr>
                <p:sp>
                  <p:nvSpPr>
                    <p:cNvPr id="924" name="Google Shape;924;g3bb050f2e20_0_94"/>
                    <p:cNvSpPr/>
                    <p:nvPr/>
                  </p:nvSpPr>
                  <p:spPr>
                    <a:xfrm>
                      <a:off x="1865983" y="8571256"/>
                      <a:ext cx="227391" cy="181731"/>
                    </a:xfrm>
                    <a:custGeom>
                      <a:rect b="b" l="l" r="r" t="t"/>
                      <a:pathLst>
                        <a:path extrusionOk="0" h="291938" w="365286">
                          <a:moveTo>
                            <a:pt x="349166" y="0"/>
                          </a:moveTo>
                          <a:lnTo>
                            <a:pt x="16120" y="0"/>
                          </a:lnTo>
                          <a:cubicBezTo>
                            <a:pt x="7254" y="0"/>
                            <a:pt x="0" y="7254"/>
                            <a:pt x="0" y="16120"/>
                          </a:cubicBezTo>
                          <a:lnTo>
                            <a:pt x="0" y="224234"/>
                          </a:lnTo>
                          <a:cubicBezTo>
                            <a:pt x="0" y="233100"/>
                            <a:pt x="7254" y="240354"/>
                            <a:pt x="16120" y="240354"/>
                          </a:cubicBezTo>
                          <a:lnTo>
                            <a:pt x="55615" y="240354"/>
                          </a:lnTo>
                          <a:lnTo>
                            <a:pt x="54648" y="275335"/>
                          </a:lnTo>
                          <a:cubicBezTo>
                            <a:pt x="54487" y="281138"/>
                            <a:pt x="57549" y="286780"/>
                            <a:pt x="62547" y="289682"/>
                          </a:cubicBezTo>
                          <a:cubicBezTo>
                            <a:pt x="65126" y="291133"/>
                            <a:pt x="67866" y="291939"/>
                            <a:pt x="70768" y="291939"/>
                          </a:cubicBezTo>
                          <a:cubicBezTo>
                            <a:pt x="73670" y="291939"/>
                            <a:pt x="76410" y="291133"/>
                            <a:pt x="78990" y="289682"/>
                          </a:cubicBezTo>
                          <a:lnTo>
                            <a:pt x="161526" y="240354"/>
                          </a:lnTo>
                          <a:lnTo>
                            <a:pt x="349166" y="240354"/>
                          </a:lnTo>
                          <a:cubicBezTo>
                            <a:pt x="358032" y="240354"/>
                            <a:pt x="365286" y="233100"/>
                            <a:pt x="365286" y="224234"/>
                          </a:cubicBezTo>
                          <a:lnTo>
                            <a:pt x="365286" y="16120"/>
                          </a:lnTo>
                          <a:cubicBezTo>
                            <a:pt x="365286" y="7254"/>
                            <a:pt x="358032" y="0"/>
                            <a:pt x="349166" y="0"/>
                          </a:cubicBezTo>
                          <a:close/>
                          <a:moveTo>
                            <a:pt x="157012" y="208113"/>
                          </a:moveTo>
                          <a:cubicBezTo>
                            <a:pt x="154110" y="208113"/>
                            <a:pt x="151209" y="208919"/>
                            <a:pt x="148790" y="210370"/>
                          </a:cubicBezTo>
                          <a:lnTo>
                            <a:pt x="87694" y="246802"/>
                          </a:lnTo>
                          <a:lnTo>
                            <a:pt x="88339" y="224717"/>
                          </a:lnTo>
                          <a:cubicBezTo>
                            <a:pt x="88501" y="220365"/>
                            <a:pt x="86888" y="216173"/>
                            <a:pt x="83826" y="212949"/>
                          </a:cubicBezTo>
                          <a:cubicBezTo>
                            <a:pt x="80763" y="209886"/>
                            <a:pt x="76571" y="208113"/>
                            <a:pt x="72219" y="208113"/>
                          </a:cubicBezTo>
                          <a:lnTo>
                            <a:pt x="32241" y="208113"/>
                          </a:lnTo>
                          <a:lnTo>
                            <a:pt x="32241" y="32241"/>
                          </a:lnTo>
                          <a:lnTo>
                            <a:pt x="333046" y="32241"/>
                          </a:lnTo>
                          <a:lnTo>
                            <a:pt x="333046" y="208113"/>
                          </a:lnTo>
                          <a:lnTo>
                            <a:pt x="157012" y="208113"/>
                          </a:ln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25" name="Google Shape;925;g3bb050f2e20_0_94"/>
                    <p:cNvSpPr/>
                    <p:nvPr/>
                  </p:nvSpPr>
                  <p:spPr>
                    <a:xfrm>
                      <a:off x="2037165" y="8616406"/>
                      <a:ext cx="20069" cy="20094"/>
                    </a:xfrm>
                    <a:custGeom>
                      <a:rect b="b" l="l" r="r" t="t"/>
                      <a:pathLst>
                        <a:path extrusionOk="0" h="32280" w="32240">
                          <a:moveTo>
                            <a:pt x="27405" y="4715"/>
                          </a:moveTo>
                          <a:cubicBezTo>
                            <a:pt x="26599" y="3909"/>
                            <a:pt x="25793" y="3264"/>
                            <a:pt x="24986" y="2781"/>
                          </a:cubicBezTo>
                          <a:cubicBezTo>
                            <a:pt x="24180" y="2136"/>
                            <a:pt x="23213" y="1652"/>
                            <a:pt x="22246" y="1330"/>
                          </a:cubicBezTo>
                          <a:cubicBezTo>
                            <a:pt x="21279" y="1008"/>
                            <a:pt x="20312" y="685"/>
                            <a:pt x="19183" y="363"/>
                          </a:cubicBezTo>
                          <a:cubicBezTo>
                            <a:pt x="17088" y="-121"/>
                            <a:pt x="14992" y="-121"/>
                            <a:pt x="12896" y="363"/>
                          </a:cubicBezTo>
                          <a:cubicBezTo>
                            <a:pt x="11929" y="524"/>
                            <a:pt x="10801" y="846"/>
                            <a:pt x="9833" y="1330"/>
                          </a:cubicBezTo>
                          <a:cubicBezTo>
                            <a:pt x="8866" y="1652"/>
                            <a:pt x="7899" y="2297"/>
                            <a:pt x="7093" y="2781"/>
                          </a:cubicBezTo>
                          <a:cubicBezTo>
                            <a:pt x="6287" y="3426"/>
                            <a:pt x="5320" y="4070"/>
                            <a:pt x="4675" y="4715"/>
                          </a:cubicBezTo>
                          <a:cubicBezTo>
                            <a:pt x="3869" y="5521"/>
                            <a:pt x="3224" y="6327"/>
                            <a:pt x="2740" y="7133"/>
                          </a:cubicBezTo>
                          <a:cubicBezTo>
                            <a:pt x="2096" y="7939"/>
                            <a:pt x="1612" y="8906"/>
                            <a:pt x="1290" y="9874"/>
                          </a:cubicBezTo>
                          <a:cubicBezTo>
                            <a:pt x="967" y="10841"/>
                            <a:pt x="645" y="11808"/>
                            <a:pt x="322" y="12937"/>
                          </a:cubicBezTo>
                          <a:cubicBezTo>
                            <a:pt x="161" y="13904"/>
                            <a:pt x="0" y="15032"/>
                            <a:pt x="0" y="16161"/>
                          </a:cubicBezTo>
                          <a:cubicBezTo>
                            <a:pt x="0" y="17289"/>
                            <a:pt x="161" y="18256"/>
                            <a:pt x="322" y="19385"/>
                          </a:cubicBezTo>
                          <a:cubicBezTo>
                            <a:pt x="484" y="20352"/>
                            <a:pt x="806" y="21480"/>
                            <a:pt x="1290" y="22448"/>
                          </a:cubicBezTo>
                          <a:cubicBezTo>
                            <a:pt x="1773" y="23415"/>
                            <a:pt x="2257" y="24382"/>
                            <a:pt x="2740" y="25188"/>
                          </a:cubicBezTo>
                          <a:cubicBezTo>
                            <a:pt x="3385" y="25994"/>
                            <a:pt x="4030" y="26800"/>
                            <a:pt x="4675" y="27606"/>
                          </a:cubicBezTo>
                          <a:cubicBezTo>
                            <a:pt x="5481" y="28412"/>
                            <a:pt x="6287" y="29057"/>
                            <a:pt x="7093" y="29540"/>
                          </a:cubicBezTo>
                          <a:cubicBezTo>
                            <a:pt x="7899" y="30185"/>
                            <a:pt x="8866" y="30669"/>
                            <a:pt x="9833" y="30991"/>
                          </a:cubicBezTo>
                          <a:cubicBezTo>
                            <a:pt x="10801" y="31314"/>
                            <a:pt x="11768" y="31636"/>
                            <a:pt x="12896" y="31959"/>
                          </a:cubicBezTo>
                          <a:cubicBezTo>
                            <a:pt x="13863" y="32120"/>
                            <a:pt x="14992" y="32281"/>
                            <a:pt x="16120" y="32281"/>
                          </a:cubicBezTo>
                          <a:cubicBezTo>
                            <a:pt x="17088" y="32281"/>
                            <a:pt x="18216" y="32120"/>
                            <a:pt x="19344" y="31959"/>
                          </a:cubicBezTo>
                          <a:cubicBezTo>
                            <a:pt x="20312" y="31797"/>
                            <a:pt x="21440" y="31475"/>
                            <a:pt x="22407" y="30991"/>
                          </a:cubicBezTo>
                          <a:cubicBezTo>
                            <a:pt x="23374" y="30508"/>
                            <a:pt x="24342" y="30024"/>
                            <a:pt x="25148" y="29540"/>
                          </a:cubicBezTo>
                          <a:cubicBezTo>
                            <a:pt x="25954" y="28896"/>
                            <a:pt x="26921" y="28251"/>
                            <a:pt x="27566" y="27606"/>
                          </a:cubicBezTo>
                          <a:cubicBezTo>
                            <a:pt x="28372" y="26800"/>
                            <a:pt x="29017" y="25994"/>
                            <a:pt x="29500" y="25188"/>
                          </a:cubicBezTo>
                          <a:cubicBezTo>
                            <a:pt x="30145" y="24221"/>
                            <a:pt x="30629" y="23415"/>
                            <a:pt x="30951" y="22448"/>
                          </a:cubicBezTo>
                          <a:cubicBezTo>
                            <a:pt x="31273" y="21480"/>
                            <a:pt x="31596" y="20513"/>
                            <a:pt x="31918" y="19385"/>
                          </a:cubicBezTo>
                          <a:cubicBezTo>
                            <a:pt x="32079" y="18256"/>
                            <a:pt x="32241" y="17289"/>
                            <a:pt x="32241" y="16161"/>
                          </a:cubicBezTo>
                          <a:cubicBezTo>
                            <a:pt x="32079" y="11969"/>
                            <a:pt x="30467" y="7778"/>
                            <a:pt x="27405" y="4715"/>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26" name="Google Shape;926;g3bb050f2e20_0_94"/>
                    <p:cNvSpPr/>
                    <p:nvPr/>
                  </p:nvSpPr>
                  <p:spPr>
                    <a:xfrm>
                      <a:off x="1901742" y="8616431"/>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643" y="0"/>
                            <a:pt x="173777"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27" name="Google Shape;927;g3bb050f2e20_0_94"/>
                    <p:cNvSpPr/>
                    <p:nvPr/>
                  </p:nvSpPr>
                  <p:spPr>
                    <a:xfrm>
                      <a:off x="1901842" y="8656388"/>
                      <a:ext cx="20069" cy="19978"/>
                    </a:xfrm>
                    <a:custGeom>
                      <a:rect b="b" l="l" r="r" t="t"/>
                      <a:pathLst>
                        <a:path extrusionOk="0" h="32093" w="32240">
                          <a:moveTo>
                            <a:pt x="31757" y="12910"/>
                          </a:moveTo>
                          <a:cubicBezTo>
                            <a:pt x="31596" y="11943"/>
                            <a:pt x="31273" y="10815"/>
                            <a:pt x="30790" y="9848"/>
                          </a:cubicBezTo>
                          <a:cubicBezTo>
                            <a:pt x="30467" y="8880"/>
                            <a:pt x="29823" y="7913"/>
                            <a:pt x="29339" y="7107"/>
                          </a:cubicBezTo>
                          <a:cubicBezTo>
                            <a:pt x="28694" y="6301"/>
                            <a:pt x="28049" y="5334"/>
                            <a:pt x="27405" y="4689"/>
                          </a:cubicBezTo>
                          <a:cubicBezTo>
                            <a:pt x="23697" y="981"/>
                            <a:pt x="18055" y="-792"/>
                            <a:pt x="12896" y="337"/>
                          </a:cubicBezTo>
                          <a:cubicBezTo>
                            <a:pt x="11929" y="498"/>
                            <a:pt x="10801" y="820"/>
                            <a:pt x="9833" y="1304"/>
                          </a:cubicBezTo>
                          <a:cubicBezTo>
                            <a:pt x="8866" y="1626"/>
                            <a:pt x="7899" y="2271"/>
                            <a:pt x="7093" y="2755"/>
                          </a:cubicBezTo>
                          <a:cubicBezTo>
                            <a:pt x="6287" y="3399"/>
                            <a:pt x="5320" y="4044"/>
                            <a:pt x="4675" y="4689"/>
                          </a:cubicBezTo>
                          <a:cubicBezTo>
                            <a:pt x="3869" y="5495"/>
                            <a:pt x="3224" y="6301"/>
                            <a:pt x="2740" y="7107"/>
                          </a:cubicBezTo>
                          <a:cubicBezTo>
                            <a:pt x="2096" y="8074"/>
                            <a:pt x="1612" y="8880"/>
                            <a:pt x="1290" y="9848"/>
                          </a:cubicBezTo>
                          <a:cubicBezTo>
                            <a:pt x="967" y="10815"/>
                            <a:pt x="484" y="11782"/>
                            <a:pt x="322" y="12910"/>
                          </a:cubicBezTo>
                          <a:cubicBezTo>
                            <a:pt x="161" y="13878"/>
                            <a:pt x="0" y="15006"/>
                            <a:pt x="0" y="16135"/>
                          </a:cubicBezTo>
                          <a:cubicBezTo>
                            <a:pt x="0" y="17102"/>
                            <a:pt x="161" y="18230"/>
                            <a:pt x="322" y="19197"/>
                          </a:cubicBezTo>
                          <a:cubicBezTo>
                            <a:pt x="484" y="20165"/>
                            <a:pt x="806" y="21293"/>
                            <a:pt x="1290" y="22260"/>
                          </a:cubicBezTo>
                          <a:cubicBezTo>
                            <a:pt x="1612" y="23227"/>
                            <a:pt x="2096" y="24195"/>
                            <a:pt x="2740" y="25001"/>
                          </a:cubicBezTo>
                          <a:cubicBezTo>
                            <a:pt x="3385" y="25807"/>
                            <a:pt x="4030" y="26774"/>
                            <a:pt x="4675" y="27419"/>
                          </a:cubicBezTo>
                          <a:cubicBezTo>
                            <a:pt x="5481" y="28225"/>
                            <a:pt x="6287" y="28870"/>
                            <a:pt x="7093" y="29353"/>
                          </a:cubicBezTo>
                          <a:cubicBezTo>
                            <a:pt x="7899" y="29998"/>
                            <a:pt x="8866" y="30482"/>
                            <a:pt x="9833" y="30804"/>
                          </a:cubicBezTo>
                          <a:cubicBezTo>
                            <a:pt x="10801" y="31126"/>
                            <a:pt x="11768" y="31449"/>
                            <a:pt x="12896" y="31771"/>
                          </a:cubicBezTo>
                          <a:cubicBezTo>
                            <a:pt x="13863" y="31932"/>
                            <a:pt x="14992" y="32094"/>
                            <a:pt x="16120" y="32094"/>
                          </a:cubicBezTo>
                          <a:cubicBezTo>
                            <a:pt x="20312" y="32094"/>
                            <a:pt x="24503" y="30320"/>
                            <a:pt x="27566" y="27419"/>
                          </a:cubicBezTo>
                          <a:cubicBezTo>
                            <a:pt x="28372" y="26613"/>
                            <a:pt x="29017" y="25807"/>
                            <a:pt x="29500" y="25001"/>
                          </a:cubicBezTo>
                          <a:cubicBezTo>
                            <a:pt x="30145" y="24195"/>
                            <a:pt x="30629" y="23227"/>
                            <a:pt x="30951" y="22260"/>
                          </a:cubicBezTo>
                          <a:cubicBezTo>
                            <a:pt x="31273" y="21293"/>
                            <a:pt x="31596" y="20326"/>
                            <a:pt x="31918" y="19197"/>
                          </a:cubicBezTo>
                          <a:cubicBezTo>
                            <a:pt x="32079" y="18230"/>
                            <a:pt x="32241" y="17102"/>
                            <a:pt x="32241" y="16135"/>
                          </a:cubicBezTo>
                          <a:cubicBezTo>
                            <a:pt x="32079" y="15006"/>
                            <a:pt x="31918" y="13878"/>
                            <a:pt x="31757" y="1291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28" name="Google Shape;928;g3bb050f2e20_0_94"/>
                    <p:cNvSpPr/>
                    <p:nvPr/>
                  </p:nvSpPr>
                  <p:spPr>
                    <a:xfrm>
                      <a:off x="1939103" y="8656396"/>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804" y="0"/>
                            <a:pt x="173777"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29" name="Google Shape;929;g3bb050f2e20_0_94"/>
                    <p:cNvSpPr/>
                    <p:nvPr/>
                  </p:nvSpPr>
                  <p:spPr>
                    <a:xfrm>
                      <a:off x="1669359" y="8699367"/>
                      <a:ext cx="227491" cy="311182"/>
                    </a:xfrm>
                    <a:custGeom>
                      <a:rect b="b" l="l" r="r" t="t"/>
                      <a:pathLst>
                        <a:path extrusionOk="0" h="499890" w="365447">
                          <a:moveTo>
                            <a:pt x="365448" y="397527"/>
                          </a:moveTo>
                          <a:cubicBezTo>
                            <a:pt x="365448" y="366576"/>
                            <a:pt x="340300" y="341428"/>
                            <a:pt x="309349" y="341428"/>
                          </a:cubicBezTo>
                          <a:lnTo>
                            <a:pt x="248898" y="341428"/>
                          </a:lnTo>
                          <a:lnTo>
                            <a:pt x="240193" y="317087"/>
                          </a:lnTo>
                          <a:cubicBezTo>
                            <a:pt x="280816" y="295163"/>
                            <a:pt x="306286" y="253089"/>
                            <a:pt x="306286" y="206018"/>
                          </a:cubicBezTo>
                          <a:lnTo>
                            <a:pt x="306286" y="205856"/>
                          </a:lnTo>
                          <a:cubicBezTo>
                            <a:pt x="313863" y="185867"/>
                            <a:pt x="345136" y="95432"/>
                            <a:pt x="313379" y="54325"/>
                          </a:cubicBezTo>
                          <a:cubicBezTo>
                            <a:pt x="313379" y="54325"/>
                            <a:pt x="313379" y="54325"/>
                            <a:pt x="313379" y="54164"/>
                          </a:cubicBezTo>
                          <a:cubicBezTo>
                            <a:pt x="299032" y="35787"/>
                            <a:pt x="273401" y="30790"/>
                            <a:pt x="260504" y="30629"/>
                          </a:cubicBezTo>
                          <a:cubicBezTo>
                            <a:pt x="241805" y="30467"/>
                            <a:pt x="222138" y="24019"/>
                            <a:pt x="203761" y="12251"/>
                          </a:cubicBezTo>
                          <a:cubicBezTo>
                            <a:pt x="191187" y="4191"/>
                            <a:pt x="177485" y="0"/>
                            <a:pt x="163299" y="0"/>
                          </a:cubicBezTo>
                          <a:cubicBezTo>
                            <a:pt x="80924" y="0"/>
                            <a:pt x="37883" y="64965"/>
                            <a:pt x="37883" y="129124"/>
                          </a:cubicBezTo>
                          <a:cubicBezTo>
                            <a:pt x="37883" y="177968"/>
                            <a:pt x="48200" y="200376"/>
                            <a:pt x="53358" y="208436"/>
                          </a:cubicBezTo>
                          <a:cubicBezTo>
                            <a:pt x="54164" y="254540"/>
                            <a:pt x="79473" y="295647"/>
                            <a:pt x="119452" y="317248"/>
                          </a:cubicBezTo>
                          <a:lnTo>
                            <a:pt x="110747" y="341589"/>
                          </a:lnTo>
                          <a:lnTo>
                            <a:pt x="56099" y="341589"/>
                          </a:lnTo>
                          <a:cubicBezTo>
                            <a:pt x="25148" y="341589"/>
                            <a:pt x="0" y="366737"/>
                            <a:pt x="0" y="397688"/>
                          </a:cubicBezTo>
                          <a:lnTo>
                            <a:pt x="0" y="499891"/>
                          </a:lnTo>
                          <a:lnTo>
                            <a:pt x="32241" y="499891"/>
                          </a:lnTo>
                          <a:lnTo>
                            <a:pt x="32241" y="499891"/>
                          </a:lnTo>
                          <a:lnTo>
                            <a:pt x="32241" y="450402"/>
                          </a:lnTo>
                          <a:lnTo>
                            <a:pt x="32241" y="397366"/>
                          </a:lnTo>
                          <a:cubicBezTo>
                            <a:pt x="32241" y="384147"/>
                            <a:pt x="42880" y="373508"/>
                            <a:pt x="56099" y="373508"/>
                          </a:cubicBezTo>
                          <a:lnTo>
                            <a:pt x="114454" y="373508"/>
                          </a:lnTo>
                          <a:cubicBezTo>
                            <a:pt x="114938" y="374152"/>
                            <a:pt x="115583" y="374636"/>
                            <a:pt x="116227" y="375281"/>
                          </a:cubicBezTo>
                          <a:cubicBezTo>
                            <a:pt x="116711" y="375765"/>
                            <a:pt x="117033" y="376248"/>
                            <a:pt x="117517" y="376571"/>
                          </a:cubicBezTo>
                          <a:cubicBezTo>
                            <a:pt x="118323" y="377377"/>
                            <a:pt x="119129" y="378183"/>
                            <a:pt x="119935" y="378989"/>
                          </a:cubicBezTo>
                          <a:cubicBezTo>
                            <a:pt x="120258" y="379311"/>
                            <a:pt x="120580" y="379633"/>
                            <a:pt x="120902" y="379956"/>
                          </a:cubicBezTo>
                          <a:cubicBezTo>
                            <a:pt x="122031" y="381084"/>
                            <a:pt x="123320" y="382051"/>
                            <a:pt x="124610" y="383019"/>
                          </a:cubicBezTo>
                          <a:cubicBezTo>
                            <a:pt x="124932" y="383180"/>
                            <a:pt x="125094" y="383341"/>
                            <a:pt x="125416" y="383663"/>
                          </a:cubicBezTo>
                          <a:cubicBezTo>
                            <a:pt x="126383" y="384469"/>
                            <a:pt x="127350" y="385275"/>
                            <a:pt x="128479" y="385920"/>
                          </a:cubicBezTo>
                          <a:cubicBezTo>
                            <a:pt x="128962" y="386243"/>
                            <a:pt x="129446" y="386565"/>
                            <a:pt x="129930" y="386888"/>
                          </a:cubicBezTo>
                          <a:cubicBezTo>
                            <a:pt x="130736" y="387532"/>
                            <a:pt x="131542" y="388016"/>
                            <a:pt x="132509" y="388661"/>
                          </a:cubicBezTo>
                          <a:cubicBezTo>
                            <a:pt x="132993" y="388983"/>
                            <a:pt x="133637" y="389306"/>
                            <a:pt x="134121" y="389628"/>
                          </a:cubicBezTo>
                          <a:cubicBezTo>
                            <a:pt x="134927" y="390112"/>
                            <a:pt x="135733" y="390595"/>
                            <a:pt x="136539" y="391079"/>
                          </a:cubicBezTo>
                          <a:cubicBezTo>
                            <a:pt x="137184" y="391401"/>
                            <a:pt x="137667" y="391724"/>
                            <a:pt x="138312" y="392046"/>
                          </a:cubicBezTo>
                          <a:cubicBezTo>
                            <a:pt x="139118" y="392530"/>
                            <a:pt x="139924" y="392852"/>
                            <a:pt x="140730" y="393336"/>
                          </a:cubicBezTo>
                          <a:cubicBezTo>
                            <a:pt x="141375" y="393658"/>
                            <a:pt x="142020" y="393980"/>
                            <a:pt x="142665" y="394303"/>
                          </a:cubicBezTo>
                          <a:cubicBezTo>
                            <a:pt x="143471" y="394625"/>
                            <a:pt x="144277" y="395109"/>
                            <a:pt x="145083" y="395431"/>
                          </a:cubicBezTo>
                          <a:cubicBezTo>
                            <a:pt x="145728" y="395754"/>
                            <a:pt x="146372" y="395915"/>
                            <a:pt x="147017" y="396237"/>
                          </a:cubicBezTo>
                          <a:cubicBezTo>
                            <a:pt x="147823" y="396560"/>
                            <a:pt x="148629" y="396882"/>
                            <a:pt x="149435" y="397205"/>
                          </a:cubicBezTo>
                          <a:cubicBezTo>
                            <a:pt x="150080" y="397527"/>
                            <a:pt x="150725" y="397688"/>
                            <a:pt x="151370" y="397849"/>
                          </a:cubicBezTo>
                          <a:cubicBezTo>
                            <a:pt x="152176" y="398172"/>
                            <a:pt x="152982" y="398333"/>
                            <a:pt x="153949" y="398655"/>
                          </a:cubicBezTo>
                          <a:cubicBezTo>
                            <a:pt x="154594" y="398817"/>
                            <a:pt x="155239" y="399139"/>
                            <a:pt x="156045" y="399300"/>
                          </a:cubicBezTo>
                          <a:cubicBezTo>
                            <a:pt x="156851" y="399623"/>
                            <a:pt x="157818" y="399784"/>
                            <a:pt x="158624" y="399945"/>
                          </a:cubicBezTo>
                          <a:cubicBezTo>
                            <a:pt x="159269" y="400106"/>
                            <a:pt x="159914" y="400267"/>
                            <a:pt x="160720" y="400429"/>
                          </a:cubicBezTo>
                          <a:cubicBezTo>
                            <a:pt x="161687" y="400590"/>
                            <a:pt x="162493" y="400751"/>
                            <a:pt x="163460" y="400912"/>
                          </a:cubicBezTo>
                          <a:cubicBezTo>
                            <a:pt x="164105" y="401073"/>
                            <a:pt x="164750" y="401235"/>
                            <a:pt x="165394" y="401235"/>
                          </a:cubicBezTo>
                          <a:cubicBezTo>
                            <a:pt x="166362" y="401396"/>
                            <a:pt x="167329" y="401557"/>
                            <a:pt x="168296" y="401718"/>
                          </a:cubicBezTo>
                          <a:cubicBezTo>
                            <a:pt x="168941" y="401879"/>
                            <a:pt x="169586" y="401879"/>
                            <a:pt x="170231" y="402041"/>
                          </a:cubicBezTo>
                          <a:cubicBezTo>
                            <a:pt x="171359" y="402202"/>
                            <a:pt x="172326" y="402202"/>
                            <a:pt x="173455" y="402363"/>
                          </a:cubicBezTo>
                          <a:cubicBezTo>
                            <a:pt x="173938" y="402363"/>
                            <a:pt x="174583" y="402524"/>
                            <a:pt x="175067" y="402524"/>
                          </a:cubicBezTo>
                          <a:cubicBezTo>
                            <a:pt x="176679" y="402685"/>
                            <a:pt x="178291" y="402685"/>
                            <a:pt x="179903" y="402685"/>
                          </a:cubicBezTo>
                          <a:cubicBezTo>
                            <a:pt x="179903" y="402685"/>
                            <a:pt x="179903" y="402685"/>
                            <a:pt x="179903" y="402685"/>
                          </a:cubicBezTo>
                          <a:cubicBezTo>
                            <a:pt x="181515" y="402685"/>
                            <a:pt x="183127" y="402685"/>
                            <a:pt x="184739" y="402524"/>
                          </a:cubicBezTo>
                          <a:cubicBezTo>
                            <a:pt x="185222" y="402524"/>
                            <a:pt x="185867" y="402363"/>
                            <a:pt x="186351" y="402363"/>
                          </a:cubicBezTo>
                          <a:cubicBezTo>
                            <a:pt x="187479" y="402363"/>
                            <a:pt x="188446" y="402202"/>
                            <a:pt x="189575" y="402041"/>
                          </a:cubicBezTo>
                          <a:cubicBezTo>
                            <a:pt x="190220" y="402041"/>
                            <a:pt x="190865" y="401879"/>
                            <a:pt x="191509" y="401718"/>
                          </a:cubicBezTo>
                          <a:cubicBezTo>
                            <a:pt x="192477" y="401557"/>
                            <a:pt x="193444" y="401396"/>
                            <a:pt x="194411" y="401235"/>
                          </a:cubicBezTo>
                          <a:cubicBezTo>
                            <a:pt x="195056" y="401073"/>
                            <a:pt x="195701" y="400912"/>
                            <a:pt x="196345" y="400912"/>
                          </a:cubicBezTo>
                          <a:cubicBezTo>
                            <a:pt x="197313" y="400751"/>
                            <a:pt x="198119" y="400590"/>
                            <a:pt x="199086" y="400429"/>
                          </a:cubicBezTo>
                          <a:cubicBezTo>
                            <a:pt x="199731" y="400267"/>
                            <a:pt x="200375" y="400106"/>
                            <a:pt x="201182" y="399945"/>
                          </a:cubicBezTo>
                          <a:cubicBezTo>
                            <a:pt x="201988" y="399784"/>
                            <a:pt x="202955" y="399461"/>
                            <a:pt x="203761" y="399300"/>
                          </a:cubicBezTo>
                          <a:cubicBezTo>
                            <a:pt x="204406" y="399139"/>
                            <a:pt x="205050" y="398978"/>
                            <a:pt x="205856" y="398655"/>
                          </a:cubicBezTo>
                          <a:cubicBezTo>
                            <a:pt x="206662" y="398333"/>
                            <a:pt x="207630" y="398172"/>
                            <a:pt x="208436" y="397849"/>
                          </a:cubicBezTo>
                          <a:cubicBezTo>
                            <a:pt x="209080" y="397688"/>
                            <a:pt x="209725" y="397366"/>
                            <a:pt x="210370" y="397205"/>
                          </a:cubicBezTo>
                          <a:cubicBezTo>
                            <a:pt x="211176" y="396882"/>
                            <a:pt x="211982" y="396560"/>
                            <a:pt x="212788" y="396237"/>
                          </a:cubicBezTo>
                          <a:cubicBezTo>
                            <a:pt x="213433" y="395915"/>
                            <a:pt x="214078" y="395754"/>
                            <a:pt x="214723" y="395431"/>
                          </a:cubicBezTo>
                          <a:cubicBezTo>
                            <a:pt x="215529" y="395109"/>
                            <a:pt x="216335" y="394625"/>
                            <a:pt x="217141" y="394303"/>
                          </a:cubicBezTo>
                          <a:cubicBezTo>
                            <a:pt x="217785" y="393980"/>
                            <a:pt x="218430" y="393658"/>
                            <a:pt x="219075" y="393336"/>
                          </a:cubicBezTo>
                          <a:cubicBezTo>
                            <a:pt x="219881" y="393013"/>
                            <a:pt x="220687" y="392530"/>
                            <a:pt x="221493" y="392046"/>
                          </a:cubicBezTo>
                          <a:cubicBezTo>
                            <a:pt x="222138" y="391724"/>
                            <a:pt x="222622" y="391401"/>
                            <a:pt x="223266" y="391079"/>
                          </a:cubicBezTo>
                          <a:cubicBezTo>
                            <a:pt x="224072" y="390595"/>
                            <a:pt x="224878" y="390112"/>
                            <a:pt x="225684" y="389628"/>
                          </a:cubicBezTo>
                          <a:cubicBezTo>
                            <a:pt x="226168" y="389306"/>
                            <a:pt x="226813" y="388983"/>
                            <a:pt x="227296" y="388661"/>
                          </a:cubicBezTo>
                          <a:cubicBezTo>
                            <a:pt x="228102" y="388177"/>
                            <a:pt x="228908" y="387532"/>
                            <a:pt x="229714" y="387049"/>
                          </a:cubicBezTo>
                          <a:cubicBezTo>
                            <a:pt x="230198" y="386726"/>
                            <a:pt x="230682" y="386404"/>
                            <a:pt x="231165" y="386082"/>
                          </a:cubicBezTo>
                          <a:cubicBezTo>
                            <a:pt x="232132" y="385275"/>
                            <a:pt x="233100" y="384631"/>
                            <a:pt x="234228" y="383825"/>
                          </a:cubicBezTo>
                          <a:cubicBezTo>
                            <a:pt x="234551" y="383663"/>
                            <a:pt x="234712" y="383341"/>
                            <a:pt x="235034" y="383180"/>
                          </a:cubicBezTo>
                          <a:cubicBezTo>
                            <a:pt x="236324" y="382213"/>
                            <a:pt x="237452" y="381084"/>
                            <a:pt x="238742" y="380117"/>
                          </a:cubicBezTo>
                          <a:cubicBezTo>
                            <a:pt x="239064" y="379795"/>
                            <a:pt x="239387" y="379472"/>
                            <a:pt x="239709" y="379150"/>
                          </a:cubicBezTo>
                          <a:cubicBezTo>
                            <a:pt x="240515" y="378344"/>
                            <a:pt x="241321" y="377538"/>
                            <a:pt x="242127" y="376732"/>
                          </a:cubicBezTo>
                          <a:cubicBezTo>
                            <a:pt x="242611" y="376248"/>
                            <a:pt x="242933" y="375765"/>
                            <a:pt x="243417" y="375442"/>
                          </a:cubicBezTo>
                          <a:cubicBezTo>
                            <a:pt x="244062" y="374797"/>
                            <a:pt x="244545" y="374314"/>
                            <a:pt x="245190" y="373669"/>
                          </a:cubicBezTo>
                          <a:lnTo>
                            <a:pt x="309349" y="373669"/>
                          </a:lnTo>
                          <a:cubicBezTo>
                            <a:pt x="322567" y="373669"/>
                            <a:pt x="333207" y="384308"/>
                            <a:pt x="333207" y="397527"/>
                          </a:cubicBezTo>
                          <a:lnTo>
                            <a:pt x="333207" y="450563"/>
                          </a:lnTo>
                          <a:lnTo>
                            <a:pt x="333207" y="499891"/>
                          </a:lnTo>
                          <a:lnTo>
                            <a:pt x="333207" y="499891"/>
                          </a:lnTo>
                          <a:lnTo>
                            <a:pt x="365448" y="499891"/>
                          </a:lnTo>
                          <a:lnTo>
                            <a:pt x="365448" y="397527"/>
                          </a:lnTo>
                          <a:close/>
                          <a:moveTo>
                            <a:pt x="83020" y="155561"/>
                          </a:moveTo>
                          <a:cubicBezTo>
                            <a:pt x="82375" y="156045"/>
                            <a:pt x="81730" y="156367"/>
                            <a:pt x="81085" y="156851"/>
                          </a:cubicBezTo>
                          <a:cubicBezTo>
                            <a:pt x="80440" y="157334"/>
                            <a:pt x="79957" y="157657"/>
                            <a:pt x="79312" y="158140"/>
                          </a:cubicBezTo>
                          <a:cubicBezTo>
                            <a:pt x="79151" y="158301"/>
                            <a:pt x="78990" y="158301"/>
                            <a:pt x="78828" y="158463"/>
                          </a:cubicBezTo>
                          <a:cubicBezTo>
                            <a:pt x="76571" y="160075"/>
                            <a:pt x="74476" y="161848"/>
                            <a:pt x="72541" y="163621"/>
                          </a:cubicBezTo>
                          <a:cubicBezTo>
                            <a:pt x="71091" y="154755"/>
                            <a:pt x="70123" y="143310"/>
                            <a:pt x="70123" y="128963"/>
                          </a:cubicBezTo>
                          <a:cubicBezTo>
                            <a:pt x="70123" y="82214"/>
                            <a:pt x="99301" y="32079"/>
                            <a:pt x="163299" y="32079"/>
                          </a:cubicBezTo>
                          <a:cubicBezTo>
                            <a:pt x="171520" y="32079"/>
                            <a:pt x="178774" y="34336"/>
                            <a:pt x="186351" y="39172"/>
                          </a:cubicBezTo>
                          <a:cubicBezTo>
                            <a:pt x="209725" y="54325"/>
                            <a:pt x="235357" y="62547"/>
                            <a:pt x="260182" y="62708"/>
                          </a:cubicBezTo>
                          <a:cubicBezTo>
                            <a:pt x="268081" y="62869"/>
                            <a:pt x="281944" y="66416"/>
                            <a:pt x="288070" y="73992"/>
                          </a:cubicBezTo>
                          <a:cubicBezTo>
                            <a:pt x="300644" y="90435"/>
                            <a:pt x="295324" y="130091"/>
                            <a:pt x="285974" y="164105"/>
                          </a:cubicBezTo>
                          <a:cubicBezTo>
                            <a:pt x="285813" y="163944"/>
                            <a:pt x="285813" y="163782"/>
                            <a:pt x="285652" y="163621"/>
                          </a:cubicBezTo>
                          <a:cubicBezTo>
                            <a:pt x="285330" y="163138"/>
                            <a:pt x="285007" y="162493"/>
                            <a:pt x="284685" y="162009"/>
                          </a:cubicBezTo>
                          <a:cubicBezTo>
                            <a:pt x="284524" y="161526"/>
                            <a:pt x="284201" y="161203"/>
                            <a:pt x="284040" y="160720"/>
                          </a:cubicBezTo>
                          <a:cubicBezTo>
                            <a:pt x="283718" y="160075"/>
                            <a:pt x="283234" y="159430"/>
                            <a:pt x="282911" y="158785"/>
                          </a:cubicBezTo>
                          <a:cubicBezTo>
                            <a:pt x="282750" y="158463"/>
                            <a:pt x="282589" y="158140"/>
                            <a:pt x="282428" y="157818"/>
                          </a:cubicBezTo>
                          <a:cubicBezTo>
                            <a:pt x="281944" y="156851"/>
                            <a:pt x="281299" y="156045"/>
                            <a:pt x="280816" y="155077"/>
                          </a:cubicBezTo>
                          <a:cubicBezTo>
                            <a:pt x="280655" y="154755"/>
                            <a:pt x="280332" y="154271"/>
                            <a:pt x="280171" y="153949"/>
                          </a:cubicBezTo>
                          <a:cubicBezTo>
                            <a:pt x="279849" y="153465"/>
                            <a:pt x="279526" y="152821"/>
                            <a:pt x="279204" y="152337"/>
                          </a:cubicBezTo>
                          <a:cubicBezTo>
                            <a:pt x="278881" y="151853"/>
                            <a:pt x="278720" y="151531"/>
                            <a:pt x="278398" y="151047"/>
                          </a:cubicBezTo>
                          <a:cubicBezTo>
                            <a:pt x="278075" y="150564"/>
                            <a:pt x="277753" y="150080"/>
                            <a:pt x="277592" y="149597"/>
                          </a:cubicBezTo>
                          <a:cubicBezTo>
                            <a:pt x="277269" y="149113"/>
                            <a:pt x="277108" y="148790"/>
                            <a:pt x="276786" y="148307"/>
                          </a:cubicBezTo>
                          <a:cubicBezTo>
                            <a:pt x="276463" y="147823"/>
                            <a:pt x="276302" y="147340"/>
                            <a:pt x="275980" y="146856"/>
                          </a:cubicBezTo>
                          <a:cubicBezTo>
                            <a:pt x="275819" y="146372"/>
                            <a:pt x="275496" y="146050"/>
                            <a:pt x="275335" y="145566"/>
                          </a:cubicBezTo>
                          <a:cubicBezTo>
                            <a:pt x="275013" y="145083"/>
                            <a:pt x="274851" y="144599"/>
                            <a:pt x="274529" y="144116"/>
                          </a:cubicBezTo>
                          <a:cubicBezTo>
                            <a:pt x="274368" y="143793"/>
                            <a:pt x="274045" y="143310"/>
                            <a:pt x="273884" y="142987"/>
                          </a:cubicBezTo>
                          <a:cubicBezTo>
                            <a:pt x="273562" y="142504"/>
                            <a:pt x="273239" y="142020"/>
                            <a:pt x="273078" y="141375"/>
                          </a:cubicBezTo>
                          <a:cubicBezTo>
                            <a:pt x="272917" y="141053"/>
                            <a:pt x="272756" y="140730"/>
                            <a:pt x="272433" y="140247"/>
                          </a:cubicBezTo>
                          <a:cubicBezTo>
                            <a:pt x="272111" y="139602"/>
                            <a:pt x="271788" y="138957"/>
                            <a:pt x="271305" y="138312"/>
                          </a:cubicBezTo>
                          <a:cubicBezTo>
                            <a:pt x="271144" y="138151"/>
                            <a:pt x="271144" y="137990"/>
                            <a:pt x="270982" y="137829"/>
                          </a:cubicBezTo>
                          <a:cubicBezTo>
                            <a:pt x="270499" y="137023"/>
                            <a:pt x="270176" y="136217"/>
                            <a:pt x="269693" y="135411"/>
                          </a:cubicBezTo>
                          <a:cubicBezTo>
                            <a:pt x="269532" y="135088"/>
                            <a:pt x="269370" y="134927"/>
                            <a:pt x="269209" y="134605"/>
                          </a:cubicBezTo>
                          <a:cubicBezTo>
                            <a:pt x="268887" y="134121"/>
                            <a:pt x="268726" y="133637"/>
                            <a:pt x="268403" y="133154"/>
                          </a:cubicBezTo>
                          <a:cubicBezTo>
                            <a:pt x="268242" y="132831"/>
                            <a:pt x="268081" y="132670"/>
                            <a:pt x="267920" y="132348"/>
                          </a:cubicBezTo>
                          <a:cubicBezTo>
                            <a:pt x="267758" y="131864"/>
                            <a:pt x="267436" y="131381"/>
                            <a:pt x="267275" y="131058"/>
                          </a:cubicBezTo>
                          <a:cubicBezTo>
                            <a:pt x="267114" y="130736"/>
                            <a:pt x="266952" y="130575"/>
                            <a:pt x="266791" y="130252"/>
                          </a:cubicBezTo>
                          <a:cubicBezTo>
                            <a:pt x="266630" y="129769"/>
                            <a:pt x="266469" y="129446"/>
                            <a:pt x="266146" y="128963"/>
                          </a:cubicBezTo>
                          <a:cubicBezTo>
                            <a:pt x="265985" y="128640"/>
                            <a:pt x="265824" y="128479"/>
                            <a:pt x="265824" y="128156"/>
                          </a:cubicBezTo>
                          <a:cubicBezTo>
                            <a:pt x="265663" y="127834"/>
                            <a:pt x="265502" y="127350"/>
                            <a:pt x="265340" y="127028"/>
                          </a:cubicBezTo>
                          <a:cubicBezTo>
                            <a:pt x="265179" y="126867"/>
                            <a:pt x="265179" y="126544"/>
                            <a:pt x="265018" y="126383"/>
                          </a:cubicBezTo>
                          <a:cubicBezTo>
                            <a:pt x="264857" y="126061"/>
                            <a:pt x="264696" y="125577"/>
                            <a:pt x="264534" y="125255"/>
                          </a:cubicBezTo>
                          <a:cubicBezTo>
                            <a:pt x="264534" y="125094"/>
                            <a:pt x="264373" y="124932"/>
                            <a:pt x="264373" y="124771"/>
                          </a:cubicBezTo>
                          <a:cubicBezTo>
                            <a:pt x="264212" y="124288"/>
                            <a:pt x="263890" y="123804"/>
                            <a:pt x="263728" y="123320"/>
                          </a:cubicBezTo>
                          <a:cubicBezTo>
                            <a:pt x="261633" y="118001"/>
                            <a:pt x="256958" y="114132"/>
                            <a:pt x="251477" y="113165"/>
                          </a:cubicBezTo>
                          <a:cubicBezTo>
                            <a:pt x="250832" y="113003"/>
                            <a:pt x="250187" y="113003"/>
                            <a:pt x="249704" y="113003"/>
                          </a:cubicBezTo>
                          <a:cubicBezTo>
                            <a:pt x="249542" y="113003"/>
                            <a:pt x="249381" y="113003"/>
                            <a:pt x="249220" y="113003"/>
                          </a:cubicBezTo>
                          <a:cubicBezTo>
                            <a:pt x="249059" y="113003"/>
                            <a:pt x="248898" y="113003"/>
                            <a:pt x="248736" y="113003"/>
                          </a:cubicBezTo>
                          <a:cubicBezTo>
                            <a:pt x="248414" y="113003"/>
                            <a:pt x="248092" y="113003"/>
                            <a:pt x="247769" y="113003"/>
                          </a:cubicBezTo>
                          <a:cubicBezTo>
                            <a:pt x="247608" y="113003"/>
                            <a:pt x="247286" y="113003"/>
                            <a:pt x="247124" y="113003"/>
                          </a:cubicBezTo>
                          <a:cubicBezTo>
                            <a:pt x="246480" y="113003"/>
                            <a:pt x="245835" y="113165"/>
                            <a:pt x="245351" y="113326"/>
                          </a:cubicBezTo>
                          <a:cubicBezTo>
                            <a:pt x="245190" y="113326"/>
                            <a:pt x="245190" y="113326"/>
                            <a:pt x="245190" y="113326"/>
                          </a:cubicBezTo>
                          <a:cubicBezTo>
                            <a:pt x="244706" y="113487"/>
                            <a:pt x="244062" y="113648"/>
                            <a:pt x="243578" y="113809"/>
                          </a:cubicBezTo>
                          <a:cubicBezTo>
                            <a:pt x="243417" y="113809"/>
                            <a:pt x="243094" y="113971"/>
                            <a:pt x="242933" y="114132"/>
                          </a:cubicBezTo>
                          <a:cubicBezTo>
                            <a:pt x="242611" y="114293"/>
                            <a:pt x="242127" y="114454"/>
                            <a:pt x="241805" y="114615"/>
                          </a:cubicBezTo>
                          <a:cubicBezTo>
                            <a:pt x="241643" y="114777"/>
                            <a:pt x="241321" y="114777"/>
                            <a:pt x="241160" y="114938"/>
                          </a:cubicBezTo>
                          <a:cubicBezTo>
                            <a:pt x="240837" y="115099"/>
                            <a:pt x="240515" y="115260"/>
                            <a:pt x="240193" y="115583"/>
                          </a:cubicBezTo>
                          <a:cubicBezTo>
                            <a:pt x="240031" y="115744"/>
                            <a:pt x="239709" y="115905"/>
                            <a:pt x="239548" y="116066"/>
                          </a:cubicBezTo>
                          <a:cubicBezTo>
                            <a:pt x="239225" y="116389"/>
                            <a:pt x="238903" y="116550"/>
                            <a:pt x="238581" y="116872"/>
                          </a:cubicBezTo>
                          <a:cubicBezTo>
                            <a:pt x="238419" y="117033"/>
                            <a:pt x="238258" y="117195"/>
                            <a:pt x="238097" y="117356"/>
                          </a:cubicBezTo>
                          <a:cubicBezTo>
                            <a:pt x="237613" y="117839"/>
                            <a:pt x="237130" y="118323"/>
                            <a:pt x="236807" y="118807"/>
                          </a:cubicBezTo>
                          <a:cubicBezTo>
                            <a:pt x="226652" y="130575"/>
                            <a:pt x="173455" y="142987"/>
                            <a:pt x="133476" y="142987"/>
                          </a:cubicBezTo>
                          <a:cubicBezTo>
                            <a:pt x="111714" y="142987"/>
                            <a:pt x="95593" y="148468"/>
                            <a:pt x="83826" y="155883"/>
                          </a:cubicBezTo>
                          <a:cubicBezTo>
                            <a:pt x="83342" y="155400"/>
                            <a:pt x="83181" y="155561"/>
                            <a:pt x="83020" y="155561"/>
                          </a:cubicBezTo>
                          <a:close/>
                          <a:moveTo>
                            <a:pt x="214239" y="293551"/>
                          </a:moveTo>
                          <a:cubicBezTo>
                            <a:pt x="206179" y="296775"/>
                            <a:pt x="201988" y="305802"/>
                            <a:pt x="204889" y="314024"/>
                          </a:cubicBezTo>
                          <a:lnTo>
                            <a:pt x="219236" y="354163"/>
                          </a:lnTo>
                          <a:cubicBezTo>
                            <a:pt x="218591" y="354808"/>
                            <a:pt x="217947" y="355453"/>
                            <a:pt x="217141" y="356098"/>
                          </a:cubicBezTo>
                          <a:cubicBezTo>
                            <a:pt x="216979" y="356259"/>
                            <a:pt x="216818" y="356420"/>
                            <a:pt x="216657" y="356581"/>
                          </a:cubicBezTo>
                          <a:cubicBezTo>
                            <a:pt x="216012" y="357065"/>
                            <a:pt x="215529" y="357549"/>
                            <a:pt x="214884" y="358032"/>
                          </a:cubicBezTo>
                          <a:cubicBezTo>
                            <a:pt x="214561" y="358193"/>
                            <a:pt x="214400" y="358516"/>
                            <a:pt x="214078" y="358677"/>
                          </a:cubicBezTo>
                          <a:cubicBezTo>
                            <a:pt x="213594" y="358999"/>
                            <a:pt x="213111" y="359483"/>
                            <a:pt x="212627" y="359805"/>
                          </a:cubicBezTo>
                          <a:cubicBezTo>
                            <a:pt x="212305" y="359967"/>
                            <a:pt x="211982" y="360289"/>
                            <a:pt x="211660" y="360450"/>
                          </a:cubicBezTo>
                          <a:cubicBezTo>
                            <a:pt x="211176" y="360773"/>
                            <a:pt x="210692" y="361095"/>
                            <a:pt x="210209" y="361417"/>
                          </a:cubicBezTo>
                          <a:cubicBezTo>
                            <a:pt x="209886" y="361579"/>
                            <a:pt x="209564" y="361901"/>
                            <a:pt x="209242" y="362062"/>
                          </a:cubicBezTo>
                          <a:cubicBezTo>
                            <a:pt x="208758" y="362385"/>
                            <a:pt x="208274" y="362707"/>
                            <a:pt x="207630" y="363029"/>
                          </a:cubicBezTo>
                          <a:cubicBezTo>
                            <a:pt x="207307" y="363191"/>
                            <a:pt x="206985" y="363352"/>
                            <a:pt x="206662" y="363674"/>
                          </a:cubicBezTo>
                          <a:cubicBezTo>
                            <a:pt x="206179" y="363997"/>
                            <a:pt x="205534" y="364319"/>
                            <a:pt x="204889" y="364642"/>
                          </a:cubicBezTo>
                          <a:cubicBezTo>
                            <a:pt x="204567" y="364803"/>
                            <a:pt x="204244" y="364964"/>
                            <a:pt x="203922" y="365125"/>
                          </a:cubicBezTo>
                          <a:cubicBezTo>
                            <a:pt x="203277" y="365448"/>
                            <a:pt x="202471" y="365770"/>
                            <a:pt x="201665" y="366092"/>
                          </a:cubicBezTo>
                          <a:cubicBezTo>
                            <a:pt x="201504" y="366092"/>
                            <a:pt x="201343" y="366254"/>
                            <a:pt x="201182" y="366254"/>
                          </a:cubicBezTo>
                          <a:cubicBezTo>
                            <a:pt x="200214" y="366576"/>
                            <a:pt x="199408" y="367060"/>
                            <a:pt x="198441" y="367382"/>
                          </a:cubicBezTo>
                          <a:cubicBezTo>
                            <a:pt x="198119" y="367543"/>
                            <a:pt x="197957" y="367543"/>
                            <a:pt x="197635" y="367704"/>
                          </a:cubicBezTo>
                          <a:cubicBezTo>
                            <a:pt x="196990" y="367866"/>
                            <a:pt x="196345" y="368188"/>
                            <a:pt x="195701" y="368349"/>
                          </a:cubicBezTo>
                          <a:cubicBezTo>
                            <a:pt x="195378" y="368510"/>
                            <a:pt x="195056" y="368510"/>
                            <a:pt x="194572" y="368672"/>
                          </a:cubicBezTo>
                          <a:cubicBezTo>
                            <a:pt x="193927" y="368833"/>
                            <a:pt x="193444" y="368994"/>
                            <a:pt x="192799" y="369155"/>
                          </a:cubicBezTo>
                          <a:cubicBezTo>
                            <a:pt x="192477" y="369316"/>
                            <a:pt x="191993" y="369316"/>
                            <a:pt x="191671" y="369478"/>
                          </a:cubicBezTo>
                          <a:cubicBezTo>
                            <a:pt x="191026" y="369639"/>
                            <a:pt x="190542" y="369800"/>
                            <a:pt x="189897" y="369800"/>
                          </a:cubicBezTo>
                          <a:cubicBezTo>
                            <a:pt x="189575" y="369800"/>
                            <a:pt x="189091" y="369961"/>
                            <a:pt x="188769" y="369961"/>
                          </a:cubicBezTo>
                          <a:cubicBezTo>
                            <a:pt x="188124" y="370122"/>
                            <a:pt x="187479" y="370122"/>
                            <a:pt x="186996" y="370284"/>
                          </a:cubicBezTo>
                          <a:cubicBezTo>
                            <a:pt x="186673" y="370284"/>
                            <a:pt x="186190" y="370445"/>
                            <a:pt x="185867" y="370445"/>
                          </a:cubicBezTo>
                          <a:cubicBezTo>
                            <a:pt x="185222" y="370445"/>
                            <a:pt x="184578" y="370606"/>
                            <a:pt x="183933" y="370606"/>
                          </a:cubicBezTo>
                          <a:cubicBezTo>
                            <a:pt x="183610" y="370606"/>
                            <a:pt x="183288" y="370606"/>
                            <a:pt x="182966" y="370606"/>
                          </a:cubicBezTo>
                          <a:cubicBezTo>
                            <a:pt x="181998" y="370606"/>
                            <a:pt x="181031" y="370767"/>
                            <a:pt x="179903" y="370767"/>
                          </a:cubicBezTo>
                          <a:cubicBezTo>
                            <a:pt x="179903" y="370767"/>
                            <a:pt x="179903" y="370767"/>
                            <a:pt x="179903" y="370767"/>
                          </a:cubicBezTo>
                          <a:cubicBezTo>
                            <a:pt x="178935" y="370767"/>
                            <a:pt x="177807" y="370767"/>
                            <a:pt x="176840" y="370606"/>
                          </a:cubicBezTo>
                          <a:cubicBezTo>
                            <a:pt x="176517" y="370606"/>
                            <a:pt x="176195" y="370606"/>
                            <a:pt x="175873" y="370606"/>
                          </a:cubicBezTo>
                          <a:cubicBezTo>
                            <a:pt x="175228" y="370606"/>
                            <a:pt x="174583" y="370445"/>
                            <a:pt x="173777" y="370445"/>
                          </a:cubicBezTo>
                          <a:cubicBezTo>
                            <a:pt x="173455" y="370445"/>
                            <a:pt x="172971" y="370284"/>
                            <a:pt x="172649" y="370284"/>
                          </a:cubicBezTo>
                          <a:cubicBezTo>
                            <a:pt x="172004" y="370284"/>
                            <a:pt x="171359" y="370122"/>
                            <a:pt x="170875" y="369961"/>
                          </a:cubicBezTo>
                          <a:cubicBezTo>
                            <a:pt x="170553" y="369961"/>
                            <a:pt x="170069" y="369800"/>
                            <a:pt x="169747" y="369800"/>
                          </a:cubicBezTo>
                          <a:cubicBezTo>
                            <a:pt x="169102" y="369639"/>
                            <a:pt x="168618" y="369639"/>
                            <a:pt x="167974" y="369478"/>
                          </a:cubicBezTo>
                          <a:cubicBezTo>
                            <a:pt x="167651" y="369316"/>
                            <a:pt x="167168" y="369316"/>
                            <a:pt x="166845" y="369155"/>
                          </a:cubicBezTo>
                          <a:cubicBezTo>
                            <a:pt x="166200" y="368994"/>
                            <a:pt x="165556" y="368833"/>
                            <a:pt x="165072" y="368672"/>
                          </a:cubicBezTo>
                          <a:cubicBezTo>
                            <a:pt x="164750" y="368510"/>
                            <a:pt x="164427" y="368510"/>
                            <a:pt x="164105" y="368349"/>
                          </a:cubicBezTo>
                          <a:cubicBezTo>
                            <a:pt x="163460" y="368188"/>
                            <a:pt x="162815" y="367866"/>
                            <a:pt x="162009" y="367704"/>
                          </a:cubicBezTo>
                          <a:cubicBezTo>
                            <a:pt x="161687" y="367543"/>
                            <a:pt x="161526" y="367543"/>
                            <a:pt x="161203" y="367382"/>
                          </a:cubicBezTo>
                          <a:cubicBezTo>
                            <a:pt x="160236" y="367060"/>
                            <a:pt x="159430" y="366737"/>
                            <a:pt x="158463" y="366254"/>
                          </a:cubicBezTo>
                          <a:cubicBezTo>
                            <a:pt x="158301" y="366254"/>
                            <a:pt x="158140" y="366092"/>
                            <a:pt x="157979" y="366092"/>
                          </a:cubicBezTo>
                          <a:cubicBezTo>
                            <a:pt x="157173" y="365770"/>
                            <a:pt x="156528" y="365448"/>
                            <a:pt x="155722" y="365125"/>
                          </a:cubicBezTo>
                          <a:cubicBezTo>
                            <a:pt x="155400" y="364964"/>
                            <a:pt x="155077" y="364803"/>
                            <a:pt x="154755" y="364642"/>
                          </a:cubicBezTo>
                          <a:cubicBezTo>
                            <a:pt x="154110" y="364319"/>
                            <a:pt x="153627" y="363997"/>
                            <a:pt x="152982" y="363674"/>
                          </a:cubicBezTo>
                          <a:cubicBezTo>
                            <a:pt x="152659" y="363513"/>
                            <a:pt x="152337" y="363352"/>
                            <a:pt x="152015" y="363029"/>
                          </a:cubicBezTo>
                          <a:cubicBezTo>
                            <a:pt x="151531" y="362707"/>
                            <a:pt x="151047" y="362385"/>
                            <a:pt x="150403" y="362062"/>
                          </a:cubicBezTo>
                          <a:cubicBezTo>
                            <a:pt x="150080" y="361901"/>
                            <a:pt x="149758" y="361579"/>
                            <a:pt x="149435" y="361417"/>
                          </a:cubicBezTo>
                          <a:cubicBezTo>
                            <a:pt x="148952" y="361095"/>
                            <a:pt x="148468" y="360773"/>
                            <a:pt x="147984" y="360450"/>
                          </a:cubicBezTo>
                          <a:cubicBezTo>
                            <a:pt x="147662" y="360289"/>
                            <a:pt x="147340" y="359967"/>
                            <a:pt x="147017" y="359805"/>
                          </a:cubicBezTo>
                          <a:cubicBezTo>
                            <a:pt x="146534" y="359483"/>
                            <a:pt x="146050" y="358999"/>
                            <a:pt x="145566" y="358677"/>
                          </a:cubicBezTo>
                          <a:cubicBezTo>
                            <a:pt x="145244" y="358516"/>
                            <a:pt x="145083" y="358193"/>
                            <a:pt x="144760" y="358032"/>
                          </a:cubicBezTo>
                          <a:cubicBezTo>
                            <a:pt x="144116" y="357549"/>
                            <a:pt x="143632" y="357065"/>
                            <a:pt x="142987" y="356581"/>
                          </a:cubicBezTo>
                          <a:cubicBezTo>
                            <a:pt x="142826" y="356420"/>
                            <a:pt x="142665" y="356259"/>
                            <a:pt x="142504" y="356098"/>
                          </a:cubicBezTo>
                          <a:cubicBezTo>
                            <a:pt x="141859" y="355453"/>
                            <a:pt x="141053" y="354808"/>
                            <a:pt x="140408" y="354163"/>
                          </a:cubicBezTo>
                          <a:lnTo>
                            <a:pt x="154755" y="314024"/>
                          </a:lnTo>
                          <a:cubicBezTo>
                            <a:pt x="157657" y="305802"/>
                            <a:pt x="153627" y="296775"/>
                            <a:pt x="145405" y="293551"/>
                          </a:cubicBezTo>
                          <a:cubicBezTo>
                            <a:pt x="109135" y="279204"/>
                            <a:pt x="85599" y="244868"/>
                            <a:pt x="85599" y="205856"/>
                          </a:cubicBezTo>
                          <a:lnTo>
                            <a:pt x="85599" y="199408"/>
                          </a:lnTo>
                          <a:cubicBezTo>
                            <a:pt x="86727" y="196990"/>
                            <a:pt x="88178" y="194411"/>
                            <a:pt x="90274" y="191832"/>
                          </a:cubicBezTo>
                          <a:cubicBezTo>
                            <a:pt x="96238" y="184255"/>
                            <a:pt x="107684" y="175711"/>
                            <a:pt x="128962" y="174744"/>
                          </a:cubicBezTo>
                          <a:cubicBezTo>
                            <a:pt x="129124" y="174744"/>
                            <a:pt x="129446" y="174744"/>
                            <a:pt x="129607" y="174744"/>
                          </a:cubicBezTo>
                          <a:cubicBezTo>
                            <a:pt x="130736" y="174744"/>
                            <a:pt x="132025" y="174744"/>
                            <a:pt x="133154" y="174744"/>
                          </a:cubicBezTo>
                          <a:cubicBezTo>
                            <a:pt x="157657" y="174744"/>
                            <a:pt x="210854" y="168941"/>
                            <a:pt x="242450" y="152982"/>
                          </a:cubicBezTo>
                          <a:cubicBezTo>
                            <a:pt x="243094" y="154110"/>
                            <a:pt x="243578" y="155239"/>
                            <a:pt x="244223" y="156367"/>
                          </a:cubicBezTo>
                          <a:cubicBezTo>
                            <a:pt x="244384" y="156528"/>
                            <a:pt x="244384" y="156689"/>
                            <a:pt x="244545" y="157012"/>
                          </a:cubicBezTo>
                          <a:cubicBezTo>
                            <a:pt x="245190" y="158140"/>
                            <a:pt x="245674" y="159108"/>
                            <a:pt x="246318" y="160236"/>
                          </a:cubicBezTo>
                          <a:cubicBezTo>
                            <a:pt x="246480" y="160397"/>
                            <a:pt x="246641" y="160720"/>
                            <a:pt x="246641" y="160881"/>
                          </a:cubicBezTo>
                          <a:cubicBezTo>
                            <a:pt x="247286" y="162009"/>
                            <a:pt x="247930" y="163138"/>
                            <a:pt x="248575" y="164266"/>
                          </a:cubicBezTo>
                          <a:cubicBezTo>
                            <a:pt x="248575" y="164427"/>
                            <a:pt x="248736" y="164427"/>
                            <a:pt x="248736" y="164588"/>
                          </a:cubicBezTo>
                          <a:cubicBezTo>
                            <a:pt x="249381" y="165717"/>
                            <a:pt x="250026" y="166684"/>
                            <a:pt x="250510" y="167812"/>
                          </a:cubicBezTo>
                          <a:cubicBezTo>
                            <a:pt x="250671" y="167974"/>
                            <a:pt x="250671" y="168296"/>
                            <a:pt x="250832" y="168457"/>
                          </a:cubicBezTo>
                          <a:cubicBezTo>
                            <a:pt x="251477" y="169586"/>
                            <a:pt x="252122" y="170714"/>
                            <a:pt x="252767" y="171843"/>
                          </a:cubicBezTo>
                          <a:cubicBezTo>
                            <a:pt x="252928" y="172165"/>
                            <a:pt x="253089" y="172326"/>
                            <a:pt x="253250" y="172649"/>
                          </a:cubicBezTo>
                          <a:cubicBezTo>
                            <a:pt x="253895" y="173777"/>
                            <a:pt x="254540" y="174905"/>
                            <a:pt x="255185" y="175873"/>
                          </a:cubicBezTo>
                          <a:cubicBezTo>
                            <a:pt x="255346" y="176034"/>
                            <a:pt x="255346" y="176195"/>
                            <a:pt x="255507" y="176356"/>
                          </a:cubicBezTo>
                          <a:cubicBezTo>
                            <a:pt x="256152" y="177323"/>
                            <a:pt x="256635" y="178452"/>
                            <a:pt x="257280" y="179419"/>
                          </a:cubicBezTo>
                          <a:cubicBezTo>
                            <a:pt x="257441" y="179580"/>
                            <a:pt x="257441" y="179903"/>
                            <a:pt x="257603" y="180064"/>
                          </a:cubicBezTo>
                          <a:cubicBezTo>
                            <a:pt x="258247" y="181192"/>
                            <a:pt x="258892" y="182160"/>
                            <a:pt x="259537" y="183288"/>
                          </a:cubicBezTo>
                          <a:cubicBezTo>
                            <a:pt x="259698" y="183610"/>
                            <a:pt x="259859" y="183772"/>
                            <a:pt x="260021" y="184094"/>
                          </a:cubicBezTo>
                          <a:cubicBezTo>
                            <a:pt x="260665" y="185061"/>
                            <a:pt x="261310" y="186190"/>
                            <a:pt x="261794" y="187157"/>
                          </a:cubicBezTo>
                          <a:cubicBezTo>
                            <a:pt x="261955" y="187318"/>
                            <a:pt x="261955" y="187479"/>
                            <a:pt x="262116" y="187802"/>
                          </a:cubicBezTo>
                          <a:cubicBezTo>
                            <a:pt x="262600" y="188769"/>
                            <a:pt x="263245" y="189575"/>
                            <a:pt x="263728" y="190542"/>
                          </a:cubicBezTo>
                          <a:cubicBezTo>
                            <a:pt x="263890" y="190703"/>
                            <a:pt x="263890" y="190864"/>
                            <a:pt x="264051" y="191026"/>
                          </a:cubicBezTo>
                          <a:cubicBezTo>
                            <a:pt x="264696" y="191993"/>
                            <a:pt x="265179" y="192960"/>
                            <a:pt x="265663" y="193766"/>
                          </a:cubicBezTo>
                          <a:cubicBezTo>
                            <a:pt x="265824" y="194089"/>
                            <a:pt x="265985" y="194250"/>
                            <a:pt x="266146" y="194572"/>
                          </a:cubicBezTo>
                          <a:cubicBezTo>
                            <a:pt x="266630" y="195378"/>
                            <a:pt x="267114" y="196345"/>
                            <a:pt x="267597" y="197151"/>
                          </a:cubicBezTo>
                          <a:cubicBezTo>
                            <a:pt x="267758" y="197313"/>
                            <a:pt x="267920" y="197635"/>
                            <a:pt x="267920" y="197796"/>
                          </a:cubicBezTo>
                          <a:cubicBezTo>
                            <a:pt x="268403" y="198602"/>
                            <a:pt x="268887" y="199408"/>
                            <a:pt x="269370" y="200214"/>
                          </a:cubicBezTo>
                          <a:cubicBezTo>
                            <a:pt x="269370" y="200214"/>
                            <a:pt x="269532" y="200376"/>
                            <a:pt x="269532" y="200376"/>
                          </a:cubicBezTo>
                          <a:cubicBezTo>
                            <a:pt x="270015" y="201182"/>
                            <a:pt x="270499" y="201988"/>
                            <a:pt x="270982" y="202794"/>
                          </a:cubicBezTo>
                          <a:cubicBezTo>
                            <a:pt x="271144" y="202955"/>
                            <a:pt x="271144" y="203116"/>
                            <a:pt x="271305" y="203277"/>
                          </a:cubicBezTo>
                          <a:cubicBezTo>
                            <a:pt x="271788" y="203922"/>
                            <a:pt x="272111" y="204567"/>
                            <a:pt x="272433" y="205212"/>
                          </a:cubicBezTo>
                          <a:cubicBezTo>
                            <a:pt x="272594" y="205373"/>
                            <a:pt x="272594" y="205534"/>
                            <a:pt x="272756" y="205695"/>
                          </a:cubicBezTo>
                          <a:cubicBezTo>
                            <a:pt x="273078" y="206340"/>
                            <a:pt x="273562" y="206985"/>
                            <a:pt x="273884" y="207468"/>
                          </a:cubicBezTo>
                          <a:cubicBezTo>
                            <a:pt x="273562" y="245674"/>
                            <a:pt x="250187" y="279526"/>
                            <a:pt x="214239" y="293551"/>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grpSp>
              <p:cxnSp>
                <p:nvCxnSpPr>
                  <p:cNvPr id="930" name="Google Shape;930;g3bb050f2e20_0_94"/>
                  <p:cNvCxnSpPr/>
                  <p:nvPr/>
                </p:nvCxnSpPr>
                <p:spPr>
                  <a:xfrm rot="10800000">
                    <a:off x="1443172" y="8632890"/>
                    <a:ext cx="0" cy="384600"/>
                  </a:xfrm>
                  <a:prstGeom prst="straightConnector1">
                    <a:avLst/>
                  </a:prstGeom>
                  <a:noFill/>
                  <a:ln cap="flat" cmpd="sng" w="9525">
                    <a:solidFill>
                      <a:srgbClr val="1D93C9"/>
                    </a:solidFill>
                    <a:prstDash val="solid"/>
                    <a:miter lim="800000"/>
                    <a:headEnd len="sm" w="sm" type="none"/>
                    <a:tailEnd len="sm" w="sm" type="none"/>
                  </a:ln>
                </p:spPr>
              </p:cxnSp>
            </p:grpSp>
          </p:grpSp>
        </p:grpSp>
        <p:sp>
          <p:nvSpPr>
            <p:cNvPr id="931" name="Google Shape;931;g3bb050f2e20_0_94"/>
            <p:cNvSpPr txBox="1"/>
            <p:nvPr/>
          </p:nvSpPr>
          <p:spPr>
            <a:xfrm>
              <a:off x="13943334" y="5807938"/>
              <a:ext cx="1524600" cy="271800"/>
            </a:xfrm>
            <a:prstGeom prst="rect">
              <a:avLst/>
            </a:prstGeom>
            <a:noFill/>
            <a:ln>
              <a:noFill/>
            </a:ln>
          </p:spPr>
          <p:txBody>
            <a:bodyPr anchorCtr="0" anchor="t" bIns="19500" lIns="39100" spcFirstLastPara="1" rIns="39100" wrap="square" tIns="19500">
              <a:spAutoFit/>
            </a:bodyPr>
            <a:lstStyle/>
            <a:p>
              <a:pPr indent="0" lvl="0" marL="0" marR="0" rtl="0" algn="l">
                <a:lnSpc>
                  <a:spcPct val="100000"/>
                </a:lnSpc>
                <a:spcBef>
                  <a:spcPts val="0"/>
                </a:spcBef>
                <a:spcAft>
                  <a:spcPts val="0"/>
                </a:spcAft>
                <a:buClr>
                  <a:srgbClr val="000000"/>
                </a:buClr>
                <a:buSzPts val="650"/>
                <a:buFont typeface="Arial"/>
                <a:buNone/>
              </a:pPr>
              <a:r>
                <a:rPr b="1" i="0" lang="vi" sz="650" u="none" cap="none" strike="noStrike">
                  <a:solidFill>
                    <a:srgbClr val="042D4D"/>
                  </a:solidFill>
                  <a:latin typeface="Calibri"/>
                  <a:ea typeface="Calibri"/>
                  <a:cs typeface="Calibri"/>
                  <a:sym typeface="Calibri"/>
                </a:rPr>
                <a:t>FREQUENCY</a:t>
              </a:r>
              <a:endParaRPr b="0" i="0" sz="650" u="none" cap="none" strike="noStrike">
                <a:solidFill>
                  <a:srgbClr val="000000"/>
                </a:solidFill>
                <a:latin typeface="Arial"/>
                <a:ea typeface="Arial"/>
                <a:cs typeface="Arial"/>
                <a:sym typeface="Arial"/>
              </a:endParaRPr>
            </a:p>
          </p:txBody>
        </p:sp>
        <p:sp>
          <p:nvSpPr>
            <p:cNvPr id="932" name="Google Shape;932;g3bb050f2e20_0_94"/>
            <p:cNvSpPr txBox="1"/>
            <p:nvPr/>
          </p:nvSpPr>
          <p:spPr>
            <a:xfrm>
              <a:off x="15901190" y="5807938"/>
              <a:ext cx="1865100" cy="271800"/>
            </a:xfrm>
            <a:prstGeom prst="rect">
              <a:avLst/>
            </a:prstGeom>
            <a:noFill/>
            <a:ln>
              <a:noFill/>
            </a:ln>
          </p:spPr>
          <p:txBody>
            <a:bodyPr anchorCtr="0" anchor="t" bIns="19500" lIns="39100" spcFirstLastPara="1" rIns="39100" wrap="square" tIns="19500">
              <a:spAutoFit/>
            </a:bodyPr>
            <a:lstStyle/>
            <a:p>
              <a:pPr indent="0" lvl="0" marL="0" marR="0" rtl="0" algn="l">
                <a:lnSpc>
                  <a:spcPct val="100000"/>
                </a:lnSpc>
                <a:spcBef>
                  <a:spcPts val="0"/>
                </a:spcBef>
                <a:spcAft>
                  <a:spcPts val="0"/>
                </a:spcAft>
                <a:buClr>
                  <a:srgbClr val="000000"/>
                </a:buClr>
                <a:buSzPts val="650"/>
                <a:buFont typeface="Arial"/>
                <a:buNone/>
              </a:pPr>
              <a:r>
                <a:rPr b="1" i="0" lang="vi" sz="650" u="none" cap="none" strike="noStrike">
                  <a:solidFill>
                    <a:srgbClr val="042D4D"/>
                  </a:solidFill>
                  <a:latin typeface="Calibri"/>
                  <a:ea typeface="Calibri"/>
                  <a:cs typeface="Calibri"/>
                  <a:sym typeface="Calibri"/>
                </a:rPr>
                <a:t>PARTICIPANTS</a:t>
              </a:r>
              <a:endParaRPr b="0" i="0" sz="650" u="none" cap="none" strike="noStrike">
                <a:solidFill>
                  <a:srgbClr val="000000"/>
                </a:solidFill>
                <a:latin typeface="Arial"/>
                <a:ea typeface="Arial"/>
                <a:cs typeface="Arial"/>
                <a:sym typeface="Arial"/>
              </a:endParaRPr>
            </a:p>
          </p:txBody>
        </p:sp>
      </p:grpSp>
      <p:sp>
        <p:nvSpPr>
          <p:cNvPr id="933" name="Google Shape;933;g3bb050f2e20_0_94"/>
          <p:cNvSpPr/>
          <p:nvPr/>
        </p:nvSpPr>
        <p:spPr>
          <a:xfrm>
            <a:off x="6980998" y="1966451"/>
            <a:ext cx="2099100" cy="2349600"/>
          </a:xfrm>
          <a:prstGeom prst="rect">
            <a:avLst/>
          </a:prstGeom>
          <a:solidFill>
            <a:srgbClr val="FFFFFF"/>
          </a:solidFill>
          <a:ln>
            <a:noFill/>
          </a:ln>
        </p:spPr>
        <p:txBody>
          <a:bodyPr anchorCtr="0" anchor="ctr" bIns="19500" lIns="39100" spcFirstLastPara="1" rIns="39100" wrap="square" tIns="19500">
            <a:noAutofit/>
          </a:bodyPr>
          <a:lstStyle/>
          <a:p>
            <a:pPr indent="0" lvl="0" marL="0" marR="0" rtl="0" algn="ctr">
              <a:lnSpc>
                <a:spcPct val="100000"/>
              </a:lnSpc>
              <a:spcBef>
                <a:spcPts val="0"/>
              </a:spcBef>
              <a:spcAft>
                <a:spcPts val="0"/>
              </a:spcAft>
              <a:buClr>
                <a:srgbClr val="000000"/>
              </a:buClr>
              <a:buSzPts val="1154"/>
              <a:buFont typeface="Arial"/>
              <a:buNone/>
            </a:pPr>
            <a:r>
              <a:t/>
            </a:r>
            <a:endParaRPr b="0" i="0" sz="1154" u="none" cap="none" strike="noStrike">
              <a:solidFill>
                <a:srgbClr val="FFFFFF"/>
              </a:solidFill>
              <a:latin typeface="Calibri"/>
              <a:ea typeface="Calibri"/>
              <a:cs typeface="Calibri"/>
              <a:sym typeface="Calibri"/>
            </a:endParaRPr>
          </a:p>
        </p:txBody>
      </p:sp>
      <p:grpSp>
        <p:nvGrpSpPr>
          <p:cNvPr id="934" name="Google Shape;934;g3bb050f2e20_0_94"/>
          <p:cNvGrpSpPr/>
          <p:nvPr/>
        </p:nvGrpSpPr>
        <p:grpSpPr>
          <a:xfrm>
            <a:off x="6979122" y="981966"/>
            <a:ext cx="2106982" cy="984297"/>
            <a:chOff x="9307214" y="1917701"/>
            <a:chExt cx="4104776" cy="1917586"/>
          </a:xfrm>
        </p:grpSpPr>
        <p:pic>
          <p:nvPicPr>
            <p:cNvPr id="935" name="Google Shape;935;g3bb050f2e20_0_94"/>
            <p:cNvPicPr preferRelativeResize="0"/>
            <p:nvPr/>
          </p:nvPicPr>
          <p:blipFill rotWithShape="1">
            <a:blip r:embed="rId4">
              <a:alphaModFix/>
            </a:blip>
            <a:srcRect b="0" l="-280" r="0" t="0"/>
            <a:stretch/>
          </p:blipFill>
          <p:spPr>
            <a:xfrm>
              <a:off x="9307214" y="1917701"/>
              <a:ext cx="4104776" cy="1917586"/>
            </a:xfrm>
            <a:prstGeom prst="rect">
              <a:avLst/>
            </a:prstGeom>
            <a:solidFill>
              <a:srgbClr val="F1F1F3"/>
            </a:solidFill>
            <a:ln>
              <a:noFill/>
            </a:ln>
          </p:spPr>
        </p:pic>
        <p:sp>
          <p:nvSpPr>
            <p:cNvPr id="936" name="Google Shape;936;g3bb050f2e20_0_94"/>
            <p:cNvSpPr txBox="1"/>
            <p:nvPr/>
          </p:nvSpPr>
          <p:spPr>
            <a:xfrm>
              <a:off x="9314141" y="3351039"/>
              <a:ext cx="4097700" cy="435900"/>
            </a:xfrm>
            <a:prstGeom prst="rect">
              <a:avLst/>
            </a:prstGeom>
            <a:solidFill>
              <a:srgbClr val="021E33">
                <a:alpha val="60000"/>
              </a:srgbClr>
            </a:solidFill>
            <a:ln>
              <a:noFill/>
            </a:ln>
          </p:spPr>
          <p:txBody>
            <a:bodyPr anchorCtr="0" anchor="ctr" bIns="30775" lIns="30775" spcFirstLastPara="1" rIns="30775" wrap="square" tIns="30775">
              <a:spAutoFit/>
            </a:bodyPr>
            <a:lstStyle/>
            <a:p>
              <a:pPr indent="0" lvl="0" marL="0" marR="0" rtl="0" algn="ctr">
                <a:lnSpc>
                  <a:spcPct val="100000"/>
                </a:lnSpc>
                <a:spcBef>
                  <a:spcPts val="0"/>
                </a:spcBef>
                <a:spcAft>
                  <a:spcPts val="0"/>
                </a:spcAft>
                <a:buClr>
                  <a:srgbClr val="000000"/>
                </a:buClr>
                <a:buSzPts val="1050"/>
                <a:buFont typeface="Arial"/>
                <a:buNone/>
              </a:pPr>
              <a:r>
                <a:rPr b="1" i="0" lang="vi" sz="1050" u="none" cap="none" strike="noStrike">
                  <a:solidFill>
                    <a:srgbClr val="FFFFFF"/>
                  </a:solidFill>
                  <a:latin typeface="Calibri"/>
                  <a:ea typeface="Calibri"/>
                  <a:cs typeface="Calibri"/>
                  <a:sym typeface="Calibri"/>
                </a:rPr>
                <a:t>RETROSPECTIVE</a:t>
              </a:r>
              <a:endParaRPr b="0" i="0" sz="1050" u="none" cap="none" strike="noStrike">
                <a:solidFill>
                  <a:srgbClr val="000000"/>
                </a:solidFill>
                <a:latin typeface="Arial"/>
                <a:ea typeface="Arial"/>
                <a:cs typeface="Arial"/>
                <a:sym typeface="Arial"/>
              </a:endParaRPr>
            </a:p>
          </p:txBody>
        </p:sp>
      </p:grpSp>
      <p:sp>
        <p:nvSpPr>
          <p:cNvPr id="937" name="Google Shape;937;g3bb050f2e20_0_94"/>
          <p:cNvSpPr txBox="1"/>
          <p:nvPr/>
        </p:nvSpPr>
        <p:spPr>
          <a:xfrm>
            <a:off x="7085638" y="2071035"/>
            <a:ext cx="1881300" cy="170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1D94C9"/>
              </a:buClr>
              <a:buSzPts val="1077"/>
              <a:buFont typeface="Arial"/>
              <a:buNone/>
            </a:pPr>
            <a:r>
              <a:rPr b="1" i="0" lang="vi" sz="850" u="none" cap="none" strike="noStrike">
                <a:solidFill>
                  <a:srgbClr val="042D4D"/>
                </a:solidFill>
                <a:latin typeface="Calibri"/>
                <a:ea typeface="Calibri"/>
                <a:cs typeface="Calibri"/>
                <a:sym typeface="Calibri"/>
              </a:rPr>
              <a:t>プロセス改善とチーム効果の向上</a:t>
            </a:r>
            <a:endParaRPr b="0" i="0" sz="850" u="none" cap="none" strike="noStrike">
              <a:solidFill>
                <a:srgbClr val="000000"/>
              </a:solidFill>
              <a:latin typeface="Arial"/>
              <a:ea typeface="Arial"/>
              <a:cs typeface="Arial"/>
              <a:sym typeface="Arial"/>
            </a:endParaRPr>
          </a:p>
        </p:txBody>
      </p:sp>
      <p:cxnSp>
        <p:nvCxnSpPr>
          <p:cNvPr id="938" name="Google Shape;938;g3bb050f2e20_0_94"/>
          <p:cNvCxnSpPr/>
          <p:nvPr/>
        </p:nvCxnSpPr>
        <p:spPr>
          <a:xfrm>
            <a:off x="7677759" y="2332346"/>
            <a:ext cx="696900" cy="0"/>
          </a:xfrm>
          <a:prstGeom prst="straightConnector1">
            <a:avLst/>
          </a:prstGeom>
          <a:noFill/>
          <a:ln cap="flat" cmpd="sng" w="12200">
            <a:solidFill>
              <a:srgbClr val="1D93C9"/>
            </a:solidFill>
            <a:prstDash val="solid"/>
            <a:miter lim="800000"/>
            <a:headEnd len="sm" w="sm" type="none"/>
            <a:tailEnd len="sm" w="sm" type="none"/>
          </a:ln>
        </p:spPr>
      </p:cxnSp>
      <p:sp>
        <p:nvSpPr>
          <p:cNvPr id="939" name="Google Shape;939;g3bb050f2e20_0_94"/>
          <p:cNvSpPr txBox="1"/>
          <p:nvPr/>
        </p:nvSpPr>
        <p:spPr>
          <a:xfrm>
            <a:off x="7102232" y="2444940"/>
            <a:ext cx="1848000" cy="465900"/>
          </a:xfrm>
          <a:prstGeom prst="rect">
            <a:avLst/>
          </a:prstGeom>
          <a:noFill/>
          <a:ln>
            <a:noFill/>
          </a:ln>
        </p:spPr>
        <p:txBody>
          <a:bodyPr anchorCtr="0" anchor="t" bIns="0" lIns="0" spcFirstLastPara="1" rIns="0" wrap="square" tIns="0">
            <a:spAutoFit/>
          </a:bodyPr>
          <a:lstStyle/>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良かった点の振り返り</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課題・根本原因・教訓の特定</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次スプリントの改善策提案</a:t>
            </a:r>
            <a:endParaRPr b="0" i="0" sz="650" u="none" cap="none" strike="noStrike">
              <a:solidFill>
                <a:srgbClr val="063C67"/>
              </a:solidFill>
              <a:latin typeface="Calibri"/>
              <a:ea typeface="Calibri"/>
              <a:cs typeface="Calibri"/>
              <a:sym typeface="Calibri"/>
            </a:endParaRPr>
          </a:p>
          <a:p>
            <a:pPr indent="-139001" lvl="0" marL="195453" marR="0" rtl="0" algn="just">
              <a:lnSpc>
                <a:spcPct val="100000"/>
              </a:lnSpc>
              <a:spcBef>
                <a:spcPts val="171"/>
              </a:spcBef>
              <a:spcAft>
                <a:spcPts val="0"/>
              </a:spcAft>
              <a:buClr>
                <a:srgbClr val="1D93C9"/>
              </a:buClr>
              <a:buSzPts val="650"/>
              <a:buFont typeface="Arial"/>
              <a:buChar char="•"/>
            </a:pPr>
            <a:r>
              <a:rPr b="0" i="0" lang="vi" sz="650" u="none" cap="none" strike="noStrike">
                <a:solidFill>
                  <a:srgbClr val="063C67"/>
                </a:solidFill>
                <a:latin typeface="Calibri"/>
                <a:ea typeface="Calibri"/>
                <a:cs typeface="Calibri"/>
                <a:sym typeface="Calibri"/>
              </a:rPr>
              <a:t>具体的な改善コミットメントの合意</a:t>
            </a:r>
            <a:endParaRPr b="0" i="0" sz="650" u="none" cap="none" strike="noStrike">
              <a:solidFill>
                <a:srgbClr val="063C67"/>
              </a:solidFill>
              <a:latin typeface="Calibri"/>
              <a:ea typeface="Calibri"/>
              <a:cs typeface="Calibri"/>
              <a:sym typeface="Calibri"/>
            </a:endParaRPr>
          </a:p>
        </p:txBody>
      </p:sp>
      <p:grpSp>
        <p:nvGrpSpPr>
          <p:cNvPr id="940" name="Google Shape;940;g3bb050f2e20_0_94"/>
          <p:cNvGrpSpPr/>
          <p:nvPr/>
        </p:nvGrpSpPr>
        <p:grpSpPr>
          <a:xfrm>
            <a:off x="7005699" y="3121319"/>
            <a:ext cx="2068845" cy="1061549"/>
            <a:chOff x="617244" y="6374606"/>
            <a:chExt cx="4030479" cy="2068087"/>
          </a:xfrm>
        </p:grpSpPr>
        <p:grpSp>
          <p:nvGrpSpPr>
            <p:cNvPr id="941" name="Google Shape;941;g3bb050f2e20_0_94"/>
            <p:cNvGrpSpPr/>
            <p:nvPr/>
          </p:nvGrpSpPr>
          <p:grpSpPr>
            <a:xfrm>
              <a:off x="617244" y="6828093"/>
              <a:ext cx="4030479" cy="1614600"/>
              <a:chOff x="726771" y="7742896"/>
              <a:chExt cx="4030479" cy="1614600"/>
            </a:xfrm>
          </p:grpSpPr>
          <p:sp>
            <p:nvSpPr>
              <p:cNvPr id="942" name="Google Shape;942;g3bb050f2e20_0_94"/>
              <p:cNvSpPr/>
              <p:nvPr/>
            </p:nvSpPr>
            <p:spPr>
              <a:xfrm>
                <a:off x="2887950" y="7742896"/>
                <a:ext cx="1869300" cy="1614600"/>
              </a:xfrm>
              <a:prstGeom prst="rect">
                <a:avLst/>
              </a:prstGeom>
              <a:noFill/>
              <a:ln>
                <a:noFill/>
              </a:ln>
            </p:spPr>
            <p:txBody>
              <a:bodyPr anchorCtr="0" anchor="t" bIns="19500" lIns="39100" spcFirstLastPara="1" rIns="39100" wrap="square" tIns="19500">
                <a:noAutofit/>
              </a:bodyPr>
              <a:lstStyle/>
              <a:p>
                <a:pPr indent="0" lvl="0" marL="0" marR="0" rtl="0" algn="l">
                  <a:lnSpc>
                    <a:spcPct val="100000"/>
                  </a:lnSpc>
                  <a:spcBef>
                    <a:spcPts val="0"/>
                  </a:spcBef>
                  <a:spcAft>
                    <a:spcPts val="0"/>
                  </a:spcAft>
                  <a:buClr>
                    <a:schemeClr val="hlink"/>
                  </a:buClr>
                  <a:buSzPts val="550"/>
                  <a:buFont typeface="Arial"/>
                  <a:buNone/>
                </a:pPr>
                <a:r>
                  <a:t/>
                </a:r>
                <a:endParaRPr b="0" i="0" sz="550" u="none" cap="none" strike="noStrike">
                  <a:solidFill>
                    <a:srgbClr val="042D4D"/>
                  </a:solidFill>
                  <a:highlight>
                    <a:srgbClr val="FFFF00"/>
                  </a:highlight>
                  <a:latin typeface="Calibri"/>
                  <a:ea typeface="Calibri"/>
                  <a:cs typeface="Calibri"/>
                  <a:sym typeface="Calibri"/>
                </a:endParaRPr>
              </a:p>
              <a:p>
                <a:pPr indent="-122163" lvl="0" marL="122163" marR="0" rtl="0" algn="l">
                  <a:lnSpc>
                    <a:spcPct val="100000"/>
                  </a:lnSpc>
                  <a:spcBef>
                    <a:spcPts val="0"/>
                  </a:spcBef>
                  <a:spcAft>
                    <a:spcPts val="0"/>
                  </a:spcAft>
                  <a:buClr>
                    <a:srgbClr val="A6E3FA"/>
                  </a:buClr>
                  <a:buSzPts val="550"/>
                  <a:buFont typeface="Arial"/>
                  <a:buChar char="•"/>
                </a:pPr>
                <a:r>
                  <a:rPr b="1" i="0" lang="vi" sz="550" u="none" cap="none" strike="noStrike">
                    <a:solidFill>
                      <a:schemeClr val="dk1"/>
                    </a:solidFill>
                    <a:latin typeface="Calibri"/>
                    <a:ea typeface="Calibri"/>
                    <a:cs typeface="Calibri"/>
                    <a:sym typeface="Calibri"/>
                  </a:rPr>
                  <a:t>VMO</a:t>
                </a:r>
                <a:endParaRPr b="0" i="0" sz="550" u="none" cap="none" strike="noStrike">
                  <a:solidFill>
                    <a:schemeClr val="hlink"/>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550"/>
                  <a:buFont typeface="Arial"/>
                  <a:buNone/>
                </a:pPr>
                <a:r>
                  <a:rPr b="0" i="0" lang="vi" sz="550" u="none" cap="none" strike="noStrike">
                    <a:solidFill>
                      <a:srgbClr val="042D4D"/>
                    </a:solidFill>
                    <a:latin typeface="Calibri"/>
                    <a:ea typeface="Calibri"/>
                    <a:cs typeface="Calibri"/>
                    <a:sym typeface="Calibri"/>
                  </a:rPr>
                  <a:t>Business Analysis</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chemeClr val="hlink"/>
                  </a:buClr>
                  <a:buSzPts val="550"/>
                  <a:buFont typeface="Arial"/>
                  <a:buNone/>
                </a:pPr>
                <a:r>
                  <a:rPr b="0" i="0" lang="vi" sz="550" u="none" cap="none" strike="noStrike">
                    <a:solidFill>
                      <a:srgbClr val="042D4D"/>
                    </a:solidFill>
                    <a:latin typeface="Calibri"/>
                    <a:ea typeface="Calibri"/>
                    <a:cs typeface="Calibri"/>
                    <a:sym typeface="Calibri"/>
                  </a:rPr>
                  <a:t>Development Team</a:t>
                </a:r>
                <a:endParaRPr b="0" i="0" sz="550" u="none" cap="none" strike="noStrike">
                  <a:solidFill>
                    <a:srgbClr val="042D4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50"/>
                  <a:buFont typeface="Arial"/>
                  <a:buNone/>
                </a:pPr>
                <a:r>
                  <a:rPr b="0" i="0" lang="vi" sz="550" u="none" cap="none" strike="noStrike">
                    <a:solidFill>
                      <a:srgbClr val="042D4D"/>
                    </a:solidFill>
                    <a:latin typeface="Calibri"/>
                    <a:ea typeface="Calibri"/>
                    <a:cs typeface="Calibri"/>
                    <a:sym typeface="Calibri"/>
                  </a:rPr>
                  <a:t>Project Manager</a:t>
                </a:r>
                <a:endParaRPr b="1" i="0" sz="550" u="none" cap="none" strike="noStrike">
                  <a:solidFill>
                    <a:srgbClr val="063C67"/>
                  </a:solidFill>
                  <a:latin typeface="Calibri"/>
                  <a:ea typeface="Calibri"/>
                  <a:cs typeface="Calibri"/>
                  <a:sym typeface="Calibri"/>
                </a:endParaRPr>
              </a:p>
            </p:txBody>
          </p:sp>
          <p:grpSp>
            <p:nvGrpSpPr>
              <p:cNvPr id="943" name="Google Shape;943;g3bb050f2e20_0_94"/>
              <p:cNvGrpSpPr/>
              <p:nvPr/>
            </p:nvGrpSpPr>
            <p:grpSpPr>
              <a:xfrm flipH="1" rot="-5400000">
                <a:off x="2596213" y="7861112"/>
                <a:ext cx="231636" cy="1368000"/>
                <a:chOff x="9573671" y="5660127"/>
                <a:chExt cx="176700" cy="1368000"/>
              </a:xfrm>
            </p:grpSpPr>
            <p:cxnSp>
              <p:nvCxnSpPr>
                <p:cNvPr id="944" name="Google Shape;944;g3bb050f2e20_0_94"/>
                <p:cNvCxnSpPr/>
                <p:nvPr/>
              </p:nvCxnSpPr>
              <p:spPr>
                <a:xfrm rot="10800000">
                  <a:off x="9662052" y="5660127"/>
                  <a:ext cx="0" cy="1368000"/>
                </a:xfrm>
                <a:prstGeom prst="straightConnector1">
                  <a:avLst/>
                </a:prstGeom>
                <a:noFill/>
                <a:ln cap="sq" cmpd="sng" w="12200">
                  <a:solidFill>
                    <a:srgbClr val="1D93C9"/>
                  </a:solidFill>
                  <a:prstDash val="solid"/>
                  <a:bevel/>
                  <a:headEnd len="sm" w="sm" type="none"/>
                  <a:tailEnd len="sm" w="sm" type="none"/>
                </a:ln>
              </p:spPr>
            </p:cxnSp>
            <p:sp>
              <p:nvSpPr>
                <p:cNvPr id="945" name="Google Shape;945;g3bb050f2e20_0_94"/>
                <p:cNvSpPr/>
                <p:nvPr/>
              </p:nvSpPr>
              <p:spPr>
                <a:xfrm rot="10800000">
                  <a:off x="9573671" y="6337421"/>
                  <a:ext cx="176700" cy="152400"/>
                </a:xfrm>
                <a:prstGeom prst="triangle">
                  <a:avLst>
                    <a:gd fmla="val 50000" name="adj"/>
                  </a:avLst>
                </a:prstGeom>
                <a:solidFill>
                  <a:srgbClr val="1D93C9"/>
                </a:solidFill>
                <a:ln>
                  <a:noFill/>
                </a:ln>
              </p:spPr>
              <p:txBody>
                <a:bodyPr anchorCtr="0" anchor="ctr" bIns="19500" lIns="39100" spcFirstLastPara="1" rIns="39100" wrap="square" tIns="19500">
                  <a:noAutofit/>
                </a:bodyPr>
                <a:lstStyle/>
                <a:p>
                  <a:pPr indent="0" lvl="0" marL="0" marR="0" rtl="0" algn="ctr">
                    <a:lnSpc>
                      <a:spcPct val="100000"/>
                    </a:lnSpc>
                    <a:spcBef>
                      <a:spcPts val="0"/>
                    </a:spcBef>
                    <a:spcAft>
                      <a:spcPts val="0"/>
                    </a:spcAft>
                    <a:buClr>
                      <a:srgbClr val="000000"/>
                    </a:buClr>
                    <a:buSzPts val="1197"/>
                    <a:buFont typeface="Arial"/>
                    <a:buNone/>
                  </a:pPr>
                  <a:r>
                    <a:t/>
                  </a:r>
                  <a:endParaRPr b="0" i="0" sz="1197" u="none" cap="none" strike="noStrike">
                    <a:solidFill>
                      <a:srgbClr val="042D4D"/>
                    </a:solidFill>
                    <a:latin typeface="Calibri"/>
                    <a:ea typeface="Calibri"/>
                    <a:cs typeface="Calibri"/>
                    <a:sym typeface="Calibri"/>
                  </a:endParaRPr>
                </a:p>
              </p:txBody>
            </p:sp>
          </p:grpSp>
          <p:grpSp>
            <p:nvGrpSpPr>
              <p:cNvPr id="946" name="Google Shape;946;g3bb050f2e20_0_94"/>
              <p:cNvGrpSpPr/>
              <p:nvPr/>
            </p:nvGrpSpPr>
            <p:grpSpPr>
              <a:xfrm>
                <a:off x="726771" y="7861208"/>
                <a:ext cx="1658100" cy="964102"/>
                <a:chOff x="726771" y="8041785"/>
                <a:chExt cx="1658100" cy="964102"/>
              </a:xfrm>
            </p:grpSpPr>
            <p:sp>
              <p:nvSpPr>
                <p:cNvPr id="947" name="Google Shape;947;g3bb050f2e20_0_94"/>
                <p:cNvSpPr/>
                <p:nvPr/>
              </p:nvSpPr>
              <p:spPr>
                <a:xfrm>
                  <a:off x="726771" y="8041785"/>
                  <a:ext cx="1658100" cy="412500"/>
                </a:xfrm>
                <a:prstGeom prst="roundRect">
                  <a:avLst>
                    <a:gd fmla="val 16667" name="adj"/>
                  </a:avLst>
                </a:prstGeom>
                <a:solidFill>
                  <a:srgbClr val="1D93C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hlink"/>
                    </a:buClr>
                    <a:buSzPts val="513"/>
                    <a:buFont typeface="Arial"/>
                    <a:buNone/>
                  </a:pPr>
                  <a:r>
                    <a:rPr b="1" i="0" lang="vi" sz="513" u="none" cap="none" strike="noStrike">
                      <a:solidFill>
                        <a:schemeClr val="lt1"/>
                      </a:solidFill>
                      <a:latin typeface="Calibri"/>
                      <a:ea typeface="Calibri"/>
                      <a:cs typeface="Calibri"/>
                      <a:sym typeface="Calibri"/>
                    </a:rPr>
                    <a:t>AT THE END OF A SPRINT </a:t>
                  </a:r>
                  <a:endParaRPr b="0" i="0" sz="598" u="none" cap="none" strike="noStrike">
                    <a:solidFill>
                      <a:srgbClr val="000000"/>
                    </a:solidFill>
                    <a:latin typeface="Arial"/>
                    <a:ea typeface="Arial"/>
                    <a:cs typeface="Arial"/>
                    <a:sym typeface="Arial"/>
                  </a:endParaRPr>
                </a:p>
              </p:txBody>
            </p:sp>
            <p:grpSp>
              <p:nvGrpSpPr>
                <p:cNvPr id="948" name="Google Shape;948;g3bb050f2e20_0_94"/>
                <p:cNvGrpSpPr/>
                <p:nvPr/>
              </p:nvGrpSpPr>
              <p:grpSpPr>
                <a:xfrm>
                  <a:off x="892715" y="8559653"/>
                  <a:ext cx="1326769" cy="446234"/>
                  <a:chOff x="766605" y="8571256"/>
                  <a:chExt cx="1326769" cy="446234"/>
                </a:xfrm>
              </p:grpSpPr>
              <p:grpSp>
                <p:nvGrpSpPr>
                  <p:cNvPr id="949" name="Google Shape;949;g3bb050f2e20_0_94"/>
                  <p:cNvGrpSpPr/>
                  <p:nvPr/>
                </p:nvGrpSpPr>
                <p:grpSpPr>
                  <a:xfrm>
                    <a:off x="766605" y="8588221"/>
                    <a:ext cx="450360" cy="429249"/>
                    <a:chOff x="766605" y="8588221"/>
                    <a:chExt cx="450360" cy="429249"/>
                  </a:xfrm>
                </p:grpSpPr>
                <p:sp>
                  <p:nvSpPr>
                    <p:cNvPr id="950" name="Google Shape;950;g3bb050f2e20_0_94"/>
                    <p:cNvSpPr/>
                    <p:nvPr/>
                  </p:nvSpPr>
                  <p:spPr>
                    <a:xfrm>
                      <a:off x="766605" y="8588221"/>
                      <a:ext cx="450360" cy="429249"/>
                    </a:xfrm>
                    <a:custGeom>
                      <a:rect b="b" l="l" r="r" t="t"/>
                      <a:pathLst>
                        <a:path extrusionOk="0" h="617625" w="648000">
                          <a:moveTo>
                            <a:pt x="635344" y="592313"/>
                          </a:moveTo>
                          <a:lnTo>
                            <a:pt x="579642" y="592313"/>
                          </a:lnTo>
                          <a:lnTo>
                            <a:pt x="579646" y="561912"/>
                          </a:lnTo>
                          <a:cubicBezTo>
                            <a:pt x="579652" y="502573"/>
                            <a:pt x="539660" y="450285"/>
                            <a:pt x="482389" y="434754"/>
                          </a:cubicBezTo>
                          <a:lnTo>
                            <a:pt x="392344" y="410336"/>
                          </a:lnTo>
                          <a:lnTo>
                            <a:pt x="392344" y="380320"/>
                          </a:lnTo>
                          <a:cubicBezTo>
                            <a:pt x="392344" y="378683"/>
                            <a:pt x="392022" y="377122"/>
                            <a:pt x="391457" y="375686"/>
                          </a:cubicBezTo>
                          <a:cubicBezTo>
                            <a:pt x="391649" y="375578"/>
                            <a:pt x="391845" y="375478"/>
                            <a:pt x="392037" y="375369"/>
                          </a:cubicBezTo>
                          <a:cubicBezTo>
                            <a:pt x="419536" y="359798"/>
                            <a:pt x="440153" y="335159"/>
                            <a:pt x="450998" y="306442"/>
                          </a:cubicBezTo>
                          <a:lnTo>
                            <a:pt x="474641" y="306442"/>
                          </a:lnTo>
                          <a:cubicBezTo>
                            <a:pt x="498169" y="306442"/>
                            <a:pt x="517312" y="287301"/>
                            <a:pt x="517312" y="263771"/>
                          </a:cubicBezTo>
                          <a:lnTo>
                            <a:pt x="517312" y="209512"/>
                          </a:lnTo>
                          <a:cubicBezTo>
                            <a:pt x="517312" y="197025"/>
                            <a:pt x="511920" y="185774"/>
                            <a:pt x="503343" y="177963"/>
                          </a:cubicBezTo>
                          <a:cubicBezTo>
                            <a:pt x="502508" y="79691"/>
                            <a:pt x="422377" y="0"/>
                            <a:pt x="323986" y="0"/>
                          </a:cubicBezTo>
                          <a:cubicBezTo>
                            <a:pt x="225765" y="0"/>
                            <a:pt x="145743" y="79418"/>
                            <a:pt x="144638" y="177456"/>
                          </a:cubicBezTo>
                          <a:cubicBezTo>
                            <a:pt x="135728" y="185282"/>
                            <a:pt x="130087" y="196746"/>
                            <a:pt x="130087" y="209510"/>
                          </a:cubicBezTo>
                          <a:lnTo>
                            <a:pt x="130087" y="263770"/>
                          </a:lnTo>
                          <a:cubicBezTo>
                            <a:pt x="130087" y="287299"/>
                            <a:pt x="149230" y="306442"/>
                            <a:pt x="172758" y="306442"/>
                          </a:cubicBezTo>
                          <a:lnTo>
                            <a:pt x="197165" y="306442"/>
                          </a:lnTo>
                          <a:cubicBezTo>
                            <a:pt x="208016" y="335163"/>
                            <a:pt x="228648" y="359810"/>
                            <a:pt x="256190" y="375407"/>
                          </a:cubicBezTo>
                          <a:lnTo>
                            <a:pt x="256245" y="375436"/>
                          </a:lnTo>
                          <a:cubicBezTo>
                            <a:pt x="256323" y="375481"/>
                            <a:pt x="256403" y="375521"/>
                            <a:pt x="256481" y="375565"/>
                          </a:cubicBezTo>
                          <a:cubicBezTo>
                            <a:pt x="255885" y="377035"/>
                            <a:pt x="255550" y="378637"/>
                            <a:pt x="255550" y="380320"/>
                          </a:cubicBezTo>
                          <a:lnTo>
                            <a:pt x="255550" y="410337"/>
                          </a:lnTo>
                          <a:lnTo>
                            <a:pt x="165582" y="434749"/>
                          </a:lnTo>
                          <a:cubicBezTo>
                            <a:pt x="108330" y="450283"/>
                            <a:pt x="68344" y="502565"/>
                            <a:pt x="68344" y="561888"/>
                          </a:cubicBezTo>
                          <a:lnTo>
                            <a:pt x="68344" y="592313"/>
                          </a:lnTo>
                          <a:lnTo>
                            <a:pt x="12656" y="592313"/>
                          </a:lnTo>
                          <a:cubicBezTo>
                            <a:pt x="5666" y="592313"/>
                            <a:pt x="0" y="597980"/>
                            <a:pt x="0" y="604969"/>
                          </a:cubicBezTo>
                          <a:cubicBezTo>
                            <a:pt x="0" y="611958"/>
                            <a:pt x="5666" y="617625"/>
                            <a:pt x="12656" y="617625"/>
                          </a:cubicBezTo>
                          <a:lnTo>
                            <a:pt x="635344" y="617625"/>
                          </a:lnTo>
                          <a:cubicBezTo>
                            <a:pt x="642334" y="617625"/>
                            <a:pt x="648000" y="611958"/>
                            <a:pt x="648000" y="604969"/>
                          </a:cubicBezTo>
                          <a:cubicBezTo>
                            <a:pt x="648000" y="597980"/>
                            <a:pt x="642334" y="592313"/>
                            <a:pt x="635344" y="592313"/>
                          </a:cubicBezTo>
                          <a:close/>
                          <a:moveTo>
                            <a:pt x="491998" y="209512"/>
                          </a:moveTo>
                          <a:lnTo>
                            <a:pt x="491998" y="263771"/>
                          </a:lnTo>
                          <a:cubicBezTo>
                            <a:pt x="491998" y="273343"/>
                            <a:pt x="484212" y="281129"/>
                            <a:pt x="474640" y="281129"/>
                          </a:cubicBezTo>
                          <a:lnTo>
                            <a:pt x="457799" y="281129"/>
                          </a:lnTo>
                          <a:cubicBezTo>
                            <a:pt x="458971" y="274039"/>
                            <a:pt x="459583" y="266809"/>
                            <a:pt x="459583" y="259495"/>
                          </a:cubicBezTo>
                          <a:lnTo>
                            <a:pt x="459583" y="192152"/>
                          </a:lnTo>
                          <a:lnTo>
                            <a:pt x="474640" y="192152"/>
                          </a:lnTo>
                          <a:cubicBezTo>
                            <a:pt x="484212" y="192152"/>
                            <a:pt x="491998" y="199940"/>
                            <a:pt x="491998" y="209512"/>
                          </a:cubicBezTo>
                          <a:close/>
                          <a:moveTo>
                            <a:pt x="172758" y="281129"/>
                          </a:moveTo>
                          <a:cubicBezTo>
                            <a:pt x="163186" y="281129"/>
                            <a:pt x="155400" y="273342"/>
                            <a:pt x="155400" y="263770"/>
                          </a:cubicBezTo>
                          <a:lnTo>
                            <a:pt x="155400" y="209510"/>
                          </a:lnTo>
                          <a:cubicBezTo>
                            <a:pt x="155400" y="199938"/>
                            <a:pt x="163187" y="192152"/>
                            <a:pt x="172758" y="192152"/>
                          </a:cubicBezTo>
                          <a:lnTo>
                            <a:pt x="188588" y="192152"/>
                          </a:lnTo>
                          <a:cubicBezTo>
                            <a:pt x="188588" y="192227"/>
                            <a:pt x="188578" y="192300"/>
                            <a:pt x="188578" y="192375"/>
                          </a:cubicBezTo>
                          <a:lnTo>
                            <a:pt x="188578" y="259495"/>
                          </a:lnTo>
                          <a:cubicBezTo>
                            <a:pt x="188578" y="266809"/>
                            <a:pt x="189189" y="274039"/>
                            <a:pt x="190361" y="281129"/>
                          </a:cubicBezTo>
                          <a:lnTo>
                            <a:pt x="172758" y="281129"/>
                          </a:lnTo>
                          <a:close/>
                          <a:moveTo>
                            <a:pt x="189086" y="166838"/>
                          </a:moveTo>
                          <a:lnTo>
                            <a:pt x="172758" y="166838"/>
                          </a:lnTo>
                          <a:cubicBezTo>
                            <a:pt x="171981" y="166838"/>
                            <a:pt x="171209" y="166863"/>
                            <a:pt x="170442" y="166903"/>
                          </a:cubicBezTo>
                          <a:cubicBezTo>
                            <a:pt x="176871" y="87753"/>
                            <a:pt x="243277" y="25313"/>
                            <a:pt x="323986" y="25313"/>
                          </a:cubicBezTo>
                          <a:cubicBezTo>
                            <a:pt x="404711" y="25313"/>
                            <a:pt x="471128" y="87777"/>
                            <a:pt x="477534" y="166949"/>
                          </a:cubicBezTo>
                          <a:cubicBezTo>
                            <a:pt x="476576" y="166884"/>
                            <a:pt x="475613" y="166840"/>
                            <a:pt x="474640" y="166840"/>
                          </a:cubicBezTo>
                          <a:lnTo>
                            <a:pt x="459207" y="166840"/>
                          </a:lnTo>
                          <a:cubicBezTo>
                            <a:pt x="459073" y="166290"/>
                            <a:pt x="458904" y="165754"/>
                            <a:pt x="458700" y="165235"/>
                          </a:cubicBezTo>
                          <a:cubicBezTo>
                            <a:pt x="452226" y="96541"/>
                            <a:pt x="394275" y="42609"/>
                            <a:pt x="323965" y="42609"/>
                          </a:cubicBezTo>
                          <a:cubicBezTo>
                            <a:pt x="253109" y="42609"/>
                            <a:pt x="194802" y="97381"/>
                            <a:pt x="189086" y="166838"/>
                          </a:cubicBezTo>
                          <a:close/>
                          <a:moveTo>
                            <a:pt x="213931" y="178054"/>
                          </a:moveTo>
                          <a:cubicBezTo>
                            <a:pt x="213931" y="117329"/>
                            <a:pt x="263292" y="67922"/>
                            <a:pt x="323965" y="67922"/>
                          </a:cubicBezTo>
                          <a:cubicBezTo>
                            <a:pt x="372027" y="67922"/>
                            <a:pt x="412984" y="98926"/>
                            <a:pt x="427936" y="141999"/>
                          </a:cubicBezTo>
                          <a:lnTo>
                            <a:pt x="397330" y="163096"/>
                          </a:lnTo>
                          <a:cubicBezTo>
                            <a:pt x="381556" y="173970"/>
                            <a:pt x="363090" y="179719"/>
                            <a:pt x="343929" y="179719"/>
                          </a:cubicBezTo>
                          <a:lnTo>
                            <a:pt x="213810" y="179719"/>
                          </a:lnTo>
                          <a:cubicBezTo>
                            <a:pt x="213882" y="179172"/>
                            <a:pt x="213931" y="178620"/>
                            <a:pt x="213931" y="178054"/>
                          </a:cubicBezTo>
                          <a:close/>
                          <a:moveTo>
                            <a:pt x="213891" y="259495"/>
                          </a:moveTo>
                          <a:lnTo>
                            <a:pt x="213891" y="205031"/>
                          </a:lnTo>
                          <a:lnTo>
                            <a:pt x="343929" y="205031"/>
                          </a:lnTo>
                          <a:cubicBezTo>
                            <a:pt x="368244" y="205031"/>
                            <a:pt x="391678" y="197736"/>
                            <a:pt x="411696" y="183937"/>
                          </a:cubicBezTo>
                          <a:lnTo>
                            <a:pt x="433609" y="168832"/>
                          </a:lnTo>
                          <a:cubicBezTo>
                            <a:pt x="433863" y="171873"/>
                            <a:pt x="433998" y="174947"/>
                            <a:pt x="433998" y="178053"/>
                          </a:cubicBezTo>
                          <a:cubicBezTo>
                            <a:pt x="433998" y="178948"/>
                            <a:pt x="434093" y="179819"/>
                            <a:pt x="434270" y="180662"/>
                          </a:cubicBezTo>
                          <a:lnTo>
                            <a:pt x="434270" y="259495"/>
                          </a:lnTo>
                          <a:cubicBezTo>
                            <a:pt x="434270" y="275937"/>
                            <a:pt x="430488" y="291866"/>
                            <a:pt x="423574" y="306226"/>
                          </a:cubicBezTo>
                          <a:lnTo>
                            <a:pt x="373825" y="306226"/>
                          </a:lnTo>
                          <a:cubicBezTo>
                            <a:pt x="372075" y="292759"/>
                            <a:pt x="360539" y="282323"/>
                            <a:pt x="346604" y="282323"/>
                          </a:cubicBezTo>
                          <a:lnTo>
                            <a:pt x="317286" y="282323"/>
                          </a:lnTo>
                          <a:cubicBezTo>
                            <a:pt x="302145" y="282323"/>
                            <a:pt x="289827" y="294640"/>
                            <a:pt x="289827" y="309781"/>
                          </a:cubicBezTo>
                          <a:lnTo>
                            <a:pt x="289827" y="322926"/>
                          </a:lnTo>
                          <a:cubicBezTo>
                            <a:pt x="289827" y="338066"/>
                            <a:pt x="302145" y="350384"/>
                            <a:pt x="317286" y="350384"/>
                          </a:cubicBezTo>
                          <a:lnTo>
                            <a:pt x="346604" y="350384"/>
                          </a:lnTo>
                          <a:cubicBezTo>
                            <a:pt x="358736" y="350384"/>
                            <a:pt x="369050" y="342471"/>
                            <a:pt x="372672" y="331537"/>
                          </a:cubicBezTo>
                          <a:lnTo>
                            <a:pt x="406639" y="331537"/>
                          </a:lnTo>
                          <a:cubicBezTo>
                            <a:pt x="398953" y="340108"/>
                            <a:pt x="389852" y="347517"/>
                            <a:pt x="379552" y="353349"/>
                          </a:cubicBezTo>
                          <a:cubicBezTo>
                            <a:pt x="345379" y="372747"/>
                            <a:pt x="302911" y="372773"/>
                            <a:pt x="268653" y="353373"/>
                          </a:cubicBezTo>
                          <a:lnTo>
                            <a:pt x="268599" y="353344"/>
                          </a:lnTo>
                          <a:cubicBezTo>
                            <a:pt x="234853" y="334235"/>
                            <a:pt x="213891" y="298274"/>
                            <a:pt x="213891" y="259495"/>
                          </a:cubicBezTo>
                          <a:close/>
                          <a:moveTo>
                            <a:pt x="348751" y="309781"/>
                          </a:moveTo>
                          <a:lnTo>
                            <a:pt x="348751" y="322926"/>
                          </a:lnTo>
                          <a:cubicBezTo>
                            <a:pt x="348751" y="324110"/>
                            <a:pt x="347787" y="325072"/>
                            <a:pt x="346604" y="325072"/>
                          </a:cubicBezTo>
                          <a:lnTo>
                            <a:pt x="317286" y="325072"/>
                          </a:lnTo>
                          <a:cubicBezTo>
                            <a:pt x="316103" y="325072"/>
                            <a:pt x="315139" y="324109"/>
                            <a:pt x="315139" y="322926"/>
                          </a:cubicBezTo>
                          <a:lnTo>
                            <a:pt x="315139" y="309781"/>
                          </a:lnTo>
                          <a:cubicBezTo>
                            <a:pt x="315139" y="308597"/>
                            <a:pt x="316103" y="307635"/>
                            <a:pt x="317286" y="307635"/>
                          </a:cubicBezTo>
                          <a:lnTo>
                            <a:pt x="346604" y="307635"/>
                          </a:lnTo>
                          <a:cubicBezTo>
                            <a:pt x="347787" y="307635"/>
                            <a:pt x="348751" y="308599"/>
                            <a:pt x="348751" y="309781"/>
                          </a:cubicBezTo>
                          <a:close/>
                          <a:moveTo>
                            <a:pt x="93656" y="592313"/>
                          </a:moveTo>
                          <a:lnTo>
                            <a:pt x="93656" y="561888"/>
                          </a:lnTo>
                          <a:cubicBezTo>
                            <a:pt x="93656" y="513964"/>
                            <a:pt x="125959" y="471728"/>
                            <a:pt x="172211" y="459179"/>
                          </a:cubicBezTo>
                          <a:lnTo>
                            <a:pt x="259667" y="435448"/>
                          </a:lnTo>
                          <a:lnTo>
                            <a:pt x="307313" y="592313"/>
                          </a:lnTo>
                          <a:lnTo>
                            <a:pt x="93656" y="592313"/>
                          </a:lnTo>
                          <a:close/>
                          <a:moveTo>
                            <a:pt x="280864" y="418137"/>
                          </a:moveTo>
                          <a:lnTo>
                            <a:pt x="280864" y="386313"/>
                          </a:lnTo>
                          <a:cubicBezTo>
                            <a:pt x="294863" y="390911"/>
                            <a:pt x="309472" y="393212"/>
                            <a:pt x="324082" y="393212"/>
                          </a:cubicBezTo>
                          <a:cubicBezTo>
                            <a:pt x="338599" y="393212"/>
                            <a:pt x="353114" y="390935"/>
                            <a:pt x="367031" y="386397"/>
                          </a:cubicBezTo>
                          <a:lnTo>
                            <a:pt x="367031" y="418142"/>
                          </a:lnTo>
                          <a:lnTo>
                            <a:pt x="323989" y="560120"/>
                          </a:lnTo>
                          <a:lnTo>
                            <a:pt x="280864" y="418137"/>
                          </a:lnTo>
                          <a:close/>
                          <a:moveTo>
                            <a:pt x="554330" y="592313"/>
                          </a:moveTo>
                          <a:lnTo>
                            <a:pt x="340678" y="592313"/>
                          </a:lnTo>
                          <a:lnTo>
                            <a:pt x="388234" y="435448"/>
                          </a:lnTo>
                          <a:lnTo>
                            <a:pt x="475764" y="459185"/>
                          </a:lnTo>
                          <a:cubicBezTo>
                            <a:pt x="522030" y="471731"/>
                            <a:pt x="554339" y="513974"/>
                            <a:pt x="554334" y="561911"/>
                          </a:cubicBezTo>
                          <a:lnTo>
                            <a:pt x="554330" y="592313"/>
                          </a:ln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51" name="Google Shape;951;g3bb050f2e20_0_94"/>
                    <p:cNvSpPr/>
                    <p:nvPr/>
                  </p:nvSpPr>
                  <p:spPr>
                    <a:xfrm>
                      <a:off x="1108559" y="8957674"/>
                      <a:ext cx="17592" cy="17592"/>
                    </a:xfrm>
                    <a:custGeom>
                      <a:rect b="b" l="l" r="r" t="t"/>
                      <a:pathLst>
                        <a:path extrusionOk="0" h="25312" w="25312">
                          <a:moveTo>
                            <a:pt x="21604" y="3708"/>
                          </a:moveTo>
                          <a:cubicBezTo>
                            <a:pt x="19250" y="1353"/>
                            <a:pt x="15985" y="0"/>
                            <a:pt x="12656" y="0"/>
                          </a:cubicBezTo>
                          <a:cubicBezTo>
                            <a:pt x="9328" y="0"/>
                            <a:pt x="6062" y="1353"/>
                            <a:pt x="3708" y="3708"/>
                          </a:cubicBezTo>
                          <a:cubicBezTo>
                            <a:pt x="1354" y="6064"/>
                            <a:pt x="0" y="9328"/>
                            <a:pt x="0" y="12656"/>
                          </a:cubicBezTo>
                          <a:cubicBezTo>
                            <a:pt x="0" y="15985"/>
                            <a:pt x="1354" y="19250"/>
                            <a:pt x="3708" y="21603"/>
                          </a:cubicBezTo>
                          <a:cubicBezTo>
                            <a:pt x="6062" y="23957"/>
                            <a:pt x="9328" y="25313"/>
                            <a:pt x="12656" y="25313"/>
                          </a:cubicBezTo>
                          <a:cubicBezTo>
                            <a:pt x="15985" y="25313"/>
                            <a:pt x="19250" y="23958"/>
                            <a:pt x="21604" y="21603"/>
                          </a:cubicBezTo>
                          <a:cubicBezTo>
                            <a:pt x="23958" y="19250"/>
                            <a:pt x="25313" y="15985"/>
                            <a:pt x="25313" y="12656"/>
                          </a:cubicBezTo>
                          <a:cubicBezTo>
                            <a:pt x="25313" y="9314"/>
                            <a:pt x="23958" y="6062"/>
                            <a:pt x="21604" y="3708"/>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52" name="Google Shape;952;g3bb050f2e20_0_94"/>
                    <p:cNvSpPr/>
                    <p:nvPr/>
                  </p:nvSpPr>
                  <p:spPr>
                    <a:xfrm>
                      <a:off x="1044574" y="8957674"/>
                      <a:ext cx="51896" cy="17592"/>
                    </a:xfrm>
                    <a:custGeom>
                      <a:rect b="b" l="l" r="r" t="t"/>
                      <a:pathLst>
                        <a:path extrusionOk="0" h="25312" w="74671">
                          <a:moveTo>
                            <a:pt x="62016" y="0"/>
                          </a:moveTo>
                          <a:lnTo>
                            <a:pt x="12656" y="0"/>
                          </a:lnTo>
                          <a:cubicBezTo>
                            <a:pt x="5666" y="0"/>
                            <a:pt x="0" y="5667"/>
                            <a:pt x="0" y="12656"/>
                          </a:cubicBezTo>
                          <a:cubicBezTo>
                            <a:pt x="0" y="19645"/>
                            <a:pt x="5666" y="25313"/>
                            <a:pt x="12656" y="25313"/>
                          </a:cubicBezTo>
                          <a:lnTo>
                            <a:pt x="62016" y="25313"/>
                          </a:lnTo>
                          <a:cubicBezTo>
                            <a:pt x="69006" y="25313"/>
                            <a:pt x="74672" y="19645"/>
                            <a:pt x="74672" y="12656"/>
                          </a:cubicBezTo>
                          <a:cubicBezTo>
                            <a:pt x="74672" y="5667"/>
                            <a:pt x="69006" y="0"/>
                            <a:pt x="62016"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grpSp>
              <p:grpSp>
                <p:nvGrpSpPr>
                  <p:cNvPr id="953" name="Google Shape;953;g3bb050f2e20_0_94"/>
                  <p:cNvGrpSpPr/>
                  <p:nvPr/>
                </p:nvGrpSpPr>
                <p:grpSpPr>
                  <a:xfrm>
                    <a:off x="1669359" y="8571256"/>
                    <a:ext cx="424015" cy="439293"/>
                    <a:chOff x="1669359" y="8571256"/>
                    <a:chExt cx="424015" cy="439293"/>
                  </a:xfrm>
                </p:grpSpPr>
                <p:sp>
                  <p:nvSpPr>
                    <p:cNvPr id="954" name="Google Shape;954;g3bb050f2e20_0_94"/>
                    <p:cNvSpPr/>
                    <p:nvPr/>
                  </p:nvSpPr>
                  <p:spPr>
                    <a:xfrm>
                      <a:off x="1865983" y="8571256"/>
                      <a:ext cx="227391" cy="181731"/>
                    </a:xfrm>
                    <a:custGeom>
                      <a:rect b="b" l="l" r="r" t="t"/>
                      <a:pathLst>
                        <a:path extrusionOk="0" h="291938" w="365286">
                          <a:moveTo>
                            <a:pt x="349166" y="0"/>
                          </a:moveTo>
                          <a:lnTo>
                            <a:pt x="16120" y="0"/>
                          </a:lnTo>
                          <a:cubicBezTo>
                            <a:pt x="7254" y="0"/>
                            <a:pt x="0" y="7254"/>
                            <a:pt x="0" y="16120"/>
                          </a:cubicBezTo>
                          <a:lnTo>
                            <a:pt x="0" y="224234"/>
                          </a:lnTo>
                          <a:cubicBezTo>
                            <a:pt x="0" y="233100"/>
                            <a:pt x="7254" y="240354"/>
                            <a:pt x="16120" y="240354"/>
                          </a:cubicBezTo>
                          <a:lnTo>
                            <a:pt x="55615" y="240354"/>
                          </a:lnTo>
                          <a:lnTo>
                            <a:pt x="54648" y="275335"/>
                          </a:lnTo>
                          <a:cubicBezTo>
                            <a:pt x="54487" y="281138"/>
                            <a:pt x="57549" y="286780"/>
                            <a:pt x="62547" y="289682"/>
                          </a:cubicBezTo>
                          <a:cubicBezTo>
                            <a:pt x="65126" y="291133"/>
                            <a:pt x="67866" y="291939"/>
                            <a:pt x="70768" y="291939"/>
                          </a:cubicBezTo>
                          <a:cubicBezTo>
                            <a:pt x="73670" y="291939"/>
                            <a:pt x="76410" y="291133"/>
                            <a:pt x="78990" y="289682"/>
                          </a:cubicBezTo>
                          <a:lnTo>
                            <a:pt x="161526" y="240354"/>
                          </a:lnTo>
                          <a:lnTo>
                            <a:pt x="349166" y="240354"/>
                          </a:lnTo>
                          <a:cubicBezTo>
                            <a:pt x="358032" y="240354"/>
                            <a:pt x="365286" y="233100"/>
                            <a:pt x="365286" y="224234"/>
                          </a:cubicBezTo>
                          <a:lnTo>
                            <a:pt x="365286" y="16120"/>
                          </a:lnTo>
                          <a:cubicBezTo>
                            <a:pt x="365286" y="7254"/>
                            <a:pt x="358032" y="0"/>
                            <a:pt x="349166" y="0"/>
                          </a:cubicBezTo>
                          <a:close/>
                          <a:moveTo>
                            <a:pt x="157012" y="208113"/>
                          </a:moveTo>
                          <a:cubicBezTo>
                            <a:pt x="154110" y="208113"/>
                            <a:pt x="151209" y="208919"/>
                            <a:pt x="148790" y="210370"/>
                          </a:cubicBezTo>
                          <a:lnTo>
                            <a:pt x="87694" y="246802"/>
                          </a:lnTo>
                          <a:lnTo>
                            <a:pt x="88339" y="224717"/>
                          </a:lnTo>
                          <a:cubicBezTo>
                            <a:pt x="88501" y="220365"/>
                            <a:pt x="86888" y="216173"/>
                            <a:pt x="83826" y="212949"/>
                          </a:cubicBezTo>
                          <a:cubicBezTo>
                            <a:pt x="80763" y="209886"/>
                            <a:pt x="76571" y="208113"/>
                            <a:pt x="72219" y="208113"/>
                          </a:cubicBezTo>
                          <a:lnTo>
                            <a:pt x="32241" y="208113"/>
                          </a:lnTo>
                          <a:lnTo>
                            <a:pt x="32241" y="32241"/>
                          </a:lnTo>
                          <a:lnTo>
                            <a:pt x="333046" y="32241"/>
                          </a:lnTo>
                          <a:lnTo>
                            <a:pt x="333046" y="208113"/>
                          </a:lnTo>
                          <a:lnTo>
                            <a:pt x="157012" y="208113"/>
                          </a:ln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55" name="Google Shape;955;g3bb050f2e20_0_94"/>
                    <p:cNvSpPr/>
                    <p:nvPr/>
                  </p:nvSpPr>
                  <p:spPr>
                    <a:xfrm>
                      <a:off x="2037165" y="8616406"/>
                      <a:ext cx="20069" cy="20094"/>
                    </a:xfrm>
                    <a:custGeom>
                      <a:rect b="b" l="l" r="r" t="t"/>
                      <a:pathLst>
                        <a:path extrusionOk="0" h="32280" w="32240">
                          <a:moveTo>
                            <a:pt x="27405" y="4715"/>
                          </a:moveTo>
                          <a:cubicBezTo>
                            <a:pt x="26599" y="3909"/>
                            <a:pt x="25793" y="3264"/>
                            <a:pt x="24986" y="2781"/>
                          </a:cubicBezTo>
                          <a:cubicBezTo>
                            <a:pt x="24180" y="2136"/>
                            <a:pt x="23213" y="1652"/>
                            <a:pt x="22246" y="1330"/>
                          </a:cubicBezTo>
                          <a:cubicBezTo>
                            <a:pt x="21279" y="1008"/>
                            <a:pt x="20312" y="685"/>
                            <a:pt x="19183" y="363"/>
                          </a:cubicBezTo>
                          <a:cubicBezTo>
                            <a:pt x="17088" y="-121"/>
                            <a:pt x="14992" y="-121"/>
                            <a:pt x="12896" y="363"/>
                          </a:cubicBezTo>
                          <a:cubicBezTo>
                            <a:pt x="11929" y="524"/>
                            <a:pt x="10801" y="846"/>
                            <a:pt x="9833" y="1330"/>
                          </a:cubicBezTo>
                          <a:cubicBezTo>
                            <a:pt x="8866" y="1652"/>
                            <a:pt x="7899" y="2297"/>
                            <a:pt x="7093" y="2781"/>
                          </a:cubicBezTo>
                          <a:cubicBezTo>
                            <a:pt x="6287" y="3426"/>
                            <a:pt x="5320" y="4070"/>
                            <a:pt x="4675" y="4715"/>
                          </a:cubicBezTo>
                          <a:cubicBezTo>
                            <a:pt x="3869" y="5521"/>
                            <a:pt x="3224" y="6327"/>
                            <a:pt x="2740" y="7133"/>
                          </a:cubicBezTo>
                          <a:cubicBezTo>
                            <a:pt x="2096" y="7939"/>
                            <a:pt x="1612" y="8906"/>
                            <a:pt x="1290" y="9874"/>
                          </a:cubicBezTo>
                          <a:cubicBezTo>
                            <a:pt x="967" y="10841"/>
                            <a:pt x="645" y="11808"/>
                            <a:pt x="322" y="12937"/>
                          </a:cubicBezTo>
                          <a:cubicBezTo>
                            <a:pt x="161" y="13904"/>
                            <a:pt x="0" y="15032"/>
                            <a:pt x="0" y="16161"/>
                          </a:cubicBezTo>
                          <a:cubicBezTo>
                            <a:pt x="0" y="17289"/>
                            <a:pt x="161" y="18256"/>
                            <a:pt x="322" y="19385"/>
                          </a:cubicBezTo>
                          <a:cubicBezTo>
                            <a:pt x="484" y="20352"/>
                            <a:pt x="806" y="21480"/>
                            <a:pt x="1290" y="22448"/>
                          </a:cubicBezTo>
                          <a:cubicBezTo>
                            <a:pt x="1773" y="23415"/>
                            <a:pt x="2257" y="24382"/>
                            <a:pt x="2740" y="25188"/>
                          </a:cubicBezTo>
                          <a:cubicBezTo>
                            <a:pt x="3385" y="25994"/>
                            <a:pt x="4030" y="26800"/>
                            <a:pt x="4675" y="27606"/>
                          </a:cubicBezTo>
                          <a:cubicBezTo>
                            <a:pt x="5481" y="28412"/>
                            <a:pt x="6287" y="29057"/>
                            <a:pt x="7093" y="29540"/>
                          </a:cubicBezTo>
                          <a:cubicBezTo>
                            <a:pt x="7899" y="30185"/>
                            <a:pt x="8866" y="30669"/>
                            <a:pt x="9833" y="30991"/>
                          </a:cubicBezTo>
                          <a:cubicBezTo>
                            <a:pt x="10801" y="31314"/>
                            <a:pt x="11768" y="31636"/>
                            <a:pt x="12896" y="31959"/>
                          </a:cubicBezTo>
                          <a:cubicBezTo>
                            <a:pt x="13863" y="32120"/>
                            <a:pt x="14992" y="32281"/>
                            <a:pt x="16120" y="32281"/>
                          </a:cubicBezTo>
                          <a:cubicBezTo>
                            <a:pt x="17088" y="32281"/>
                            <a:pt x="18216" y="32120"/>
                            <a:pt x="19344" y="31959"/>
                          </a:cubicBezTo>
                          <a:cubicBezTo>
                            <a:pt x="20312" y="31797"/>
                            <a:pt x="21440" y="31475"/>
                            <a:pt x="22407" y="30991"/>
                          </a:cubicBezTo>
                          <a:cubicBezTo>
                            <a:pt x="23374" y="30508"/>
                            <a:pt x="24342" y="30024"/>
                            <a:pt x="25148" y="29540"/>
                          </a:cubicBezTo>
                          <a:cubicBezTo>
                            <a:pt x="25954" y="28896"/>
                            <a:pt x="26921" y="28251"/>
                            <a:pt x="27566" y="27606"/>
                          </a:cubicBezTo>
                          <a:cubicBezTo>
                            <a:pt x="28372" y="26800"/>
                            <a:pt x="29017" y="25994"/>
                            <a:pt x="29500" y="25188"/>
                          </a:cubicBezTo>
                          <a:cubicBezTo>
                            <a:pt x="30145" y="24221"/>
                            <a:pt x="30629" y="23415"/>
                            <a:pt x="30951" y="22448"/>
                          </a:cubicBezTo>
                          <a:cubicBezTo>
                            <a:pt x="31273" y="21480"/>
                            <a:pt x="31596" y="20513"/>
                            <a:pt x="31918" y="19385"/>
                          </a:cubicBezTo>
                          <a:cubicBezTo>
                            <a:pt x="32079" y="18256"/>
                            <a:pt x="32241" y="17289"/>
                            <a:pt x="32241" y="16161"/>
                          </a:cubicBezTo>
                          <a:cubicBezTo>
                            <a:pt x="32079" y="11969"/>
                            <a:pt x="30467" y="7778"/>
                            <a:pt x="27405" y="4715"/>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56" name="Google Shape;956;g3bb050f2e20_0_94"/>
                    <p:cNvSpPr/>
                    <p:nvPr/>
                  </p:nvSpPr>
                  <p:spPr>
                    <a:xfrm>
                      <a:off x="1901742" y="8616431"/>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643" y="0"/>
                            <a:pt x="173777"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57" name="Google Shape;957;g3bb050f2e20_0_94"/>
                    <p:cNvSpPr/>
                    <p:nvPr/>
                  </p:nvSpPr>
                  <p:spPr>
                    <a:xfrm>
                      <a:off x="1901842" y="8656388"/>
                      <a:ext cx="20069" cy="19978"/>
                    </a:xfrm>
                    <a:custGeom>
                      <a:rect b="b" l="l" r="r" t="t"/>
                      <a:pathLst>
                        <a:path extrusionOk="0" h="32093" w="32240">
                          <a:moveTo>
                            <a:pt x="31757" y="12910"/>
                          </a:moveTo>
                          <a:cubicBezTo>
                            <a:pt x="31596" y="11943"/>
                            <a:pt x="31273" y="10815"/>
                            <a:pt x="30790" y="9848"/>
                          </a:cubicBezTo>
                          <a:cubicBezTo>
                            <a:pt x="30467" y="8880"/>
                            <a:pt x="29823" y="7913"/>
                            <a:pt x="29339" y="7107"/>
                          </a:cubicBezTo>
                          <a:cubicBezTo>
                            <a:pt x="28694" y="6301"/>
                            <a:pt x="28049" y="5334"/>
                            <a:pt x="27405" y="4689"/>
                          </a:cubicBezTo>
                          <a:cubicBezTo>
                            <a:pt x="23697" y="981"/>
                            <a:pt x="18055" y="-792"/>
                            <a:pt x="12896" y="337"/>
                          </a:cubicBezTo>
                          <a:cubicBezTo>
                            <a:pt x="11929" y="498"/>
                            <a:pt x="10801" y="820"/>
                            <a:pt x="9833" y="1304"/>
                          </a:cubicBezTo>
                          <a:cubicBezTo>
                            <a:pt x="8866" y="1626"/>
                            <a:pt x="7899" y="2271"/>
                            <a:pt x="7093" y="2755"/>
                          </a:cubicBezTo>
                          <a:cubicBezTo>
                            <a:pt x="6287" y="3399"/>
                            <a:pt x="5320" y="4044"/>
                            <a:pt x="4675" y="4689"/>
                          </a:cubicBezTo>
                          <a:cubicBezTo>
                            <a:pt x="3869" y="5495"/>
                            <a:pt x="3224" y="6301"/>
                            <a:pt x="2740" y="7107"/>
                          </a:cubicBezTo>
                          <a:cubicBezTo>
                            <a:pt x="2096" y="8074"/>
                            <a:pt x="1612" y="8880"/>
                            <a:pt x="1290" y="9848"/>
                          </a:cubicBezTo>
                          <a:cubicBezTo>
                            <a:pt x="967" y="10815"/>
                            <a:pt x="484" y="11782"/>
                            <a:pt x="322" y="12910"/>
                          </a:cubicBezTo>
                          <a:cubicBezTo>
                            <a:pt x="161" y="13878"/>
                            <a:pt x="0" y="15006"/>
                            <a:pt x="0" y="16135"/>
                          </a:cubicBezTo>
                          <a:cubicBezTo>
                            <a:pt x="0" y="17102"/>
                            <a:pt x="161" y="18230"/>
                            <a:pt x="322" y="19197"/>
                          </a:cubicBezTo>
                          <a:cubicBezTo>
                            <a:pt x="484" y="20165"/>
                            <a:pt x="806" y="21293"/>
                            <a:pt x="1290" y="22260"/>
                          </a:cubicBezTo>
                          <a:cubicBezTo>
                            <a:pt x="1612" y="23227"/>
                            <a:pt x="2096" y="24195"/>
                            <a:pt x="2740" y="25001"/>
                          </a:cubicBezTo>
                          <a:cubicBezTo>
                            <a:pt x="3385" y="25807"/>
                            <a:pt x="4030" y="26774"/>
                            <a:pt x="4675" y="27419"/>
                          </a:cubicBezTo>
                          <a:cubicBezTo>
                            <a:pt x="5481" y="28225"/>
                            <a:pt x="6287" y="28870"/>
                            <a:pt x="7093" y="29353"/>
                          </a:cubicBezTo>
                          <a:cubicBezTo>
                            <a:pt x="7899" y="29998"/>
                            <a:pt x="8866" y="30482"/>
                            <a:pt x="9833" y="30804"/>
                          </a:cubicBezTo>
                          <a:cubicBezTo>
                            <a:pt x="10801" y="31126"/>
                            <a:pt x="11768" y="31449"/>
                            <a:pt x="12896" y="31771"/>
                          </a:cubicBezTo>
                          <a:cubicBezTo>
                            <a:pt x="13863" y="31932"/>
                            <a:pt x="14992" y="32094"/>
                            <a:pt x="16120" y="32094"/>
                          </a:cubicBezTo>
                          <a:cubicBezTo>
                            <a:pt x="20312" y="32094"/>
                            <a:pt x="24503" y="30320"/>
                            <a:pt x="27566" y="27419"/>
                          </a:cubicBezTo>
                          <a:cubicBezTo>
                            <a:pt x="28372" y="26613"/>
                            <a:pt x="29017" y="25807"/>
                            <a:pt x="29500" y="25001"/>
                          </a:cubicBezTo>
                          <a:cubicBezTo>
                            <a:pt x="30145" y="24195"/>
                            <a:pt x="30629" y="23227"/>
                            <a:pt x="30951" y="22260"/>
                          </a:cubicBezTo>
                          <a:cubicBezTo>
                            <a:pt x="31273" y="21293"/>
                            <a:pt x="31596" y="20326"/>
                            <a:pt x="31918" y="19197"/>
                          </a:cubicBezTo>
                          <a:cubicBezTo>
                            <a:pt x="32079" y="18230"/>
                            <a:pt x="32241" y="17102"/>
                            <a:pt x="32241" y="16135"/>
                          </a:cubicBezTo>
                          <a:cubicBezTo>
                            <a:pt x="32079" y="15006"/>
                            <a:pt x="31918" y="13878"/>
                            <a:pt x="31757" y="1291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58" name="Google Shape;958;g3bb050f2e20_0_94"/>
                    <p:cNvSpPr/>
                    <p:nvPr/>
                  </p:nvSpPr>
                  <p:spPr>
                    <a:xfrm>
                      <a:off x="1939103" y="8656396"/>
                      <a:ext cx="118211" cy="20069"/>
                    </a:xfrm>
                    <a:custGeom>
                      <a:rect b="b" l="l" r="r" t="t"/>
                      <a:pathLst>
                        <a:path extrusionOk="0" h="32240" w="189897">
                          <a:moveTo>
                            <a:pt x="173777" y="0"/>
                          </a:moveTo>
                          <a:lnTo>
                            <a:pt x="16120" y="0"/>
                          </a:lnTo>
                          <a:cubicBezTo>
                            <a:pt x="7254" y="0"/>
                            <a:pt x="0" y="7254"/>
                            <a:pt x="0" y="16120"/>
                          </a:cubicBezTo>
                          <a:cubicBezTo>
                            <a:pt x="0" y="24986"/>
                            <a:pt x="7254" y="32241"/>
                            <a:pt x="16120" y="32241"/>
                          </a:cubicBezTo>
                          <a:lnTo>
                            <a:pt x="173777" y="32241"/>
                          </a:lnTo>
                          <a:cubicBezTo>
                            <a:pt x="182643" y="32241"/>
                            <a:pt x="189897" y="24986"/>
                            <a:pt x="189897" y="16120"/>
                          </a:cubicBezTo>
                          <a:cubicBezTo>
                            <a:pt x="189897" y="7254"/>
                            <a:pt x="182804" y="0"/>
                            <a:pt x="173777" y="0"/>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sp>
                  <p:nvSpPr>
                    <p:cNvPr id="959" name="Google Shape;959;g3bb050f2e20_0_94"/>
                    <p:cNvSpPr/>
                    <p:nvPr/>
                  </p:nvSpPr>
                  <p:spPr>
                    <a:xfrm>
                      <a:off x="1669359" y="8699367"/>
                      <a:ext cx="227491" cy="311182"/>
                    </a:xfrm>
                    <a:custGeom>
                      <a:rect b="b" l="l" r="r" t="t"/>
                      <a:pathLst>
                        <a:path extrusionOk="0" h="499890" w="365447">
                          <a:moveTo>
                            <a:pt x="365448" y="397527"/>
                          </a:moveTo>
                          <a:cubicBezTo>
                            <a:pt x="365448" y="366576"/>
                            <a:pt x="340300" y="341428"/>
                            <a:pt x="309349" y="341428"/>
                          </a:cubicBezTo>
                          <a:lnTo>
                            <a:pt x="248898" y="341428"/>
                          </a:lnTo>
                          <a:lnTo>
                            <a:pt x="240193" y="317087"/>
                          </a:lnTo>
                          <a:cubicBezTo>
                            <a:pt x="280816" y="295163"/>
                            <a:pt x="306286" y="253089"/>
                            <a:pt x="306286" y="206018"/>
                          </a:cubicBezTo>
                          <a:lnTo>
                            <a:pt x="306286" y="205856"/>
                          </a:lnTo>
                          <a:cubicBezTo>
                            <a:pt x="313863" y="185867"/>
                            <a:pt x="345136" y="95432"/>
                            <a:pt x="313379" y="54325"/>
                          </a:cubicBezTo>
                          <a:cubicBezTo>
                            <a:pt x="313379" y="54325"/>
                            <a:pt x="313379" y="54325"/>
                            <a:pt x="313379" y="54164"/>
                          </a:cubicBezTo>
                          <a:cubicBezTo>
                            <a:pt x="299032" y="35787"/>
                            <a:pt x="273401" y="30790"/>
                            <a:pt x="260504" y="30629"/>
                          </a:cubicBezTo>
                          <a:cubicBezTo>
                            <a:pt x="241805" y="30467"/>
                            <a:pt x="222138" y="24019"/>
                            <a:pt x="203761" y="12251"/>
                          </a:cubicBezTo>
                          <a:cubicBezTo>
                            <a:pt x="191187" y="4191"/>
                            <a:pt x="177485" y="0"/>
                            <a:pt x="163299" y="0"/>
                          </a:cubicBezTo>
                          <a:cubicBezTo>
                            <a:pt x="80924" y="0"/>
                            <a:pt x="37883" y="64965"/>
                            <a:pt x="37883" y="129124"/>
                          </a:cubicBezTo>
                          <a:cubicBezTo>
                            <a:pt x="37883" y="177968"/>
                            <a:pt x="48200" y="200376"/>
                            <a:pt x="53358" y="208436"/>
                          </a:cubicBezTo>
                          <a:cubicBezTo>
                            <a:pt x="54164" y="254540"/>
                            <a:pt x="79473" y="295647"/>
                            <a:pt x="119452" y="317248"/>
                          </a:cubicBezTo>
                          <a:lnTo>
                            <a:pt x="110747" y="341589"/>
                          </a:lnTo>
                          <a:lnTo>
                            <a:pt x="56099" y="341589"/>
                          </a:lnTo>
                          <a:cubicBezTo>
                            <a:pt x="25148" y="341589"/>
                            <a:pt x="0" y="366737"/>
                            <a:pt x="0" y="397688"/>
                          </a:cubicBezTo>
                          <a:lnTo>
                            <a:pt x="0" y="499891"/>
                          </a:lnTo>
                          <a:lnTo>
                            <a:pt x="32241" y="499891"/>
                          </a:lnTo>
                          <a:lnTo>
                            <a:pt x="32241" y="499891"/>
                          </a:lnTo>
                          <a:lnTo>
                            <a:pt x="32241" y="450402"/>
                          </a:lnTo>
                          <a:lnTo>
                            <a:pt x="32241" y="397366"/>
                          </a:lnTo>
                          <a:cubicBezTo>
                            <a:pt x="32241" y="384147"/>
                            <a:pt x="42880" y="373508"/>
                            <a:pt x="56099" y="373508"/>
                          </a:cubicBezTo>
                          <a:lnTo>
                            <a:pt x="114454" y="373508"/>
                          </a:lnTo>
                          <a:cubicBezTo>
                            <a:pt x="114938" y="374152"/>
                            <a:pt x="115583" y="374636"/>
                            <a:pt x="116227" y="375281"/>
                          </a:cubicBezTo>
                          <a:cubicBezTo>
                            <a:pt x="116711" y="375765"/>
                            <a:pt x="117033" y="376248"/>
                            <a:pt x="117517" y="376571"/>
                          </a:cubicBezTo>
                          <a:cubicBezTo>
                            <a:pt x="118323" y="377377"/>
                            <a:pt x="119129" y="378183"/>
                            <a:pt x="119935" y="378989"/>
                          </a:cubicBezTo>
                          <a:cubicBezTo>
                            <a:pt x="120258" y="379311"/>
                            <a:pt x="120580" y="379633"/>
                            <a:pt x="120902" y="379956"/>
                          </a:cubicBezTo>
                          <a:cubicBezTo>
                            <a:pt x="122031" y="381084"/>
                            <a:pt x="123320" y="382051"/>
                            <a:pt x="124610" y="383019"/>
                          </a:cubicBezTo>
                          <a:cubicBezTo>
                            <a:pt x="124932" y="383180"/>
                            <a:pt x="125094" y="383341"/>
                            <a:pt x="125416" y="383663"/>
                          </a:cubicBezTo>
                          <a:cubicBezTo>
                            <a:pt x="126383" y="384469"/>
                            <a:pt x="127350" y="385275"/>
                            <a:pt x="128479" y="385920"/>
                          </a:cubicBezTo>
                          <a:cubicBezTo>
                            <a:pt x="128962" y="386243"/>
                            <a:pt x="129446" y="386565"/>
                            <a:pt x="129930" y="386888"/>
                          </a:cubicBezTo>
                          <a:cubicBezTo>
                            <a:pt x="130736" y="387532"/>
                            <a:pt x="131542" y="388016"/>
                            <a:pt x="132509" y="388661"/>
                          </a:cubicBezTo>
                          <a:cubicBezTo>
                            <a:pt x="132993" y="388983"/>
                            <a:pt x="133637" y="389306"/>
                            <a:pt x="134121" y="389628"/>
                          </a:cubicBezTo>
                          <a:cubicBezTo>
                            <a:pt x="134927" y="390112"/>
                            <a:pt x="135733" y="390595"/>
                            <a:pt x="136539" y="391079"/>
                          </a:cubicBezTo>
                          <a:cubicBezTo>
                            <a:pt x="137184" y="391401"/>
                            <a:pt x="137667" y="391724"/>
                            <a:pt x="138312" y="392046"/>
                          </a:cubicBezTo>
                          <a:cubicBezTo>
                            <a:pt x="139118" y="392530"/>
                            <a:pt x="139924" y="392852"/>
                            <a:pt x="140730" y="393336"/>
                          </a:cubicBezTo>
                          <a:cubicBezTo>
                            <a:pt x="141375" y="393658"/>
                            <a:pt x="142020" y="393980"/>
                            <a:pt x="142665" y="394303"/>
                          </a:cubicBezTo>
                          <a:cubicBezTo>
                            <a:pt x="143471" y="394625"/>
                            <a:pt x="144277" y="395109"/>
                            <a:pt x="145083" y="395431"/>
                          </a:cubicBezTo>
                          <a:cubicBezTo>
                            <a:pt x="145728" y="395754"/>
                            <a:pt x="146372" y="395915"/>
                            <a:pt x="147017" y="396237"/>
                          </a:cubicBezTo>
                          <a:cubicBezTo>
                            <a:pt x="147823" y="396560"/>
                            <a:pt x="148629" y="396882"/>
                            <a:pt x="149435" y="397205"/>
                          </a:cubicBezTo>
                          <a:cubicBezTo>
                            <a:pt x="150080" y="397527"/>
                            <a:pt x="150725" y="397688"/>
                            <a:pt x="151370" y="397849"/>
                          </a:cubicBezTo>
                          <a:cubicBezTo>
                            <a:pt x="152176" y="398172"/>
                            <a:pt x="152982" y="398333"/>
                            <a:pt x="153949" y="398655"/>
                          </a:cubicBezTo>
                          <a:cubicBezTo>
                            <a:pt x="154594" y="398817"/>
                            <a:pt x="155239" y="399139"/>
                            <a:pt x="156045" y="399300"/>
                          </a:cubicBezTo>
                          <a:cubicBezTo>
                            <a:pt x="156851" y="399623"/>
                            <a:pt x="157818" y="399784"/>
                            <a:pt x="158624" y="399945"/>
                          </a:cubicBezTo>
                          <a:cubicBezTo>
                            <a:pt x="159269" y="400106"/>
                            <a:pt x="159914" y="400267"/>
                            <a:pt x="160720" y="400429"/>
                          </a:cubicBezTo>
                          <a:cubicBezTo>
                            <a:pt x="161687" y="400590"/>
                            <a:pt x="162493" y="400751"/>
                            <a:pt x="163460" y="400912"/>
                          </a:cubicBezTo>
                          <a:cubicBezTo>
                            <a:pt x="164105" y="401073"/>
                            <a:pt x="164750" y="401235"/>
                            <a:pt x="165394" y="401235"/>
                          </a:cubicBezTo>
                          <a:cubicBezTo>
                            <a:pt x="166362" y="401396"/>
                            <a:pt x="167329" y="401557"/>
                            <a:pt x="168296" y="401718"/>
                          </a:cubicBezTo>
                          <a:cubicBezTo>
                            <a:pt x="168941" y="401879"/>
                            <a:pt x="169586" y="401879"/>
                            <a:pt x="170231" y="402041"/>
                          </a:cubicBezTo>
                          <a:cubicBezTo>
                            <a:pt x="171359" y="402202"/>
                            <a:pt x="172326" y="402202"/>
                            <a:pt x="173455" y="402363"/>
                          </a:cubicBezTo>
                          <a:cubicBezTo>
                            <a:pt x="173938" y="402363"/>
                            <a:pt x="174583" y="402524"/>
                            <a:pt x="175067" y="402524"/>
                          </a:cubicBezTo>
                          <a:cubicBezTo>
                            <a:pt x="176679" y="402685"/>
                            <a:pt x="178291" y="402685"/>
                            <a:pt x="179903" y="402685"/>
                          </a:cubicBezTo>
                          <a:cubicBezTo>
                            <a:pt x="179903" y="402685"/>
                            <a:pt x="179903" y="402685"/>
                            <a:pt x="179903" y="402685"/>
                          </a:cubicBezTo>
                          <a:cubicBezTo>
                            <a:pt x="181515" y="402685"/>
                            <a:pt x="183127" y="402685"/>
                            <a:pt x="184739" y="402524"/>
                          </a:cubicBezTo>
                          <a:cubicBezTo>
                            <a:pt x="185222" y="402524"/>
                            <a:pt x="185867" y="402363"/>
                            <a:pt x="186351" y="402363"/>
                          </a:cubicBezTo>
                          <a:cubicBezTo>
                            <a:pt x="187479" y="402363"/>
                            <a:pt x="188446" y="402202"/>
                            <a:pt x="189575" y="402041"/>
                          </a:cubicBezTo>
                          <a:cubicBezTo>
                            <a:pt x="190220" y="402041"/>
                            <a:pt x="190865" y="401879"/>
                            <a:pt x="191509" y="401718"/>
                          </a:cubicBezTo>
                          <a:cubicBezTo>
                            <a:pt x="192477" y="401557"/>
                            <a:pt x="193444" y="401396"/>
                            <a:pt x="194411" y="401235"/>
                          </a:cubicBezTo>
                          <a:cubicBezTo>
                            <a:pt x="195056" y="401073"/>
                            <a:pt x="195701" y="400912"/>
                            <a:pt x="196345" y="400912"/>
                          </a:cubicBezTo>
                          <a:cubicBezTo>
                            <a:pt x="197313" y="400751"/>
                            <a:pt x="198119" y="400590"/>
                            <a:pt x="199086" y="400429"/>
                          </a:cubicBezTo>
                          <a:cubicBezTo>
                            <a:pt x="199731" y="400267"/>
                            <a:pt x="200375" y="400106"/>
                            <a:pt x="201182" y="399945"/>
                          </a:cubicBezTo>
                          <a:cubicBezTo>
                            <a:pt x="201988" y="399784"/>
                            <a:pt x="202955" y="399461"/>
                            <a:pt x="203761" y="399300"/>
                          </a:cubicBezTo>
                          <a:cubicBezTo>
                            <a:pt x="204406" y="399139"/>
                            <a:pt x="205050" y="398978"/>
                            <a:pt x="205856" y="398655"/>
                          </a:cubicBezTo>
                          <a:cubicBezTo>
                            <a:pt x="206662" y="398333"/>
                            <a:pt x="207630" y="398172"/>
                            <a:pt x="208436" y="397849"/>
                          </a:cubicBezTo>
                          <a:cubicBezTo>
                            <a:pt x="209080" y="397688"/>
                            <a:pt x="209725" y="397366"/>
                            <a:pt x="210370" y="397205"/>
                          </a:cubicBezTo>
                          <a:cubicBezTo>
                            <a:pt x="211176" y="396882"/>
                            <a:pt x="211982" y="396560"/>
                            <a:pt x="212788" y="396237"/>
                          </a:cubicBezTo>
                          <a:cubicBezTo>
                            <a:pt x="213433" y="395915"/>
                            <a:pt x="214078" y="395754"/>
                            <a:pt x="214723" y="395431"/>
                          </a:cubicBezTo>
                          <a:cubicBezTo>
                            <a:pt x="215529" y="395109"/>
                            <a:pt x="216335" y="394625"/>
                            <a:pt x="217141" y="394303"/>
                          </a:cubicBezTo>
                          <a:cubicBezTo>
                            <a:pt x="217785" y="393980"/>
                            <a:pt x="218430" y="393658"/>
                            <a:pt x="219075" y="393336"/>
                          </a:cubicBezTo>
                          <a:cubicBezTo>
                            <a:pt x="219881" y="393013"/>
                            <a:pt x="220687" y="392530"/>
                            <a:pt x="221493" y="392046"/>
                          </a:cubicBezTo>
                          <a:cubicBezTo>
                            <a:pt x="222138" y="391724"/>
                            <a:pt x="222622" y="391401"/>
                            <a:pt x="223266" y="391079"/>
                          </a:cubicBezTo>
                          <a:cubicBezTo>
                            <a:pt x="224072" y="390595"/>
                            <a:pt x="224878" y="390112"/>
                            <a:pt x="225684" y="389628"/>
                          </a:cubicBezTo>
                          <a:cubicBezTo>
                            <a:pt x="226168" y="389306"/>
                            <a:pt x="226813" y="388983"/>
                            <a:pt x="227296" y="388661"/>
                          </a:cubicBezTo>
                          <a:cubicBezTo>
                            <a:pt x="228102" y="388177"/>
                            <a:pt x="228908" y="387532"/>
                            <a:pt x="229714" y="387049"/>
                          </a:cubicBezTo>
                          <a:cubicBezTo>
                            <a:pt x="230198" y="386726"/>
                            <a:pt x="230682" y="386404"/>
                            <a:pt x="231165" y="386082"/>
                          </a:cubicBezTo>
                          <a:cubicBezTo>
                            <a:pt x="232132" y="385275"/>
                            <a:pt x="233100" y="384631"/>
                            <a:pt x="234228" y="383825"/>
                          </a:cubicBezTo>
                          <a:cubicBezTo>
                            <a:pt x="234551" y="383663"/>
                            <a:pt x="234712" y="383341"/>
                            <a:pt x="235034" y="383180"/>
                          </a:cubicBezTo>
                          <a:cubicBezTo>
                            <a:pt x="236324" y="382213"/>
                            <a:pt x="237452" y="381084"/>
                            <a:pt x="238742" y="380117"/>
                          </a:cubicBezTo>
                          <a:cubicBezTo>
                            <a:pt x="239064" y="379795"/>
                            <a:pt x="239387" y="379472"/>
                            <a:pt x="239709" y="379150"/>
                          </a:cubicBezTo>
                          <a:cubicBezTo>
                            <a:pt x="240515" y="378344"/>
                            <a:pt x="241321" y="377538"/>
                            <a:pt x="242127" y="376732"/>
                          </a:cubicBezTo>
                          <a:cubicBezTo>
                            <a:pt x="242611" y="376248"/>
                            <a:pt x="242933" y="375765"/>
                            <a:pt x="243417" y="375442"/>
                          </a:cubicBezTo>
                          <a:cubicBezTo>
                            <a:pt x="244062" y="374797"/>
                            <a:pt x="244545" y="374314"/>
                            <a:pt x="245190" y="373669"/>
                          </a:cubicBezTo>
                          <a:lnTo>
                            <a:pt x="309349" y="373669"/>
                          </a:lnTo>
                          <a:cubicBezTo>
                            <a:pt x="322567" y="373669"/>
                            <a:pt x="333207" y="384308"/>
                            <a:pt x="333207" y="397527"/>
                          </a:cubicBezTo>
                          <a:lnTo>
                            <a:pt x="333207" y="450563"/>
                          </a:lnTo>
                          <a:lnTo>
                            <a:pt x="333207" y="499891"/>
                          </a:lnTo>
                          <a:lnTo>
                            <a:pt x="333207" y="499891"/>
                          </a:lnTo>
                          <a:lnTo>
                            <a:pt x="365448" y="499891"/>
                          </a:lnTo>
                          <a:lnTo>
                            <a:pt x="365448" y="397527"/>
                          </a:lnTo>
                          <a:close/>
                          <a:moveTo>
                            <a:pt x="83020" y="155561"/>
                          </a:moveTo>
                          <a:cubicBezTo>
                            <a:pt x="82375" y="156045"/>
                            <a:pt x="81730" y="156367"/>
                            <a:pt x="81085" y="156851"/>
                          </a:cubicBezTo>
                          <a:cubicBezTo>
                            <a:pt x="80440" y="157334"/>
                            <a:pt x="79957" y="157657"/>
                            <a:pt x="79312" y="158140"/>
                          </a:cubicBezTo>
                          <a:cubicBezTo>
                            <a:pt x="79151" y="158301"/>
                            <a:pt x="78990" y="158301"/>
                            <a:pt x="78828" y="158463"/>
                          </a:cubicBezTo>
                          <a:cubicBezTo>
                            <a:pt x="76571" y="160075"/>
                            <a:pt x="74476" y="161848"/>
                            <a:pt x="72541" y="163621"/>
                          </a:cubicBezTo>
                          <a:cubicBezTo>
                            <a:pt x="71091" y="154755"/>
                            <a:pt x="70123" y="143310"/>
                            <a:pt x="70123" y="128963"/>
                          </a:cubicBezTo>
                          <a:cubicBezTo>
                            <a:pt x="70123" y="82214"/>
                            <a:pt x="99301" y="32079"/>
                            <a:pt x="163299" y="32079"/>
                          </a:cubicBezTo>
                          <a:cubicBezTo>
                            <a:pt x="171520" y="32079"/>
                            <a:pt x="178774" y="34336"/>
                            <a:pt x="186351" y="39172"/>
                          </a:cubicBezTo>
                          <a:cubicBezTo>
                            <a:pt x="209725" y="54325"/>
                            <a:pt x="235357" y="62547"/>
                            <a:pt x="260182" y="62708"/>
                          </a:cubicBezTo>
                          <a:cubicBezTo>
                            <a:pt x="268081" y="62869"/>
                            <a:pt x="281944" y="66416"/>
                            <a:pt x="288070" y="73992"/>
                          </a:cubicBezTo>
                          <a:cubicBezTo>
                            <a:pt x="300644" y="90435"/>
                            <a:pt x="295324" y="130091"/>
                            <a:pt x="285974" y="164105"/>
                          </a:cubicBezTo>
                          <a:cubicBezTo>
                            <a:pt x="285813" y="163944"/>
                            <a:pt x="285813" y="163782"/>
                            <a:pt x="285652" y="163621"/>
                          </a:cubicBezTo>
                          <a:cubicBezTo>
                            <a:pt x="285330" y="163138"/>
                            <a:pt x="285007" y="162493"/>
                            <a:pt x="284685" y="162009"/>
                          </a:cubicBezTo>
                          <a:cubicBezTo>
                            <a:pt x="284524" y="161526"/>
                            <a:pt x="284201" y="161203"/>
                            <a:pt x="284040" y="160720"/>
                          </a:cubicBezTo>
                          <a:cubicBezTo>
                            <a:pt x="283718" y="160075"/>
                            <a:pt x="283234" y="159430"/>
                            <a:pt x="282911" y="158785"/>
                          </a:cubicBezTo>
                          <a:cubicBezTo>
                            <a:pt x="282750" y="158463"/>
                            <a:pt x="282589" y="158140"/>
                            <a:pt x="282428" y="157818"/>
                          </a:cubicBezTo>
                          <a:cubicBezTo>
                            <a:pt x="281944" y="156851"/>
                            <a:pt x="281299" y="156045"/>
                            <a:pt x="280816" y="155077"/>
                          </a:cubicBezTo>
                          <a:cubicBezTo>
                            <a:pt x="280655" y="154755"/>
                            <a:pt x="280332" y="154271"/>
                            <a:pt x="280171" y="153949"/>
                          </a:cubicBezTo>
                          <a:cubicBezTo>
                            <a:pt x="279849" y="153465"/>
                            <a:pt x="279526" y="152821"/>
                            <a:pt x="279204" y="152337"/>
                          </a:cubicBezTo>
                          <a:cubicBezTo>
                            <a:pt x="278881" y="151853"/>
                            <a:pt x="278720" y="151531"/>
                            <a:pt x="278398" y="151047"/>
                          </a:cubicBezTo>
                          <a:cubicBezTo>
                            <a:pt x="278075" y="150564"/>
                            <a:pt x="277753" y="150080"/>
                            <a:pt x="277592" y="149597"/>
                          </a:cubicBezTo>
                          <a:cubicBezTo>
                            <a:pt x="277269" y="149113"/>
                            <a:pt x="277108" y="148790"/>
                            <a:pt x="276786" y="148307"/>
                          </a:cubicBezTo>
                          <a:cubicBezTo>
                            <a:pt x="276463" y="147823"/>
                            <a:pt x="276302" y="147340"/>
                            <a:pt x="275980" y="146856"/>
                          </a:cubicBezTo>
                          <a:cubicBezTo>
                            <a:pt x="275819" y="146372"/>
                            <a:pt x="275496" y="146050"/>
                            <a:pt x="275335" y="145566"/>
                          </a:cubicBezTo>
                          <a:cubicBezTo>
                            <a:pt x="275013" y="145083"/>
                            <a:pt x="274851" y="144599"/>
                            <a:pt x="274529" y="144116"/>
                          </a:cubicBezTo>
                          <a:cubicBezTo>
                            <a:pt x="274368" y="143793"/>
                            <a:pt x="274045" y="143310"/>
                            <a:pt x="273884" y="142987"/>
                          </a:cubicBezTo>
                          <a:cubicBezTo>
                            <a:pt x="273562" y="142504"/>
                            <a:pt x="273239" y="142020"/>
                            <a:pt x="273078" y="141375"/>
                          </a:cubicBezTo>
                          <a:cubicBezTo>
                            <a:pt x="272917" y="141053"/>
                            <a:pt x="272756" y="140730"/>
                            <a:pt x="272433" y="140247"/>
                          </a:cubicBezTo>
                          <a:cubicBezTo>
                            <a:pt x="272111" y="139602"/>
                            <a:pt x="271788" y="138957"/>
                            <a:pt x="271305" y="138312"/>
                          </a:cubicBezTo>
                          <a:cubicBezTo>
                            <a:pt x="271144" y="138151"/>
                            <a:pt x="271144" y="137990"/>
                            <a:pt x="270982" y="137829"/>
                          </a:cubicBezTo>
                          <a:cubicBezTo>
                            <a:pt x="270499" y="137023"/>
                            <a:pt x="270176" y="136217"/>
                            <a:pt x="269693" y="135411"/>
                          </a:cubicBezTo>
                          <a:cubicBezTo>
                            <a:pt x="269532" y="135088"/>
                            <a:pt x="269370" y="134927"/>
                            <a:pt x="269209" y="134605"/>
                          </a:cubicBezTo>
                          <a:cubicBezTo>
                            <a:pt x="268887" y="134121"/>
                            <a:pt x="268726" y="133637"/>
                            <a:pt x="268403" y="133154"/>
                          </a:cubicBezTo>
                          <a:cubicBezTo>
                            <a:pt x="268242" y="132831"/>
                            <a:pt x="268081" y="132670"/>
                            <a:pt x="267920" y="132348"/>
                          </a:cubicBezTo>
                          <a:cubicBezTo>
                            <a:pt x="267758" y="131864"/>
                            <a:pt x="267436" y="131381"/>
                            <a:pt x="267275" y="131058"/>
                          </a:cubicBezTo>
                          <a:cubicBezTo>
                            <a:pt x="267114" y="130736"/>
                            <a:pt x="266952" y="130575"/>
                            <a:pt x="266791" y="130252"/>
                          </a:cubicBezTo>
                          <a:cubicBezTo>
                            <a:pt x="266630" y="129769"/>
                            <a:pt x="266469" y="129446"/>
                            <a:pt x="266146" y="128963"/>
                          </a:cubicBezTo>
                          <a:cubicBezTo>
                            <a:pt x="265985" y="128640"/>
                            <a:pt x="265824" y="128479"/>
                            <a:pt x="265824" y="128156"/>
                          </a:cubicBezTo>
                          <a:cubicBezTo>
                            <a:pt x="265663" y="127834"/>
                            <a:pt x="265502" y="127350"/>
                            <a:pt x="265340" y="127028"/>
                          </a:cubicBezTo>
                          <a:cubicBezTo>
                            <a:pt x="265179" y="126867"/>
                            <a:pt x="265179" y="126544"/>
                            <a:pt x="265018" y="126383"/>
                          </a:cubicBezTo>
                          <a:cubicBezTo>
                            <a:pt x="264857" y="126061"/>
                            <a:pt x="264696" y="125577"/>
                            <a:pt x="264534" y="125255"/>
                          </a:cubicBezTo>
                          <a:cubicBezTo>
                            <a:pt x="264534" y="125094"/>
                            <a:pt x="264373" y="124932"/>
                            <a:pt x="264373" y="124771"/>
                          </a:cubicBezTo>
                          <a:cubicBezTo>
                            <a:pt x="264212" y="124288"/>
                            <a:pt x="263890" y="123804"/>
                            <a:pt x="263728" y="123320"/>
                          </a:cubicBezTo>
                          <a:cubicBezTo>
                            <a:pt x="261633" y="118001"/>
                            <a:pt x="256958" y="114132"/>
                            <a:pt x="251477" y="113165"/>
                          </a:cubicBezTo>
                          <a:cubicBezTo>
                            <a:pt x="250832" y="113003"/>
                            <a:pt x="250187" y="113003"/>
                            <a:pt x="249704" y="113003"/>
                          </a:cubicBezTo>
                          <a:cubicBezTo>
                            <a:pt x="249542" y="113003"/>
                            <a:pt x="249381" y="113003"/>
                            <a:pt x="249220" y="113003"/>
                          </a:cubicBezTo>
                          <a:cubicBezTo>
                            <a:pt x="249059" y="113003"/>
                            <a:pt x="248898" y="113003"/>
                            <a:pt x="248736" y="113003"/>
                          </a:cubicBezTo>
                          <a:cubicBezTo>
                            <a:pt x="248414" y="113003"/>
                            <a:pt x="248092" y="113003"/>
                            <a:pt x="247769" y="113003"/>
                          </a:cubicBezTo>
                          <a:cubicBezTo>
                            <a:pt x="247608" y="113003"/>
                            <a:pt x="247286" y="113003"/>
                            <a:pt x="247124" y="113003"/>
                          </a:cubicBezTo>
                          <a:cubicBezTo>
                            <a:pt x="246480" y="113003"/>
                            <a:pt x="245835" y="113165"/>
                            <a:pt x="245351" y="113326"/>
                          </a:cubicBezTo>
                          <a:cubicBezTo>
                            <a:pt x="245190" y="113326"/>
                            <a:pt x="245190" y="113326"/>
                            <a:pt x="245190" y="113326"/>
                          </a:cubicBezTo>
                          <a:cubicBezTo>
                            <a:pt x="244706" y="113487"/>
                            <a:pt x="244062" y="113648"/>
                            <a:pt x="243578" y="113809"/>
                          </a:cubicBezTo>
                          <a:cubicBezTo>
                            <a:pt x="243417" y="113809"/>
                            <a:pt x="243094" y="113971"/>
                            <a:pt x="242933" y="114132"/>
                          </a:cubicBezTo>
                          <a:cubicBezTo>
                            <a:pt x="242611" y="114293"/>
                            <a:pt x="242127" y="114454"/>
                            <a:pt x="241805" y="114615"/>
                          </a:cubicBezTo>
                          <a:cubicBezTo>
                            <a:pt x="241643" y="114777"/>
                            <a:pt x="241321" y="114777"/>
                            <a:pt x="241160" y="114938"/>
                          </a:cubicBezTo>
                          <a:cubicBezTo>
                            <a:pt x="240837" y="115099"/>
                            <a:pt x="240515" y="115260"/>
                            <a:pt x="240193" y="115583"/>
                          </a:cubicBezTo>
                          <a:cubicBezTo>
                            <a:pt x="240031" y="115744"/>
                            <a:pt x="239709" y="115905"/>
                            <a:pt x="239548" y="116066"/>
                          </a:cubicBezTo>
                          <a:cubicBezTo>
                            <a:pt x="239225" y="116389"/>
                            <a:pt x="238903" y="116550"/>
                            <a:pt x="238581" y="116872"/>
                          </a:cubicBezTo>
                          <a:cubicBezTo>
                            <a:pt x="238419" y="117033"/>
                            <a:pt x="238258" y="117195"/>
                            <a:pt x="238097" y="117356"/>
                          </a:cubicBezTo>
                          <a:cubicBezTo>
                            <a:pt x="237613" y="117839"/>
                            <a:pt x="237130" y="118323"/>
                            <a:pt x="236807" y="118807"/>
                          </a:cubicBezTo>
                          <a:cubicBezTo>
                            <a:pt x="226652" y="130575"/>
                            <a:pt x="173455" y="142987"/>
                            <a:pt x="133476" y="142987"/>
                          </a:cubicBezTo>
                          <a:cubicBezTo>
                            <a:pt x="111714" y="142987"/>
                            <a:pt x="95593" y="148468"/>
                            <a:pt x="83826" y="155883"/>
                          </a:cubicBezTo>
                          <a:cubicBezTo>
                            <a:pt x="83342" y="155400"/>
                            <a:pt x="83181" y="155561"/>
                            <a:pt x="83020" y="155561"/>
                          </a:cubicBezTo>
                          <a:close/>
                          <a:moveTo>
                            <a:pt x="214239" y="293551"/>
                          </a:moveTo>
                          <a:cubicBezTo>
                            <a:pt x="206179" y="296775"/>
                            <a:pt x="201988" y="305802"/>
                            <a:pt x="204889" y="314024"/>
                          </a:cubicBezTo>
                          <a:lnTo>
                            <a:pt x="219236" y="354163"/>
                          </a:lnTo>
                          <a:cubicBezTo>
                            <a:pt x="218591" y="354808"/>
                            <a:pt x="217947" y="355453"/>
                            <a:pt x="217141" y="356098"/>
                          </a:cubicBezTo>
                          <a:cubicBezTo>
                            <a:pt x="216979" y="356259"/>
                            <a:pt x="216818" y="356420"/>
                            <a:pt x="216657" y="356581"/>
                          </a:cubicBezTo>
                          <a:cubicBezTo>
                            <a:pt x="216012" y="357065"/>
                            <a:pt x="215529" y="357549"/>
                            <a:pt x="214884" y="358032"/>
                          </a:cubicBezTo>
                          <a:cubicBezTo>
                            <a:pt x="214561" y="358193"/>
                            <a:pt x="214400" y="358516"/>
                            <a:pt x="214078" y="358677"/>
                          </a:cubicBezTo>
                          <a:cubicBezTo>
                            <a:pt x="213594" y="358999"/>
                            <a:pt x="213111" y="359483"/>
                            <a:pt x="212627" y="359805"/>
                          </a:cubicBezTo>
                          <a:cubicBezTo>
                            <a:pt x="212305" y="359967"/>
                            <a:pt x="211982" y="360289"/>
                            <a:pt x="211660" y="360450"/>
                          </a:cubicBezTo>
                          <a:cubicBezTo>
                            <a:pt x="211176" y="360773"/>
                            <a:pt x="210692" y="361095"/>
                            <a:pt x="210209" y="361417"/>
                          </a:cubicBezTo>
                          <a:cubicBezTo>
                            <a:pt x="209886" y="361579"/>
                            <a:pt x="209564" y="361901"/>
                            <a:pt x="209242" y="362062"/>
                          </a:cubicBezTo>
                          <a:cubicBezTo>
                            <a:pt x="208758" y="362385"/>
                            <a:pt x="208274" y="362707"/>
                            <a:pt x="207630" y="363029"/>
                          </a:cubicBezTo>
                          <a:cubicBezTo>
                            <a:pt x="207307" y="363191"/>
                            <a:pt x="206985" y="363352"/>
                            <a:pt x="206662" y="363674"/>
                          </a:cubicBezTo>
                          <a:cubicBezTo>
                            <a:pt x="206179" y="363997"/>
                            <a:pt x="205534" y="364319"/>
                            <a:pt x="204889" y="364642"/>
                          </a:cubicBezTo>
                          <a:cubicBezTo>
                            <a:pt x="204567" y="364803"/>
                            <a:pt x="204244" y="364964"/>
                            <a:pt x="203922" y="365125"/>
                          </a:cubicBezTo>
                          <a:cubicBezTo>
                            <a:pt x="203277" y="365448"/>
                            <a:pt x="202471" y="365770"/>
                            <a:pt x="201665" y="366092"/>
                          </a:cubicBezTo>
                          <a:cubicBezTo>
                            <a:pt x="201504" y="366092"/>
                            <a:pt x="201343" y="366254"/>
                            <a:pt x="201182" y="366254"/>
                          </a:cubicBezTo>
                          <a:cubicBezTo>
                            <a:pt x="200214" y="366576"/>
                            <a:pt x="199408" y="367060"/>
                            <a:pt x="198441" y="367382"/>
                          </a:cubicBezTo>
                          <a:cubicBezTo>
                            <a:pt x="198119" y="367543"/>
                            <a:pt x="197957" y="367543"/>
                            <a:pt x="197635" y="367704"/>
                          </a:cubicBezTo>
                          <a:cubicBezTo>
                            <a:pt x="196990" y="367866"/>
                            <a:pt x="196345" y="368188"/>
                            <a:pt x="195701" y="368349"/>
                          </a:cubicBezTo>
                          <a:cubicBezTo>
                            <a:pt x="195378" y="368510"/>
                            <a:pt x="195056" y="368510"/>
                            <a:pt x="194572" y="368672"/>
                          </a:cubicBezTo>
                          <a:cubicBezTo>
                            <a:pt x="193927" y="368833"/>
                            <a:pt x="193444" y="368994"/>
                            <a:pt x="192799" y="369155"/>
                          </a:cubicBezTo>
                          <a:cubicBezTo>
                            <a:pt x="192477" y="369316"/>
                            <a:pt x="191993" y="369316"/>
                            <a:pt x="191671" y="369478"/>
                          </a:cubicBezTo>
                          <a:cubicBezTo>
                            <a:pt x="191026" y="369639"/>
                            <a:pt x="190542" y="369800"/>
                            <a:pt x="189897" y="369800"/>
                          </a:cubicBezTo>
                          <a:cubicBezTo>
                            <a:pt x="189575" y="369800"/>
                            <a:pt x="189091" y="369961"/>
                            <a:pt x="188769" y="369961"/>
                          </a:cubicBezTo>
                          <a:cubicBezTo>
                            <a:pt x="188124" y="370122"/>
                            <a:pt x="187479" y="370122"/>
                            <a:pt x="186996" y="370284"/>
                          </a:cubicBezTo>
                          <a:cubicBezTo>
                            <a:pt x="186673" y="370284"/>
                            <a:pt x="186190" y="370445"/>
                            <a:pt x="185867" y="370445"/>
                          </a:cubicBezTo>
                          <a:cubicBezTo>
                            <a:pt x="185222" y="370445"/>
                            <a:pt x="184578" y="370606"/>
                            <a:pt x="183933" y="370606"/>
                          </a:cubicBezTo>
                          <a:cubicBezTo>
                            <a:pt x="183610" y="370606"/>
                            <a:pt x="183288" y="370606"/>
                            <a:pt x="182966" y="370606"/>
                          </a:cubicBezTo>
                          <a:cubicBezTo>
                            <a:pt x="181998" y="370606"/>
                            <a:pt x="181031" y="370767"/>
                            <a:pt x="179903" y="370767"/>
                          </a:cubicBezTo>
                          <a:cubicBezTo>
                            <a:pt x="179903" y="370767"/>
                            <a:pt x="179903" y="370767"/>
                            <a:pt x="179903" y="370767"/>
                          </a:cubicBezTo>
                          <a:cubicBezTo>
                            <a:pt x="178935" y="370767"/>
                            <a:pt x="177807" y="370767"/>
                            <a:pt x="176840" y="370606"/>
                          </a:cubicBezTo>
                          <a:cubicBezTo>
                            <a:pt x="176517" y="370606"/>
                            <a:pt x="176195" y="370606"/>
                            <a:pt x="175873" y="370606"/>
                          </a:cubicBezTo>
                          <a:cubicBezTo>
                            <a:pt x="175228" y="370606"/>
                            <a:pt x="174583" y="370445"/>
                            <a:pt x="173777" y="370445"/>
                          </a:cubicBezTo>
                          <a:cubicBezTo>
                            <a:pt x="173455" y="370445"/>
                            <a:pt x="172971" y="370284"/>
                            <a:pt x="172649" y="370284"/>
                          </a:cubicBezTo>
                          <a:cubicBezTo>
                            <a:pt x="172004" y="370284"/>
                            <a:pt x="171359" y="370122"/>
                            <a:pt x="170875" y="369961"/>
                          </a:cubicBezTo>
                          <a:cubicBezTo>
                            <a:pt x="170553" y="369961"/>
                            <a:pt x="170069" y="369800"/>
                            <a:pt x="169747" y="369800"/>
                          </a:cubicBezTo>
                          <a:cubicBezTo>
                            <a:pt x="169102" y="369639"/>
                            <a:pt x="168618" y="369639"/>
                            <a:pt x="167974" y="369478"/>
                          </a:cubicBezTo>
                          <a:cubicBezTo>
                            <a:pt x="167651" y="369316"/>
                            <a:pt x="167168" y="369316"/>
                            <a:pt x="166845" y="369155"/>
                          </a:cubicBezTo>
                          <a:cubicBezTo>
                            <a:pt x="166200" y="368994"/>
                            <a:pt x="165556" y="368833"/>
                            <a:pt x="165072" y="368672"/>
                          </a:cubicBezTo>
                          <a:cubicBezTo>
                            <a:pt x="164750" y="368510"/>
                            <a:pt x="164427" y="368510"/>
                            <a:pt x="164105" y="368349"/>
                          </a:cubicBezTo>
                          <a:cubicBezTo>
                            <a:pt x="163460" y="368188"/>
                            <a:pt x="162815" y="367866"/>
                            <a:pt x="162009" y="367704"/>
                          </a:cubicBezTo>
                          <a:cubicBezTo>
                            <a:pt x="161687" y="367543"/>
                            <a:pt x="161526" y="367543"/>
                            <a:pt x="161203" y="367382"/>
                          </a:cubicBezTo>
                          <a:cubicBezTo>
                            <a:pt x="160236" y="367060"/>
                            <a:pt x="159430" y="366737"/>
                            <a:pt x="158463" y="366254"/>
                          </a:cubicBezTo>
                          <a:cubicBezTo>
                            <a:pt x="158301" y="366254"/>
                            <a:pt x="158140" y="366092"/>
                            <a:pt x="157979" y="366092"/>
                          </a:cubicBezTo>
                          <a:cubicBezTo>
                            <a:pt x="157173" y="365770"/>
                            <a:pt x="156528" y="365448"/>
                            <a:pt x="155722" y="365125"/>
                          </a:cubicBezTo>
                          <a:cubicBezTo>
                            <a:pt x="155400" y="364964"/>
                            <a:pt x="155077" y="364803"/>
                            <a:pt x="154755" y="364642"/>
                          </a:cubicBezTo>
                          <a:cubicBezTo>
                            <a:pt x="154110" y="364319"/>
                            <a:pt x="153627" y="363997"/>
                            <a:pt x="152982" y="363674"/>
                          </a:cubicBezTo>
                          <a:cubicBezTo>
                            <a:pt x="152659" y="363513"/>
                            <a:pt x="152337" y="363352"/>
                            <a:pt x="152015" y="363029"/>
                          </a:cubicBezTo>
                          <a:cubicBezTo>
                            <a:pt x="151531" y="362707"/>
                            <a:pt x="151047" y="362385"/>
                            <a:pt x="150403" y="362062"/>
                          </a:cubicBezTo>
                          <a:cubicBezTo>
                            <a:pt x="150080" y="361901"/>
                            <a:pt x="149758" y="361579"/>
                            <a:pt x="149435" y="361417"/>
                          </a:cubicBezTo>
                          <a:cubicBezTo>
                            <a:pt x="148952" y="361095"/>
                            <a:pt x="148468" y="360773"/>
                            <a:pt x="147984" y="360450"/>
                          </a:cubicBezTo>
                          <a:cubicBezTo>
                            <a:pt x="147662" y="360289"/>
                            <a:pt x="147340" y="359967"/>
                            <a:pt x="147017" y="359805"/>
                          </a:cubicBezTo>
                          <a:cubicBezTo>
                            <a:pt x="146534" y="359483"/>
                            <a:pt x="146050" y="358999"/>
                            <a:pt x="145566" y="358677"/>
                          </a:cubicBezTo>
                          <a:cubicBezTo>
                            <a:pt x="145244" y="358516"/>
                            <a:pt x="145083" y="358193"/>
                            <a:pt x="144760" y="358032"/>
                          </a:cubicBezTo>
                          <a:cubicBezTo>
                            <a:pt x="144116" y="357549"/>
                            <a:pt x="143632" y="357065"/>
                            <a:pt x="142987" y="356581"/>
                          </a:cubicBezTo>
                          <a:cubicBezTo>
                            <a:pt x="142826" y="356420"/>
                            <a:pt x="142665" y="356259"/>
                            <a:pt x="142504" y="356098"/>
                          </a:cubicBezTo>
                          <a:cubicBezTo>
                            <a:pt x="141859" y="355453"/>
                            <a:pt x="141053" y="354808"/>
                            <a:pt x="140408" y="354163"/>
                          </a:cubicBezTo>
                          <a:lnTo>
                            <a:pt x="154755" y="314024"/>
                          </a:lnTo>
                          <a:cubicBezTo>
                            <a:pt x="157657" y="305802"/>
                            <a:pt x="153627" y="296775"/>
                            <a:pt x="145405" y="293551"/>
                          </a:cubicBezTo>
                          <a:cubicBezTo>
                            <a:pt x="109135" y="279204"/>
                            <a:pt x="85599" y="244868"/>
                            <a:pt x="85599" y="205856"/>
                          </a:cubicBezTo>
                          <a:lnTo>
                            <a:pt x="85599" y="199408"/>
                          </a:lnTo>
                          <a:cubicBezTo>
                            <a:pt x="86727" y="196990"/>
                            <a:pt x="88178" y="194411"/>
                            <a:pt x="90274" y="191832"/>
                          </a:cubicBezTo>
                          <a:cubicBezTo>
                            <a:pt x="96238" y="184255"/>
                            <a:pt x="107684" y="175711"/>
                            <a:pt x="128962" y="174744"/>
                          </a:cubicBezTo>
                          <a:cubicBezTo>
                            <a:pt x="129124" y="174744"/>
                            <a:pt x="129446" y="174744"/>
                            <a:pt x="129607" y="174744"/>
                          </a:cubicBezTo>
                          <a:cubicBezTo>
                            <a:pt x="130736" y="174744"/>
                            <a:pt x="132025" y="174744"/>
                            <a:pt x="133154" y="174744"/>
                          </a:cubicBezTo>
                          <a:cubicBezTo>
                            <a:pt x="157657" y="174744"/>
                            <a:pt x="210854" y="168941"/>
                            <a:pt x="242450" y="152982"/>
                          </a:cubicBezTo>
                          <a:cubicBezTo>
                            <a:pt x="243094" y="154110"/>
                            <a:pt x="243578" y="155239"/>
                            <a:pt x="244223" y="156367"/>
                          </a:cubicBezTo>
                          <a:cubicBezTo>
                            <a:pt x="244384" y="156528"/>
                            <a:pt x="244384" y="156689"/>
                            <a:pt x="244545" y="157012"/>
                          </a:cubicBezTo>
                          <a:cubicBezTo>
                            <a:pt x="245190" y="158140"/>
                            <a:pt x="245674" y="159108"/>
                            <a:pt x="246318" y="160236"/>
                          </a:cubicBezTo>
                          <a:cubicBezTo>
                            <a:pt x="246480" y="160397"/>
                            <a:pt x="246641" y="160720"/>
                            <a:pt x="246641" y="160881"/>
                          </a:cubicBezTo>
                          <a:cubicBezTo>
                            <a:pt x="247286" y="162009"/>
                            <a:pt x="247930" y="163138"/>
                            <a:pt x="248575" y="164266"/>
                          </a:cubicBezTo>
                          <a:cubicBezTo>
                            <a:pt x="248575" y="164427"/>
                            <a:pt x="248736" y="164427"/>
                            <a:pt x="248736" y="164588"/>
                          </a:cubicBezTo>
                          <a:cubicBezTo>
                            <a:pt x="249381" y="165717"/>
                            <a:pt x="250026" y="166684"/>
                            <a:pt x="250510" y="167812"/>
                          </a:cubicBezTo>
                          <a:cubicBezTo>
                            <a:pt x="250671" y="167974"/>
                            <a:pt x="250671" y="168296"/>
                            <a:pt x="250832" y="168457"/>
                          </a:cubicBezTo>
                          <a:cubicBezTo>
                            <a:pt x="251477" y="169586"/>
                            <a:pt x="252122" y="170714"/>
                            <a:pt x="252767" y="171843"/>
                          </a:cubicBezTo>
                          <a:cubicBezTo>
                            <a:pt x="252928" y="172165"/>
                            <a:pt x="253089" y="172326"/>
                            <a:pt x="253250" y="172649"/>
                          </a:cubicBezTo>
                          <a:cubicBezTo>
                            <a:pt x="253895" y="173777"/>
                            <a:pt x="254540" y="174905"/>
                            <a:pt x="255185" y="175873"/>
                          </a:cubicBezTo>
                          <a:cubicBezTo>
                            <a:pt x="255346" y="176034"/>
                            <a:pt x="255346" y="176195"/>
                            <a:pt x="255507" y="176356"/>
                          </a:cubicBezTo>
                          <a:cubicBezTo>
                            <a:pt x="256152" y="177323"/>
                            <a:pt x="256635" y="178452"/>
                            <a:pt x="257280" y="179419"/>
                          </a:cubicBezTo>
                          <a:cubicBezTo>
                            <a:pt x="257441" y="179580"/>
                            <a:pt x="257441" y="179903"/>
                            <a:pt x="257603" y="180064"/>
                          </a:cubicBezTo>
                          <a:cubicBezTo>
                            <a:pt x="258247" y="181192"/>
                            <a:pt x="258892" y="182160"/>
                            <a:pt x="259537" y="183288"/>
                          </a:cubicBezTo>
                          <a:cubicBezTo>
                            <a:pt x="259698" y="183610"/>
                            <a:pt x="259859" y="183772"/>
                            <a:pt x="260021" y="184094"/>
                          </a:cubicBezTo>
                          <a:cubicBezTo>
                            <a:pt x="260665" y="185061"/>
                            <a:pt x="261310" y="186190"/>
                            <a:pt x="261794" y="187157"/>
                          </a:cubicBezTo>
                          <a:cubicBezTo>
                            <a:pt x="261955" y="187318"/>
                            <a:pt x="261955" y="187479"/>
                            <a:pt x="262116" y="187802"/>
                          </a:cubicBezTo>
                          <a:cubicBezTo>
                            <a:pt x="262600" y="188769"/>
                            <a:pt x="263245" y="189575"/>
                            <a:pt x="263728" y="190542"/>
                          </a:cubicBezTo>
                          <a:cubicBezTo>
                            <a:pt x="263890" y="190703"/>
                            <a:pt x="263890" y="190864"/>
                            <a:pt x="264051" y="191026"/>
                          </a:cubicBezTo>
                          <a:cubicBezTo>
                            <a:pt x="264696" y="191993"/>
                            <a:pt x="265179" y="192960"/>
                            <a:pt x="265663" y="193766"/>
                          </a:cubicBezTo>
                          <a:cubicBezTo>
                            <a:pt x="265824" y="194089"/>
                            <a:pt x="265985" y="194250"/>
                            <a:pt x="266146" y="194572"/>
                          </a:cubicBezTo>
                          <a:cubicBezTo>
                            <a:pt x="266630" y="195378"/>
                            <a:pt x="267114" y="196345"/>
                            <a:pt x="267597" y="197151"/>
                          </a:cubicBezTo>
                          <a:cubicBezTo>
                            <a:pt x="267758" y="197313"/>
                            <a:pt x="267920" y="197635"/>
                            <a:pt x="267920" y="197796"/>
                          </a:cubicBezTo>
                          <a:cubicBezTo>
                            <a:pt x="268403" y="198602"/>
                            <a:pt x="268887" y="199408"/>
                            <a:pt x="269370" y="200214"/>
                          </a:cubicBezTo>
                          <a:cubicBezTo>
                            <a:pt x="269370" y="200214"/>
                            <a:pt x="269532" y="200376"/>
                            <a:pt x="269532" y="200376"/>
                          </a:cubicBezTo>
                          <a:cubicBezTo>
                            <a:pt x="270015" y="201182"/>
                            <a:pt x="270499" y="201988"/>
                            <a:pt x="270982" y="202794"/>
                          </a:cubicBezTo>
                          <a:cubicBezTo>
                            <a:pt x="271144" y="202955"/>
                            <a:pt x="271144" y="203116"/>
                            <a:pt x="271305" y="203277"/>
                          </a:cubicBezTo>
                          <a:cubicBezTo>
                            <a:pt x="271788" y="203922"/>
                            <a:pt x="272111" y="204567"/>
                            <a:pt x="272433" y="205212"/>
                          </a:cubicBezTo>
                          <a:cubicBezTo>
                            <a:pt x="272594" y="205373"/>
                            <a:pt x="272594" y="205534"/>
                            <a:pt x="272756" y="205695"/>
                          </a:cubicBezTo>
                          <a:cubicBezTo>
                            <a:pt x="273078" y="206340"/>
                            <a:pt x="273562" y="206985"/>
                            <a:pt x="273884" y="207468"/>
                          </a:cubicBezTo>
                          <a:cubicBezTo>
                            <a:pt x="273562" y="245674"/>
                            <a:pt x="250187" y="279526"/>
                            <a:pt x="214239" y="293551"/>
                          </a:cubicBezTo>
                          <a:close/>
                        </a:path>
                      </a:pathLst>
                    </a:custGeom>
                    <a:solidFill>
                      <a:srgbClr val="1D93C9"/>
                    </a:solidFill>
                    <a:ln>
                      <a:noFill/>
                    </a:ln>
                  </p:spPr>
                  <p:txBody>
                    <a:bodyPr anchorCtr="0" anchor="ctr" bIns="19500" lIns="39100" spcFirstLastPara="1" rIns="39100" wrap="square" tIns="19500">
                      <a:noAutofit/>
                    </a:bodyPr>
                    <a:lstStyle/>
                    <a:p>
                      <a:pPr indent="0" lvl="0" marL="0" marR="0" rtl="0" algn="l">
                        <a:lnSpc>
                          <a:spcPct val="100000"/>
                        </a:lnSpc>
                        <a:spcBef>
                          <a:spcPts val="0"/>
                        </a:spcBef>
                        <a:spcAft>
                          <a:spcPts val="0"/>
                        </a:spcAft>
                        <a:buClr>
                          <a:srgbClr val="063C67"/>
                        </a:buClr>
                        <a:buSzPts val="1154"/>
                        <a:buFont typeface="Calibri"/>
                        <a:buNone/>
                      </a:pPr>
                      <a:r>
                        <a:t/>
                      </a:r>
                      <a:endParaRPr b="0" i="0" sz="1154" u="none" cap="none" strike="noStrike">
                        <a:solidFill>
                          <a:srgbClr val="063C67"/>
                        </a:solidFill>
                        <a:latin typeface="Calibri"/>
                        <a:ea typeface="Calibri"/>
                        <a:cs typeface="Calibri"/>
                        <a:sym typeface="Calibri"/>
                      </a:endParaRPr>
                    </a:p>
                  </p:txBody>
                </p:sp>
              </p:grpSp>
              <p:cxnSp>
                <p:nvCxnSpPr>
                  <p:cNvPr id="960" name="Google Shape;960;g3bb050f2e20_0_94"/>
                  <p:cNvCxnSpPr/>
                  <p:nvPr/>
                </p:nvCxnSpPr>
                <p:spPr>
                  <a:xfrm rot="10800000">
                    <a:off x="1443172" y="8632890"/>
                    <a:ext cx="0" cy="384600"/>
                  </a:xfrm>
                  <a:prstGeom prst="straightConnector1">
                    <a:avLst/>
                  </a:prstGeom>
                  <a:noFill/>
                  <a:ln cap="flat" cmpd="sng" w="9525">
                    <a:solidFill>
                      <a:srgbClr val="1D93C9"/>
                    </a:solidFill>
                    <a:prstDash val="solid"/>
                    <a:miter lim="800000"/>
                    <a:headEnd len="sm" w="sm" type="none"/>
                    <a:tailEnd len="sm" w="sm" type="none"/>
                  </a:ln>
                </p:spPr>
              </p:cxnSp>
            </p:grpSp>
          </p:grpSp>
        </p:grpSp>
        <p:sp>
          <p:nvSpPr>
            <p:cNvPr id="961" name="Google Shape;961;g3bb050f2e20_0_94"/>
            <p:cNvSpPr txBox="1"/>
            <p:nvPr/>
          </p:nvSpPr>
          <p:spPr>
            <a:xfrm>
              <a:off x="708878" y="6374606"/>
              <a:ext cx="1524600" cy="271800"/>
            </a:xfrm>
            <a:prstGeom prst="rect">
              <a:avLst/>
            </a:prstGeom>
            <a:noFill/>
            <a:ln>
              <a:noFill/>
            </a:ln>
          </p:spPr>
          <p:txBody>
            <a:bodyPr anchorCtr="0" anchor="t" bIns="19500" lIns="39100" spcFirstLastPara="1" rIns="39100" wrap="square" tIns="19500">
              <a:spAutoFit/>
            </a:bodyPr>
            <a:lstStyle/>
            <a:p>
              <a:pPr indent="0" lvl="0" marL="0" marR="0" rtl="0" algn="l">
                <a:lnSpc>
                  <a:spcPct val="100000"/>
                </a:lnSpc>
                <a:spcBef>
                  <a:spcPts val="0"/>
                </a:spcBef>
                <a:spcAft>
                  <a:spcPts val="0"/>
                </a:spcAft>
                <a:buClr>
                  <a:srgbClr val="000000"/>
                </a:buClr>
                <a:buSzPts val="650"/>
                <a:buFont typeface="Arial"/>
                <a:buNone/>
              </a:pPr>
              <a:r>
                <a:rPr b="1" i="0" lang="vi" sz="650" u="none" cap="none" strike="noStrike">
                  <a:solidFill>
                    <a:srgbClr val="042D4D"/>
                  </a:solidFill>
                  <a:latin typeface="Calibri"/>
                  <a:ea typeface="Calibri"/>
                  <a:cs typeface="Calibri"/>
                  <a:sym typeface="Calibri"/>
                </a:rPr>
                <a:t>FREQUENCY</a:t>
              </a:r>
              <a:endParaRPr b="0" i="0" sz="650" u="none" cap="none" strike="noStrike">
                <a:solidFill>
                  <a:srgbClr val="000000"/>
                </a:solidFill>
                <a:latin typeface="Arial"/>
                <a:ea typeface="Arial"/>
                <a:cs typeface="Arial"/>
                <a:sym typeface="Arial"/>
              </a:endParaRPr>
            </a:p>
          </p:txBody>
        </p:sp>
        <p:sp>
          <p:nvSpPr>
            <p:cNvPr id="962" name="Google Shape;962;g3bb050f2e20_0_94"/>
            <p:cNvSpPr txBox="1"/>
            <p:nvPr/>
          </p:nvSpPr>
          <p:spPr>
            <a:xfrm>
              <a:off x="2666734" y="6374606"/>
              <a:ext cx="1865100" cy="271800"/>
            </a:xfrm>
            <a:prstGeom prst="rect">
              <a:avLst/>
            </a:prstGeom>
            <a:noFill/>
            <a:ln>
              <a:noFill/>
            </a:ln>
          </p:spPr>
          <p:txBody>
            <a:bodyPr anchorCtr="0" anchor="t" bIns="19500" lIns="39100" spcFirstLastPara="1" rIns="39100" wrap="square" tIns="19500">
              <a:spAutoFit/>
            </a:bodyPr>
            <a:lstStyle/>
            <a:p>
              <a:pPr indent="0" lvl="0" marL="0" marR="0" rtl="0" algn="l">
                <a:lnSpc>
                  <a:spcPct val="100000"/>
                </a:lnSpc>
                <a:spcBef>
                  <a:spcPts val="0"/>
                </a:spcBef>
                <a:spcAft>
                  <a:spcPts val="0"/>
                </a:spcAft>
                <a:buClr>
                  <a:srgbClr val="000000"/>
                </a:buClr>
                <a:buSzPts val="650"/>
                <a:buFont typeface="Arial"/>
                <a:buNone/>
              </a:pPr>
              <a:r>
                <a:rPr b="1" i="0" lang="vi" sz="650" u="none" cap="none" strike="noStrike">
                  <a:solidFill>
                    <a:srgbClr val="042D4D"/>
                  </a:solidFill>
                  <a:latin typeface="Calibri"/>
                  <a:ea typeface="Calibri"/>
                  <a:cs typeface="Calibri"/>
                  <a:sym typeface="Calibri"/>
                </a:rPr>
                <a:t>PARTICIPANTS</a:t>
              </a:r>
              <a:endParaRPr b="0" i="0" sz="650" u="none" cap="none" strike="noStrike">
                <a:solidFill>
                  <a:srgbClr val="000000"/>
                </a:solidFill>
                <a:latin typeface="Arial"/>
                <a:ea typeface="Arial"/>
                <a:cs typeface="Arial"/>
                <a:sym typeface="Arial"/>
              </a:endParaRPr>
            </a:p>
          </p:txBody>
        </p:sp>
      </p:grpSp>
      <p:sp>
        <p:nvSpPr>
          <p:cNvPr id="963" name="Google Shape;963;g3bb050f2e20_0_94"/>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g3b9d959519f_0_2327"/>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品質管理活動</a:t>
            </a:r>
            <a:endParaRPr sz="1100">
              <a:latin typeface="Chakra Petch"/>
              <a:ea typeface="Chakra Petch"/>
              <a:cs typeface="Chakra Petch"/>
              <a:sym typeface="Chakra Petch"/>
            </a:endParaRPr>
          </a:p>
        </p:txBody>
      </p:sp>
      <p:sp>
        <p:nvSpPr>
          <p:cNvPr id="970" name="Google Shape;970;g3b9d959519f_0_2327"/>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3 </a:t>
            </a:r>
            <a:r>
              <a:rPr lang="vi" sz="2000">
                <a:solidFill>
                  <a:schemeClr val="accent4"/>
                </a:solidFill>
                <a:latin typeface="Chakra Petch"/>
                <a:ea typeface="Chakra Petch"/>
                <a:cs typeface="Chakra Petch"/>
                <a:sym typeface="Chakra Petch"/>
              </a:rPr>
              <a:t>|</a:t>
            </a:r>
            <a:r>
              <a:rPr lang="vi" sz="2000">
                <a:latin typeface="Chakra Petch"/>
                <a:ea typeface="Chakra Petch"/>
                <a:cs typeface="Chakra Petch"/>
                <a:sym typeface="Chakra Petch"/>
              </a:rPr>
              <a:t> チームの進め方 | 品質管理活動</a:t>
            </a:r>
            <a:endParaRPr sz="2000">
              <a:latin typeface="Chakra Petch"/>
              <a:ea typeface="Chakra Petch"/>
              <a:cs typeface="Chakra Petch"/>
              <a:sym typeface="Chakra Petch"/>
            </a:endParaRPr>
          </a:p>
        </p:txBody>
      </p:sp>
      <p:sp>
        <p:nvSpPr>
          <p:cNvPr id="971" name="Google Shape;971;g3b9d959519f_0_2327"/>
          <p:cNvSpPr/>
          <p:nvPr/>
        </p:nvSpPr>
        <p:spPr>
          <a:xfrm>
            <a:off x="1800000" y="723901"/>
            <a:ext cx="7344000" cy="4419600"/>
          </a:xfrm>
          <a:prstGeom prst="rect">
            <a:avLst/>
          </a:prstGeom>
          <a:solidFill>
            <a:srgbClr val="F1F1F3"/>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972" name="Google Shape;972;g3b9d959519f_0_2327"/>
          <p:cNvSpPr/>
          <p:nvPr/>
        </p:nvSpPr>
        <p:spPr>
          <a:xfrm>
            <a:off x="5504989" y="779806"/>
            <a:ext cx="3600000" cy="1396800"/>
          </a:xfrm>
          <a:prstGeom prst="rect">
            <a:avLst/>
          </a:prstGeom>
          <a:solidFill>
            <a:schemeClr val="lt1"/>
          </a:solidFill>
          <a:ln>
            <a:noFill/>
          </a:ln>
        </p:spPr>
        <p:txBody>
          <a:bodyPr anchorCtr="0" anchor="t" bIns="22850" lIns="18000" spcFirstLastPara="1" rIns="0" wrap="square" tIns="378000">
            <a:noAutofit/>
          </a:bodyPr>
          <a:lstStyle/>
          <a:p>
            <a:pPr indent="-177800" lvl="0" marL="177800" marR="0" rtl="0" algn="l">
              <a:lnSpc>
                <a:spcPct val="100000"/>
              </a:lnSpc>
              <a:spcBef>
                <a:spcPts val="0"/>
              </a:spcBef>
              <a:spcAft>
                <a:spcPts val="0"/>
              </a:spcAft>
              <a:buClr>
                <a:srgbClr val="1D94C9"/>
              </a:buClr>
              <a:buSzPts val="1100"/>
              <a:buFont typeface="Arial"/>
              <a:buChar char="★"/>
            </a:pPr>
            <a:r>
              <a:rPr b="1" i="0" lang="vi" sz="900" u="none" cap="none" strike="noStrike">
                <a:solidFill>
                  <a:srgbClr val="063D67"/>
                </a:solidFill>
                <a:latin typeface="Calibri"/>
                <a:ea typeface="Calibri"/>
                <a:cs typeface="Calibri"/>
                <a:sym typeface="Calibri"/>
              </a:rPr>
              <a:t>目的：コードレビューを徹底しベストプラクティスを共有</a:t>
            </a:r>
            <a:r>
              <a:rPr b="0" i="0" lang="vi" sz="900" u="none" cap="none" strike="noStrike">
                <a:solidFill>
                  <a:srgbClr val="063D67"/>
                </a:solidFill>
                <a:latin typeface="Calibri"/>
                <a:ea typeface="Calibri"/>
                <a:cs typeface="Calibri"/>
                <a:sym typeface="Calibri"/>
              </a:rPr>
              <a:t/>
            </a:r>
            <a:endParaRPr b="0" i="0" sz="900" u="none" cap="none" strike="noStrike">
              <a:solidFill>
                <a:srgbClr val="063D67"/>
              </a:solidFill>
              <a:latin typeface="Calibri"/>
              <a:ea typeface="Calibri"/>
              <a:cs typeface="Calibri"/>
              <a:sym typeface="Calibri"/>
            </a:endParaRPr>
          </a:p>
          <a:p>
            <a:pPr indent="-114300" lvl="0" marL="177800" marR="0" rtl="0" algn="l">
              <a:lnSpc>
                <a:spcPct val="100000"/>
              </a:lnSpc>
              <a:spcBef>
                <a:spcPts val="0"/>
              </a:spcBef>
              <a:spcAft>
                <a:spcPts val="0"/>
              </a:spcAft>
              <a:buClr>
                <a:srgbClr val="1D94C9"/>
              </a:buClr>
              <a:buSzPts val="1100"/>
              <a:buFont typeface="Arial"/>
              <a:buNone/>
            </a:pPr>
            <a:r>
              <a:t/>
            </a:r>
            <a:endParaRPr b="0" i="0" sz="900" u="none" cap="none" strike="noStrike">
              <a:solidFill>
                <a:srgbClr val="063D67"/>
              </a:solidFill>
              <a:latin typeface="Calibri"/>
              <a:ea typeface="Calibri"/>
              <a:cs typeface="Calibri"/>
              <a:sym typeface="Calibri"/>
            </a:endParaRPr>
          </a:p>
          <a:p>
            <a:pPr indent="-171450" lvl="0" marL="177800" marR="0" rtl="0" algn="l">
              <a:lnSpc>
                <a:spcPct val="100000"/>
              </a:lnSpc>
              <a:spcBef>
                <a:spcPts val="0"/>
              </a:spcBef>
              <a:spcAft>
                <a:spcPts val="0"/>
              </a:spcAft>
              <a:buClr>
                <a:srgbClr val="1D94C9"/>
              </a:buClr>
              <a:buSzPts val="900"/>
              <a:buFont typeface="Merriweather Sans"/>
              <a:buChar char="►"/>
            </a:pPr>
            <a:r>
              <a:rPr b="1" i="0" lang="vi" sz="900" u="none" cap="none" strike="noStrike">
                <a:solidFill>
                  <a:srgbClr val="063D67"/>
                </a:solidFill>
                <a:latin typeface="Calibri"/>
                <a:ea typeface="Calibri"/>
                <a:cs typeface="Calibri"/>
                <a:sym typeface="Calibri"/>
              </a:rPr>
              <a:t>方法：GitLab MRを活用</a:t>
            </a:r>
            <a:r>
              <a:rPr b="0" i="0" lang="vi" sz="900" u="none" cap="none" strike="noStrike">
                <a:solidFill>
                  <a:srgbClr val="063D67"/>
                </a:solidFill>
                <a:latin typeface="Calibri"/>
                <a:ea typeface="Calibri"/>
                <a:cs typeface="Calibri"/>
                <a:sym typeface="Calibri"/>
              </a:rPr>
              <a:t/>
            </a:r>
            <a:endParaRPr b="0" i="0" sz="900" u="none" cap="none" strike="noStrike">
              <a:solidFill>
                <a:srgbClr val="063D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63D67"/>
              </a:solidFill>
              <a:latin typeface="Calibri"/>
              <a:ea typeface="Calibri"/>
              <a:cs typeface="Calibri"/>
              <a:sym typeface="Calibri"/>
            </a:endParaRPr>
          </a:p>
          <a:p>
            <a:pPr indent="-177800" lvl="0" marL="177800" marR="0" rtl="0" algn="l">
              <a:lnSpc>
                <a:spcPct val="100000"/>
              </a:lnSpc>
              <a:spcBef>
                <a:spcPts val="0"/>
              </a:spcBef>
              <a:spcAft>
                <a:spcPts val="0"/>
              </a:spcAft>
              <a:buClr>
                <a:srgbClr val="1D94C9"/>
              </a:buClr>
              <a:buSzPts val="1200"/>
              <a:buFont typeface="Noto Sans Symbols"/>
              <a:buChar char="✔"/>
            </a:pPr>
            <a:r>
              <a:rPr b="1" i="0" lang="vi" sz="900" u="none" cap="none" strike="noStrike">
                <a:solidFill>
                  <a:srgbClr val="1D93C9"/>
                </a:solidFill>
                <a:latin typeface="Calibri"/>
                <a:ea typeface="Calibri"/>
                <a:cs typeface="Calibri"/>
                <a:sym typeface="Calibri"/>
              </a:rPr>
              <a:t>結果：開発ルール順守</a:t>
            </a:r>
            <a:r>
              <a:rPr b="0" i="0" lang="vi" sz="900" u="none" cap="none" strike="noStrike">
                <a:solidFill>
                  <a:srgbClr val="1D93C9"/>
                </a:solidFill>
                <a:latin typeface="Calibri"/>
                <a:ea typeface="Calibri"/>
                <a:cs typeface="Calibri"/>
                <a:sym typeface="Calibri"/>
              </a:rPr>
              <a:t/>
            </a:r>
            <a:endParaRPr b="0" i="0" sz="900" u="none" cap="none" strike="noStrike">
              <a:solidFill>
                <a:schemeClr val="accent4"/>
              </a:solidFill>
              <a:latin typeface="Calibri"/>
              <a:ea typeface="Calibri"/>
              <a:cs typeface="Calibri"/>
              <a:sym typeface="Calibri"/>
            </a:endParaRPr>
          </a:p>
        </p:txBody>
      </p:sp>
      <p:sp>
        <p:nvSpPr>
          <p:cNvPr id="973" name="Google Shape;973;g3b9d959519f_0_2327"/>
          <p:cNvSpPr/>
          <p:nvPr/>
        </p:nvSpPr>
        <p:spPr>
          <a:xfrm>
            <a:off x="1864412" y="2237045"/>
            <a:ext cx="3600000" cy="1396800"/>
          </a:xfrm>
          <a:prstGeom prst="rect">
            <a:avLst/>
          </a:prstGeom>
          <a:solidFill>
            <a:schemeClr val="lt1"/>
          </a:solidFill>
          <a:ln>
            <a:noFill/>
          </a:ln>
        </p:spPr>
        <p:txBody>
          <a:bodyPr anchorCtr="0" anchor="t" bIns="22850" lIns="18000" spcFirstLastPara="1" rIns="0" wrap="square" tIns="378000">
            <a:noAutofit/>
          </a:bodyPr>
          <a:lstStyle/>
          <a:p>
            <a:pPr indent="-177800" lvl="0" marL="177800" marR="0" rtl="0" algn="l">
              <a:lnSpc>
                <a:spcPct val="100000"/>
              </a:lnSpc>
              <a:spcBef>
                <a:spcPts val="0"/>
              </a:spcBef>
              <a:spcAft>
                <a:spcPts val="0"/>
              </a:spcAft>
              <a:buClr>
                <a:srgbClr val="1D94C9"/>
              </a:buClr>
              <a:buSzPts val="1100"/>
              <a:buFont typeface="Arial"/>
              <a:buChar char="★"/>
            </a:pPr>
            <a:r>
              <a:rPr b="1" i="0" lang="vi" sz="900" u="none" cap="none" strike="noStrike">
                <a:solidFill>
                  <a:srgbClr val="063D67"/>
                </a:solidFill>
                <a:latin typeface="Calibri"/>
                <a:ea typeface="Calibri"/>
                <a:cs typeface="Calibri"/>
                <a:sym typeface="Calibri"/>
              </a:rPr>
              <a:t>目的：SRS・設計書・テストケースを検証</a:t>
            </a:r>
            <a:r>
              <a:rPr b="0" i="0" lang="vi" sz="900" u="none" cap="none" strike="noStrike">
                <a:solidFill>
                  <a:srgbClr val="063D67"/>
                </a:solidFill>
                <a:latin typeface="Calibri"/>
                <a:ea typeface="Calibri"/>
                <a:cs typeface="Calibri"/>
                <a:sym typeface="Calibri"/>
              </a:rPr>
              <a:t/>
            </a:r>
            <a:endParaRPr b="0" i="0" sz="900" u="none" cap="none" strike="noStrike">
              <a:solidFill>
                <a:srgbClr val="063D67"/>
              </a:solidFill>
              <a:latin typeface="Calibri"/>
              <a:ea typeface="Calibri"/>
              <a:cs typeface="Calibri"/>
              <a:sym typeface="Calibri"/>
            </a:endParaRPr>
          </a:p>
          <a:p>
            <a:pPr indent="-114300" lvl="0" marL="177800" marR="0" rtl="0" algn="l">
              <a:lnSpc>
                <a:spcPct val="100000"/>
              </a:lnSpc>
              <a:spcBef>
                <a:spcPts val="0"/>
              </a:spcBef>
              <a:spcAft>
                <a:spcPts val="0"/>
              </a:spcAft>
              <a:buClr>
                <a:srgbClr val="1D94C9"/>
              </a:buClr>
              <a:buSzPts val="1100"/>
              <a:buFont typeface="Arial"/>
              <a:buNone/>
            </a:pPr>
            <a:r>
              <a:t/>
            </a:r>
            <a:endParaRPr b="0" i="0" sz="900" u="none" cap="none" strike="noStrike">
              <a:solidFill>
                <a:srgbClr val="063D67"/>
              </a:solidFill>
              <a:latin typeface="Calibri"/>
              <a:ea typeface="Calibri"/>
              <a:cs typeface="Calibri"/>
              <a:sym typeface="Calibri"/>
            </a:endParaRPr>
          </a:p>
          <a:p>
            <a:pPr indent="-171450" lvl="0" marL="177800" marR="0" rtl="0" algn="l">
              <a:lnSpc>
                <a:spcPct val="100000"/>
              </a:lnSpc>
              <a:spcBef>
                <a:spcPts val="0"/>
              </a:spcBef>
              <a:spcAft>
                <a:spcPts val="0"/>
              </a:spcAft>
              <a:buClr>
                <a:srgbClr val="1D94C9"/>
              </a:buClr>
              <a:buSzPts val="900"/>
              <a:buFont typeface="Merriweather Sans"/>
              <a:buChar char="►"/>
            </a:pPr>
            <a:r>
              <a:rPr b="1" i="0" lang="vi" sz="900" u="none" cap="none" strike="noStrike">
                <a:solidFill>
                  <a:srgbClr val="063D67"/>
                </a:solidFill>
                <a:latin typeface="Calibri"/>
                <a:ea typeface="Calibri"/>
                <a:cs typeface="Calibri"/>
                <a:sym typeface="Calibri"/>
              </a:rPr>
              <a:t>方法：クロスレビューと社内検証</a:t>
            </a:r>
            <a:r>
              <a:rPr b="0" i="0" lang="vi" sz="900" u="none" cap="none" strike="noStrike">
                <a:solidFill>
                  <a:srgbClr val="063D67"/>
                </a:solidFill>
                <a:latin typeface="Calibri"/>
                <a:ea typeface="Calibri"/>
                <a:cs typeface="Calibri"/>
                <a:sym typeface="Calibri"/>
              </a:rPr>
              <a:t/>
            </a:r>
            <a:endParaRPr b="0" i="0" sz="900" u="none" cap="none" strike="noStrike">
              <a:solidFill>
                <a:srgbClr val="063D67"/>
              </a:solidFill>
              <a:latin typeface="Calibri"/>
              <a:ea typeface="Calibri"/>
              <a:cs typeface="Calibri"/>
              <a:sym typeface="Calibri"/>
            </a:endParaRPr>
          </a:p>
          <a:p>
            <a:pPr indent="-177800" lvl="0" marL="177800" marR="0" rtl="0" algn="l">
              <a:lnSpc>
                <a:spcPct val="100000"/>
              </a:lnSpc>
              <a:spcBef>
                <a:spcPts val="0"/>
              </a:spcBef>
              <a:spcAft>
                <a:spcPts val="0"/>
              </a:spcAft>
              <a:buClr>
                <a:srgbClr val="1D94C9"/>
              </a:buClr>
              <a:buSzPts val="1200"/>
              <a:buFont typeface="Noto Sans Symbols"/>
              <a:buChar char="✔"/>
            </a:pPr>
            <a:r>
              <a:rPr b="1" i="0" lang="vi" sz="900" u="none" cap="none" strike="noStrike">
                <a:solidFill>
                  <a:srgbClr val="1D93C9"/>
                </a:solidFill>
                <a:latin typeface="Calibri"/>
                <a:ea typeface="Calibri"/>
                <a:cs typeface="Calibri"/>
                <a:sym typeface="Calibri"/>
              </a:rPr>
              <a:t>結果：要件網羅的なドキュメント</a:t>
            </a:r>
            <a:r>
              <a:rPr b="0" i="0" lang="vi" sz="900" u="none" cap="none" strike="noStrike">
                <a:solidFill>
                  <a:srgbClr val="1D93C9"/>
                </a:solidFill>
                <a:latin typeface="Calibri"/>
                <a:ea typeface="Calibri"/>
                <a:cs typeface="Calibri"/>
                <a:sym typeface="Calibri"/>
              </a:rPr>
              <a:t/>
            </a:r>
            <a:endParaRPr b="0" i="0" sz="700" u="none" cap="none" strike="noStrike">
              <a:solidFill>
                <a:srgbClr val="000000"/>
              </a:solidFill>
              <a:latin typeface="Arial"/>
              <a:ea typeface="Arial"/>
              <a:cs typeface="Arial"/>
              <a:sym typeface="Arial"/>
            </a:endParaRPr>
          </a:p>
          <a:p>
            <a:pPr indent="-101600" lvl="0" marL="177800" marR="0" rtl="0" algn="l">
              <a:lnSpc>
                <a:spcPct val="100000"/>
              </a:lnSpc>
              <a:spcBef>
                <a:spcPts val="0"/>
              </a:spcBef>
              <a:spcAft>
                <a:spcPts val="0"/>
              </a:spcAft>
              <a:buClr>
                <a:srgbClr val="1D94C9"/>
              </a:buClr>
              <a:buSzPts val="1200"/>
              <a:buFont typeface="Noto Sans Symbols"/>
              <a:buNone/>
            </a:pPr>
            <a:r>
              <a:t/>
            </a:r>
            <a:endParaRPr b="0" i="0" sz="900" u="none" cap="none" strike="noStrike">
              <a:solidFill>
                <a:schemeClr val="accent4"/>
              </a:solidFill>
              <a:latin typeface="Calibri"/>
              <a:ea typeface="Calibri"/>
              <a:cs typeface="Calibri"/>
              <a:sym typeface="Calibri"/>
            </a:endParaRPr>
          </a:p>
        </p:txBody>
      </p:sp>
      <p:sp>
        <p:nvSpPr>
          <p:cNvPr id="974" name="Google Shape;974;g3b9d959519f_0_2327"/>
          <p:cNvSpPr/>
          <p:nvPr/>
        </p:nvSpPr>
        <p:spPr>
          <a:xfrm>
            <a:off x="5517486" y="3679385"/>
            <a:ext cx="3600000" cy="1396800"/>
          </a:xfrm>
          <a:prstGeom prst="rect">
            <a:avLst/>
          </a:prstGeom>
          <a:solidFill>
            <a:schemeClr val="lt1"/>
          </a:solidFill>
          <a:ln>
            <a:noFill/>
          </a:ln>
        </p:spPr>
        <p:txBody>
          <a:bodyPr anchorCtr="0" anchor="t" bIns="22850" lIns="18000" spcFirstLastPara="1" rIns="0" wrap="square" tIns="378000">
            <a:noAutofit/>
          </a:bodyPr>
          <a:lstStyle/>
          <a:p>
            <a:pPr indent="-177800" lvl="0" marL="177800" marR="0" rtl="0" algn="l">
              <a:lnSpc>
                <a:spcPct val="100000"/>
              </a:lnSpc>
              <a:spcBef>
                <a:spcPts val="0"/>
              </a:spcBef>
              <a:spcAft>
                <a:spcPts val="0"/>
              </a:spcAft>
              <a:buClr>
                <a:srgbClr val="1D94C9"/>
              </a:buClr>
              <a:buSzPts val="1100"/>
              <a:buFont typeface="Arial"/>
              <a:buChar char="★"/>
            </a:pPr>
            <a:r>
              <a:rPr b="1" i="0" lang="vi" sz="900" u="none" cap="none" strike="noStrike">
                <a:solidFill>
                  <a:srgbClr val="063D67"/>
                </a:solidFill>
                <a:latin typeface="Calibri"/>
                <a:ea typeface="Calibri"/>
                <a:cs typeface="Calibri"/>
                <a:sym typeface="Calibri"/>
              </a:rPr>
              <a:t>目的：リグレッション防止</a:t>
            </a:r>
            <a:r>
              <a:rPr b="0" i="0" lang="vi" sz="900" u="none" cap="none" strike="noStrike">
                <a:solidFill>
                  <a:srgbClr val="063D67"/>
                </a:solidFill>
                <a:latin typeface="Calibri"/>
                <a:ea typeface="Calibri"/>
                <a:cs typeface="Calibri"/>
                <a:sym typeface="Calibri"/>
              </a:rPr>
              <a:t/>
            </a:r>
            <a:endParaRPr b="0" i="0" sz="900" u="none" cap="none" strike="noStrike">
              <a:solidFill>
                <a:srgbClr val="063D67"/>
              </a:solidFill>
              <a:latin typeface="Calibri"/>
              <a:ea typeface="Calibri"/>
              <a:cs typeface="Calibri"/>
              <a:sym typeface="Calibri"/>
            </a:endParaRPr>
          </a:p>
          <a:p>
            <a:pPr indent="-114300" lvl="0" marL="177800" marR="0" rtl="0" algn="l">
              <a:lnSpc>
                <a:spcPct val="100000"/>
              </a:lnSpc>
              <a:spcBef>
                <a:spcPts val="0"/>
              </a:spcBef>
              <a:spcAft>
                <a:spcPts val="0"/>
              </a:spcAft>
              <a:buClr>
                <a:srgbClr val="1D94C9"/>
              </a:buClr>
              <a:buSzPts val="1100"/>
              <a:buFont typeface="Arial"/>
              <a:buNone/>
            </a:pPr>
            <a:r>
              <a:t/>
            </a:r>
            <a:endParaRPr b="0" i="0" sz="900" u="none" cap="none" strike="noStrike">
              <a:solidFill>
                <a:srgbClr val="063D67"/>
              </a:solidFill>
              <a:latin typeface="Calibri"/>
              <a:ea typeface="Calibri"/>
              <a:cs typeface="Calibri"/>
              <a:sym typeface="Calibri"/>
            </a:endParaRPr>
          </a:p>
          <a:p>
            <a:pPr indent="-171450" lvl="0" marL="177800" marR="0" rtl="0" algn="l">
              <a:lnSpc>
                <a:spcPct val="100000"/>
              </a:lnSpc>
              <a:spcBef>
                <a:spcPts val="0"/>
              </a:spcBef>
              <a:spcAft>
                <a:spcPts val="0"/>
              </a:spcAft>
              <a:buClr>
                <a:srgbClr val="1D94C9"/>
              </a:buClr>
              <a:buSzPts val="900"/>
              <a:buFont typeface="Merriweather Sans"/>
              <a:buChar char="►"/>
            </a:pPr>
            <a:r>
              <a:rPr b="1" i="0" lang="vi" sz="900" u="none" cap="none" strike="noStrike">
                <a:solidFill>
                  <a:srgbClr val="063D67"/>
                </a:solidFill>
                <a:latin typeface="Calibri"/>
                <a:ea typeface="Calibri"/>
                <a:cs typeface="Calibri"/>
                <a:sym typeface="Calibri"/>
              </a:rPr>
              <a:t>方法：Cypress, Newman/Postman, Junit, Jmeter</a:t>
            </a:r>
            <a:r>
              <a:rPr b="0" i="0" lang="vi" sz="900" u="none" cap="none" strike="noStrike">
                <a:solidFill>
                  <a:srgbClr val="063D67"/>
                </a:solidFill>
                <a:latin typeface="Calibri"/>
                <a:ea typeface="Calibri"/>
                <a:cs typeface="Calibri"/>
                <a:sym typeface="Calibri"/>
              </a:rPr>
              <a:t/>
            </a:r>
            <a:endParaRPr b="0" i="0" sz="900" u="none" cap="none" strike="noStrike">
              <a:solidFill>
                <a:srgbClr val="063D67"/>
              </a:solidFill>
              <a:latin typeface="Calibri"/>
              <a:ea typeface="Calibri"/>
              <a:cs typeface="Calibri"/>
              <a:sym typeface="Calibri"/>
            </a:endParaRPr>
          </a:p>
          <a:p>
            <a:pPr indent="-177800" lvl="0" marL="177800" marR="0" rtl="0" algn="l">
              <a:lnSpc>
                <a:spcPct val="100000"/>
              </a:lnSpc>
              <a:spcBef>
                <a:spcPts val="0"/>
              </a:spcBef>
              <a:spcAft>
                <a:spcPts val="0"/>
              </a:spcAft>
              <a:buClr>
                <a:srgbClr val="1D94C9"/>
              </a:buClr>
              <a:buSzPts val="1200"/>
              <a:buFont typeface="Noto Sans Symbols"/>
              <a:buChar char="✔"/>
            </a:pPr>
            <a:r>
              <a:rPr b="1" i="0" lang="vi" sz="900" u="none" cap="none" strike="noStrike">
                <a:solidFill>
                  <a:srgbClr val="1D93C9"/>
                </a:solidFill>
                <a:latin typeface="Calibri"/>
                <a:ea typeface="Calibri"/>
                <a:cs typeface="Calibri"/>
                <a:sym typeface="Calibri"/>
              </a:rPr>
              <a:t>結果：テストシナリオ成功実行</a:t>
            </a:r>
            <a:r>
              <a:rPr b="0" i="0" lang="vi" sz="900" u="none" cap="none" strike="noStrike">
                <a:solidFill>
                  <a:srgbClr val="1D93C9"/>
                </a:solidFill>
                <a:latin typeface="Calibri"/>
                <a:ea typeface="Calibri"/>
                <a:cs typeface="Calibri"/>
                <a:sym typeface="Calibri"/>
              </a:rPr>
              <a:t/>
            </a:r>
            <a:endParaRPr b="0" i="0" sz="900" u="none" cap="none" strike="noStrike">
              <a:solidFill>
                <a:schemeClr val="accent4"/>
              </a:solidFill>
              <a:latin typeface="Calibri"/>
              <a:ea typeface="Calibri"/>
              <a:cs typeface="Calibri"/>
              <a:sym typeface="Calibri"/>
            </a:endParaRPr>
          </a:p>
        </p:txBody>
      </p:sp>
      <p:sp>
        <p:nvSpPr>
          <p:cNvPr id="975" name="Google Shape;975;g3b9d959519f_0_2327"/>
          <p:cNvSpPr/>
          <p:nvPr/>
        </p:nvSpPr>
        <p:spPr>
          <a:xfrm>
            <a:off x="1864412" y="791340"/>
            <a:ext cx="3600000" cy="1396800"/>
          </a:xfrm>
          <a:prstGeom prst="rect">
            <a:avLst/>
          </a:prstGeom>
          <a:solidFill>
            <a:schemeClr val="lt1"/>
          </a:solidFill>
          <a:ln>
            <a:noFill/>
          </a:ln>
        </p:spPr>
        <p:txBody>
          <a:bodyPr anchorCtr="0" anchor="t" bIns="22850" lIns="18000" spcFirstLastPara="1" rIns="0" wrap="square" tIns="378000">
            <a:noAutofit/>
          </a:bodyPr>
          <a:lstStyle/>
          <a:p>
            <a:pPr indent="-177800" lvl="0" marL="177800" marR="0" rtl="0" algn="l">
              <a:lnSpc>
                <a:spcPct val="100000"/>
              </a:lnSpc>
              <a:spcBef>
                <a:spcPts val="0"/>
              </a:spcBef>
              <a:spcAft>
                <a:spcPts val="0"/>
              </a:spcAft>
              <a:buClr>
                <a:srgbClr val="1D94C9"/>
              </a:buClr>
              <a:buSzPts val="1100"/>
              <a:buFont typeface="Arial"/>
              <a:buChar char="★"/>
            </a:pPr>
            <a:r>
              <a:rPr b="1" i="0" lang="vi" sz="900" u="none" cap="none" strike="noStrike">
                <a:solidFill>
                  <a:srgbClr val="063D67"/>
                </a:solidFill>
                <a:latin typeface="Calibri"/>
                <a:ea typeface="Calibri"/>
                <a:cs typeface="Calibri"/>
                <a:sym typeface="Calibri"/>
              </a:rPr>
              <a:t>目的：VMO開発ルールの適用確認</a:t>
            </a:r>
            <a:r>
              <a:rPr b="0" i="0" lang="vi" sz="900" u="none" cap="none" strike="noStrike">
                <a:solidFill>
                  <a:srgbClr val="063D67"/>
                </a:solidFill>
                <a:latin typeface="Calibri"/>
                <a:ea typeface="Calibri"/>
                <a:cs typeface="Calibri"/>
                <a:sym typeface="Calibri"/>
              </a:rPr>
              <a:t/>
            </a:r>
            <a:endParaRPr b="0" i="0" sz="1400" u="none" cap="none" strike="noStrike">
              <a:solidFill>
                <a:schemeClr val="lt1"/>
              </a:solidFill>
              <a:latin typeface="Calibri"/>
              <a:ea typeface="Calibri"/>
              <a:cs typeface="Calibri"/>
              <a:sym typeface="Calibri"/>
            </a:endParaRPr>
          </a:p>
          <a:p>
            <a:pPr indent="-114300" lvl="0" marL="177800" marR="0" rtl="0" algn="l">
              <a:lnSpc>
                <a:spcPct val="100000"/>
              </a:lnSpc>
              <a:spcBef>
                <a:spcPts val="0"/>
              </a:spcBef>
              <a:spcAft>
                <a:spcPts val="0"/>
              </a:spcAft>
              <a:buClr>
                <a:srgbClr val="1D94C9"/>
              </a:buClr>
              <a:buSzPts val="1100"/>
              <a:buFont typeface="Arial"/>
              <a:buNone/>
            </a:pPr>
            <a:r>
              <a:t/>
            </a:r>
            <a:endParaRPr b="0" i="0" sz="900" u="none" cap="none" strike="noStrike">
              <a:solidFill>
                <a:srgbClr val="063D67"/>
              </a:solidFill>
              <a:latin typeface="Calibri"/>
              <a:ea typeface="Calibri"/>
              <a:cs typeface="Calibri"/>
              <a:sym typeface="Calibri"/>
            </a:endParaRPr>
          </a:p>
          <a:p>
            <a:pPr indent="-171450" lvl="0" marL="177800" marR="0" rtl="0" algn="l">
              <a:lnSpc>
                <a:spcPct val="100000"/>
              </a:lnSpc>
              <a:spcBef>
                <a:spcPts val="0"/>
              </a:spcBef>
              <a:spcAft>
                <a:spcPts val="0"/>
              </a:spcAft>
              <a:buClr>
                <a:srgbClr val="1D94C9"/>
              </a:buClr>
              <a:buSzPts val="900"/>
              <a:buFont typeface="Merriweather Sans"/>
              <a:buChar char="►"/>
            </a:pPr>
            <a:r>
              <a:rPr b="1" i="0" lang="vi" sz="900" u="none" cap="none" strike="noStrike">
                <a:solidFill>
                  <a:srgbClr val="063D67"/>
                </a:solidFill>
                <a:latin typeface="Calibri"/>
                <a:ea typeface="Calibri"/>
                <a:cs typeface="Calibri"/>
                <a:sym typeface="Calibri"/>
              </a:rPr>
              <a:t>方法：SonarQube静的コード分析</a:t>
            </a:r>
            <a:r>
              <a:rPr b="0" i="0" lang="vi" sz="900" u="none" cap="none" strike="noStrike">
                <a:solidFill>
                  <a:srgbClr val="063D67"/>
                </a:solidFill>
                <a:latin typeface="Calibri"/>
                <a:ea typeface="Calibri"/>
                <a:cs typeface="Calibri"/>
                <a:sym typeface="Calibri"/>
              </a:rPr>
              <a:t/>
            </a:r>
            <a:endParaRPr b="0" i="0" sz="900" u="none" cap="none" strike="noStrike">
              <a:solidFill>
                <a:srgbClr val="063D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63D67"/>
              </a:solidFill>
              <a:latin typeface="Calibri"/>
              <a:ea typeface="Calibri"/>
              <a:cs typeface="Calibri"/>
              <a:sym typeface="Calibri"/>
            </a:endParaRPr>
          </a:p>
          <a:p>
            <a:pPr indent="-177800" lvl="0" marL="177800" marR="0" rtl="0" algn="l">
              <a:lnSpc>
                <a:spcPct val="100000"/>
              </a:lnSpc>
              <a:spcBef>
                <a:spcPts val="0"/>
              </a:spcBef>
              <a:spcAft>
                <a:spcPts val="0"/>
              </a:spcAft>
              <a:buClr>
                <a:srgbClr val="1D94C9"/>
              </a:buClr>
              <a:buSzPts val="1200"/>
              <a:buFont typeface="Noto Sans Symbols"/>
              <a:buChar char="✔"/>
            </a:pPr>
            <a:r>
              <a:rPr b="1" i="0" lang="vi" sz="900" u="none" cap="none" strike="noStrike">
                <a:solidFill>
                  <a:srgbClr val="1D93C9"/>
                </a:solidFill>
                <a:latin typeface="Calibri"/>
                <a:ea typeface="Calibri"/>
                <a:cs typeface="Calibri"/>
                <a:sym typeface="Calibri"/>
              </a:rPr>
              <a:t>結果：品質ステータスGreen</a:t>
            </a:r>
            <a:r>
              <a:rPr b="0" i="0" lang="vi" sz="900" u="none" cap="none" strike="noStrike">
                <a:solidFill>
                  <a:srgbClr val="1D93C9"/>
                </a:solidFill>
                <a:latin typeface="Calibri"/>
                <a:ea typeface="Calibri"/>
                <a:cs typeface="Calibri"/>
                <a:sym typeface="Calibri"/>
              </a:rPr>
              <a:t/>
            </a:r>
            <a:endParaRPr b="0" i="0" sz="900" u="none" cap="none" strike="noStrike">
              <a:solidFill>
                <a:schemeClr val="accent4"/>
              </a:solidFill>
              <a:latin typeface="Calibri"/>
              <a:ea typeface="Calibri"/>
              <a:cs typeface="Calibri"/>
              <a:sym typeface="Calibri"/>
            </a:endParaRPr>
          </a:p>
        </p:txBody>
      </p:sp>
      <p:sp>
        <p:nvSpPr>
          <p:cNvPr id="976" name="Google Shape;976;g3b9d959519f_0_2327"/>
          <p:cNvSpPr/>
          <p:nvPr/>
        </p:nvSpPr>
        <p:spPr>
          <a:xfrm>
            <a:off x="0" y="723901"/>
            <a:ext cx="1800000" cy="4419600"/>
          </a:xfrm>
          <a:prstGeom prst="rect">
            <a:avLst/>
          </a:prstGeom>
          <a:solidFill>
            <a:srgbClr val="C9E9F8"/>
          </a:solidFill>
          <a:ln>
            <a:noFill/>
          </a:ln>
        </p:spPr>
        <p:txBody>
          <a:bodyPr anchorCtr="0" anchor="t" bIns="22850" lIns="45725" spcFirstLastPara="1" rIns="45725" wrap="square" tIns="900000">
            <a:noAutofit/>
          </a:bodyPr>
          <a:lstStyle/>
          <a:p>
            <a:pPr indent="0" lvl="0" marL="0" marR="0" rtl="0" algn="ctr">
              <a:lnSpc>
                <a:spcPct val="100000"/>
              </a:lnSpc>
              <a:spcBef>
                <a:spcPts val="0"/>
              </a:spcBef>
              <a:spcAft>
                <a:spcPts val="0"/>
              </a:spcAft>
              <a:buClr>
                <a:srgbClr val="000000"/>
              </a:buClr>
              <a:buSzPts val="1000"/>
              <a:buFont typeface="Arial"/>
              <a:buNone/>
            </a:pPr>
            <a:r>
              <a:rPr b="1" i="0" lang="vi" sz="1000" u="none" cap="none" strike="noStrike">
                <a:solidFill>
                  <a:schemeClr val="dk1"/>
                </a:solidFill>
                <a:latin typeface="Calibri"/>
                <a:ea typeface="Calibri"/>
                <a:cs typeface="Calibri"/>
                <a:sym typeface="Calibri"/>
              </a:rPr>
              <a:t>アジャイル開発</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300"/>
              </a:spcBef>
              <a:spcAft>
                <a:spcPts val="0"/>
              </a:spcAft>
              <a:buClr>
                <a:schemeClr val="dk1"/>
              </a:buClr>
              <a:buSzPts val="1100"/>
              <a:buFont typeface="Arial"/>
              <a:buChar char="★"/>
            </a:pPr>
            <a:r>
              <a:rPr b="0" i="0" lang="vi" sz="900" u="none" cap="none" strike="noStrike">
                <a:solidFill>
                  <a:schemeClr val="dk1"/>
                </a:solidFill>
                <a:latin typeface="Calibri"/>
                <a:ea typeface="Calibri"/>
                <a:cs typeface="Calibri"/>
                <a:sym typeface="Calibri"/>
              </a:rPr>
              <a:t>自律的なチーム運用</a:t>
            </a:r>
            <a:endParaRPr b="0" i="0" sz="900" u="none" cap="none" strike="noStrike">
              <a:solidFill>
                <a:schemeClr val="dk1"/>
              </a:solidFill>
              <a:latin typeface="Calibri"/>
              <a:ea typeface="Calibri"/>
              <a:cs typeface="Calibri"/>
              <a:sym typeface="Calibri"/>
            </a:endParaRPr>
          </a:p>
          <a:p>
            <a:pPr indent="-177800" lvl="0" marL="177800" marR="0" rtl="0" algn="l">
              <a:lnSpc>
                <a:spcPct val="100000"/>
              </a:lnSpc>
              <a:spcBef>
                <a:spcPts val="300"/>
              </a:spcBef>
              <a:spcAft>
                <a:spcPts val="0"/>
              </a:spcAft>
              <a:buClr>
                <a:schemeClr val="dk1"/>
              </a:buClr>
              <a:buSzPts val="1100"/>
              <a:buFont typeface="Arial"/>
              <a:buChar char="★"/>
            </a:pPr>
            <a:r>
              <a:rPr b="0" i="0" lang="vi" sz="900" u="none" cap="none" strike="noStrike">
                <a:solidFill>
                  <a:schemeClr val="dk1"/>
                </a:solidFill>
                <a:latin typeface="Calibri"/>
                <a:ea typeface="Calibri"/>
                <a:cs typeface="Calibri"/>
                <a:sym typeface="Calibri"/>
              </a:rPr>
              <a:t>ローカル専門知識</a:t>
            </a:r>
            <a:endParaRPr b="0" i="0" sz="700" u="none" cap="none" strike="noStrike">
              <a:solidFill>
                <a:schemeClr val="dk1"/>
              </a:solidFill>
              <a:latin typeface="Arial"/>
              <a:ea typeface="Arial"/>
              <a:cs typeface="Arial"/>
              <a:sym typeface="Arial"/>
            </a:endParaRPr>
          </a:p>
        </p:txBody>
      </p:sp>
      <p:sp>
        <p:nvSpPr>
          <p:cNvPr id="977" name="Google Shape;977;g3b9d959519f_0_2327"/>
          <p:cNvSpPr/>
          <p:nvPr/>
        </p:nvSpPr>
        <p:spPr>
          <a:xfrm>
            <a:off x="2243101" y="881287"/>
            <a:ext cx="2790000" cy="216000"/>
          </a:xfrm>
          <a:prstGeom prst="roundRect">
            <a:avLst>
              <a:gd fmla="val 16667" name="adj"/>
            </a:avLst>
          </a:prstGeom>
          <a:solidFill>
            <a:schemeClr val="accent3"/>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rPr b="1" i="0" lang="vi" sz="900" u="none" cap="none" strike="noStrike">
                <a:solidFill>
                  <a:schemeClr val="lt1"/>
                </a:solidFill>
                <a:latin typeface="Calibri"/>
                <a:ea typeface="Calibri"/>
                <a:cs typeface="Calibri"/>
                <a:sym typeface="Calibri"/>
              </a:rPr>
              <a:t>コード品質 – 自動レビュー</a:t>
            </a:r>
            <a:endParaRPr b="0" i="0" sz="700" u="none" cap="none" strike="noStrike">
              <a:solidFill>
                <a:srgbClr val="000000"/>
              </a:solidFill>
              <a:latin typeface="Arial"/>
              <a:ea typeface="Arial"/>
              <a:cs typeface="Arial"/>
              <a:sym typeface="Arial"/>
            </a:endParaRPr>
          </a:p>
        </p:txBody>
      </p:sp>
      <p:sp>
        <p:nvSpPr>
          <p:cNvPr id="978" name="Google Shape;978;g3b9d959519f_0_2327"/>
          <p:cNvSpPr/>
          <p:nvPr/>
        </p:nvSpPr>
        <p:spPr>
          <a:xfrm>
            <a:off x="5883678" y="847747"/>
            <a:ext cx="2790000" cy="216000"/>
          </a:xfrm>
          <a:prstGeom prst="roundRect">
            <a:avLst>
              <a:gd fmla="val 16667" name="adj"/>
            </a:avLst>
          </a:prstGeom>
          <a:solidFill>
            <a:schemeClr val="accent3"/>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rPr b="1" i="0" lang="vi" sz="900" u="none" cap="none" strike="noStrike">
                <a:solidFill>
                  <a:schemeClr val="lt1"/>
                </a:solidFill>
                <a:latin typeface="Calibri"/>
                <a:ea typeface="Calibri"/>
                <a:cs typeface="Calibri"/>
                <a:sym typeface="Calibri"/>
              </a:rPr>
              <a:t>コード品質 – 手動レビュー</a:t>
            </a:r>
            <a:endParaRPr b="0" i="0" sz="700" u="none" cap="none" strike="noStrike">
              <a:solidFill>
                <a:srgbClr val="000000"/>
              </a:solidFill>
              <a:latin typeface="Arial"/>
              <a:ea typeface="Arial"/>
              <a:cs typeface="Arial"/>
              <a:sym typeface="Arial"/>
            </a:endParaRPr>
          </a:p>
        </p:txBody>
      </p:sp>
      <p:sp>
        <p:nvSpPr>
          <p:cNvPr id="979" name="Google Shape;979;g3b9d959519f_0_2327"/>
          <p:cNvSpPr/>
          <p:nvPr/>
        </p:nvSpPr>
        <p:spPr>
          <a:xfrm>
            <a:off x="2242773" y="2341815"/>
            <a:ext cx="2870400" cy="216000"/>
          </a:xfrm>
          <a:prstGeom prst="roundRect">
            <a:avLst>
              <a:gd fmla="val 16667" name="adj"/>
            </a:avLst>
          </a:prstGeom>
          <a:solidFill>
            <a:schemeClr val="accent3"/>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rPr b="1" i="0" lang="vi" sz="900" u="none" cap="none" strike="noStrike">
                <a:solidFill>
                  <a:schemeClr val="lt1"/>
                </a:solidFill>
                <a:latin typeface="Calibri"/>
                <a:ea typeface="Calibri"/>
                <a:cs typeface="Calibri"/>
                <a:sym typeface="Calibri"/>
              </a:rPr>
              <a:t>ドキュメント品質</a:t>
            </a:r>
            <a:endParaRPr b="0" i="0" sz="700" u="none" cap="none" strike="noStrike">
              <a:solidFill>
                <a:srgbClr val="000000"/>
              </a:solidFill>
              <a:latin typeface="Arial"/>
              <a:ea typeface="Arial"/>
              <a:cs typeface="Arial"/>
              <a:sym typeface="Arial"/>
            </a:endParaRPr>
          </a:p>
        </p:txBody>
      </p:sp>
      <p:sp>
        <p:nvSpPr>
          <p:cNvPr id="980" name="Google Shape;980;g3b9d959519f_0_2327"/>
          <p:cNvSpPr/>
          <p:nvPr/>
        </p:nvSpPr>
        <p:spPr>
          <a:xfrm>
            <a:off x="5895847" y="3766479"/>
            <a:ext cx="2870400" cy="216000"/>
          </a:xfrm>
          <a:prstGeom prst="roundRect">
            <a:avLst>
              <a:gd fmla="val 16667" name="adj"/>
            </a:avLst>
          </a:prstGeom>
          <a:solidFill>
            <a:schemeClr val="accent3"/>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rPr b="1" i="0" lang="vi" sz="900" u="none" cap="none" strike="noStrike">
                <a:solidFill>
                  <a:schemeClr val="lt1"/>
                </a:solidFill>
                <a:latin typeface="Calibri"/>
                <a:ea typeface="Calibri"/>
                <a:cs typeface="Calibri"/>
                <a:sym typeface="Calibri"/>
              </a:rPr>
              <a:t>プロダクト品質 – 自動テスト</a:t>
            </a:r>
            <a:endParaRPr b="0" i="0" sz="700" u="none" cap="none" strike="noStrike">
              <a:solidFill>
                <a:srgbClr val="000000"/>
              </a:solidFill>
              <a:latin typeface="Arial"/>
              <a:ea typeface="Arial"/>
              <a:cs typeface="Arial"/>
              <a:sym typeface="Arial"/>
            </a:endParaRPr>
          </a:p>
        </p:txBody>
      </p:sp>
      <p:sp>
        <p:nvSpPr>
          <p:cNvPr id="981" name="Google Shape;981;g3b9d959519f_0_2327"/>
          <p:cNvSpPr/>
          <p:nvPr/>
        </p:nvSpPr>
        <p:spPr>
          <a:xfrm>
            <a:off x="180000" y="946402"/>
            <a:ext cx="1440000" cy="514200"/>
          </a:xfrm>
          <a:prstGeom prst="roundRect">
            <a:avLst>
              <a:gd fmla="val 11358" name="adj"/>
            </a:avLst>
          </a:prstGeom>
          <a:solidFill>
            <a:schemeClr val="lt1"/>
          </a:solidFill>
          <a:ln cap="flat" cmpd="sng" w="19050">
            <a:solidFill>
              <a:srgbClr val="1D93C9"/>
            </a:solidFill>
            <a:prstDash val="solid"/>
            <a:miter lim="800000"/>
            <a:headEnd len="sm" w="sm" type="none"/>
            <a:tailEnd len="sm" w="sm" type="none"/>
          </a:ln>
        </p:spPr>
        <p:txBody>
          <a:bodyPr anchorCtr="0" anchor="ctr" bIns="22850" lIns="504000" spcFirstLastPara="1" rIns="45725" wrap="square" tIns="22850">
            <a:noAutofit/>
          </a:bodyPr>
          <a:lstStyle/>
          <a:p>
            <a:pPr indent="0" lvl="0" marL="0" marR="0" rtl="0" algn="l">
              <a:lnSpc>
                <a:spcPct val="100000"/>
              </a:lnSpc>
              <a:spcBef>
                <a:spcPts val="0"/>
              </a:spcBef>
              <a:spcAft>
                <a:spcPts val="0"/>
              </a:spcAft>
              <a:buClr>
                <a:srgbClr val="000000"/>
              </a:buClr>
              <a:buSzPts val="1000"/>
              <a:buFont typeface="Arial"/>
              <a:buNone/>
            </a:pPr>
            <a:r>
              <a:rPr b="1" i="0" lang="vi" sz="1000" u="none" cap="none" strike="noStrike">
                <a:solidFill>
                  <a:schemeClr val="dk1"/>
                </a:solidFill>
                <a:latin typeface="Calibri"/>
                <a:ea typeface="Calibri"/>
                <a:cs typeface="Calibri"/>
                <a:sym typeface="Calibri"/>
              </a:rPr>
              <a:t>チーム体制</a:t>
            </a:r>
            <a:r>
              <a:rPr b="1" i="0" lang="vi" sz="1000" u="none" cap="none" strike="noStrike">
                <a:solidFill>
                  <a:schemeClr val="lt1"/>
                </a:solidFill>
                <a:latin typeface="Calibri"/>
                <a:ea typeface="Calibri"/>
                <a:cs typeface="Calibri"/>
                <a:sym typeface="Calibri"/>
              </a:rPr>
              <a:t/>
            </a:r>
            <a:r>
              <a:rPr b="1" i="0" lang="vi" sz="1000" u="none" cap="none" strike="noStrike">
                <a:solidFill>
                  <a:schemeClr val="dk1"/>
                </a:solidFill>
                <a:latin typeface="Calibri"/>
                <a:ea typeface="Calibri"/>
                <a:cs typeface="Calibri"/>
                <a:sym typeface="Calibri"/>
              </a:rPr>
              <a:t/>
            </a:r>
            <a:endParaRPr b="0" i="0" sz="700" u="none" cap="none" strike="noStrike">
              <a:solidFill>
                <a:srgbClr val="000000"/>
              </a:solidFill>
              <a:latin typeface="Arial"/>
              <a:ea typeface="Arial"/>
              <a:cs typeface="Arial"/>
              <a:sym typeface="Arial"/>
            </a:endParaRPr>
          </a:p>
        </p:txBody>
      </p:sp>
      <p:grpSp>
        <p:nvGrpSpPr>
          <p:cNvPr id="982" name="Google Shape;982;g3b9d959519f_0_2327"/>
          <p:cNvGrpSpPr/>
          <p:nvPr/>
        </p:nvGrpSpPr>
        <p:grpSpPr>
          <a:xfrm>
            <a:off x="266942" y="1020229"/>
            <a:ext cx="332814" cy="366863"/>
            <a:chOff x="6634696" y="5453020"/>
            <a:chExt cx="640766" cy="706321"/>
          </a:xfrm>
        </p:grpSpPr>
        <p:sp>
          <p:nvSpPr>
            <p:cNvPr id="983" name="Google Shape;983;g3b9d959519f_0_2327"/>
            <p:cNvSpPr/>
            <p:nvPr/>
          </p:nvSpPr>
          <p:spPr>
            <a:xfrm>
              <a:off x="6634696" y="5519342"/>
              <a:ext cx="640766" cy="639999"/>
            </a:xfrm>
            <a:custGeom>
              <a:rect b="b" l="l" r="r" t="t"/>
              <a:pathLst>
                <a:path extrusionOk="0" h="639999" w="640766">
                  <a:moveTo>
                    <a:pt x="640766" y="330324"/>
                  </a:moveTo>
                  <a:lnTo>
                    <a:pt x="640766" y="247497"/>
                  </a:lnTo>
                  <a:cubicBezTo>
                    <a:pt x="640766" y="224528"/>
                    <a:pt x="625965" y="204659"/>
                    <a:pt x="603943" y="198062"/>
                  </a:cubicBezTo>
                  <a:lnTo>
                    <a:pt x="537417" y="178125"/>
                  </a:lnTo>
                  <a:lnTo>
                    <a:pt x="537417" y="162445"/>
                  </a:lnTo>
                  <a:cubicBezTo>
                    <a:pt x="556133" y="149370"/>
                    <a:pt x="568421" y="127723"/>
                    <a:pt x="568421" y="103236"/>
                  </a:cubicBezTo>
                  <a:lnTo>
                    <a:pt x="568421" y="72258"/>
                  </a:lnTo>
                  <a:cubicBezTo>
                    <a:pt x="568421" y="32414"/>
                    <a:pt x="535968" y="0"/>
                    <a:pt x="496077" y="0"/>
                  </a:cubicBezTo>
                  <a:cubicBezTo>
                    <a:pt x="456185" y="0"/>
                    <a:pt x="423732" y="32414"/>
                    <a:pt x="423732" y="72258"/>
                  </a:cubicBezTo>
                  <a:lnTo>
                    <a:pt x="423732" y="103226"/>
                  </a:lnTo>
                  <a:cubicBezTo>
                    <a:pt x="423732" y="127721"/>
                    <a:pt x="436021" y="149370"/>
                    <a:pt x="454737" y="162435"/>
                  </a:cubicBezTo>
                  <a:lnTo>
                    <a:pt x="454737" y="178115"/>
                  </a:lnTo>
                  <a:lnTo>
                    <a:pt x="396108" y="195685"/>
                  </a:lnTo>
                  <a:cubicBezTo>
                    <a:pt x="374107" y="176034"/>
                    <a:pt x="346074" y="165161"/>
                    <a:pt x="316310" y="165161"/>
                  </a:cubicBezTo>
                  <a:cubicBezTo>
                    <a:pt x="286668" y="165161"/>
                    <a:pt x="259548" y="176008"/>
                    <a:pt x="238591" y="193881"/>
                  </a:cubicBezTo>
                  <a:lnTo>
                    <a:pt x="186029" y="178125"/>
                  </a:lnTo>
                  <a:lnTo>
                    <a:pt x="186029" y="162445"/>
                  </a:lnTo>
                  <a:cubicBezTo>
                    <a:pt x="204745" y="149370"/>
                    <a:pt x="217034" y="127723"/>
                    <a:pt x="217034" y="103236"/>
                  </a:cubicBezTo>
                  <a:lnTo>
                    <a:pt x="217034" y="72258"/>
                  </a:lnTo>
                  <a:cubicBezTo>
                    <a:pt x="217034" y="32414"/>
                    <a:pt x="184581" y="0"/>
                    <a:pt x="144689" y="0"/>
                  </a:cubicBezTo>
                  <a:cubicBezTo>
                    <a:pt x="104798" y="0"/>
                    <a:pt x="72345" y="32414"/>
                    <a:pt x="72345" y="72258"/>
                  </a:cubicBezTo>
                  <a:lnTo>
                    <a:pt x="72345" y="103226"/>
                  </a:lnTo>
                  <a:cubicBezTo>
                    <a:pt x="72345" y="127721"/>
                    <a:pt x="84633" y="149370"/>
                    <a:pt x="103349" y="162435"/>
                  </a:cubicBezTo>
                  <a:lnTo>
                    <a:pt x="103349" y="178115"/>
                  </a:lnTo>
                  <a:lnTo>
                    <a:pt x="36823" y="198049"/>
                  </a:lnTo>
                  <a:cubicBezTo>
                    <a:pt x="14801" y="204658"/>
                    <a:pt x="0" y="224526"/>
                    <a:pt x="0" y="247495"/>
                  </a:cubicBezTo>
                  <a:lnTo>
                    <a:pt x="0" y="330323"/>
                  </a:lnTo>
                  <a:lnTo>
                    <a:pt x="20670" y="330323"/>
                  </a:lnTo>
                  <a:lnTo>
                    <a:pt x="20670" y="247495"/>
                  </a:lnTo>
                  <a:cubicBezTo>
                    <a:pt x="20670" y="233715"/>
                    <a:pt x="29546" y="221790"/>
                    <a:pt x="42767" y="217839"/>
                  </a:cubicBezTo>
                  <a:lnTo>
                    <a:pt x="109314" y="197894"/>
                  </a:lnTo>
                  <a:cubicBezTo>
                    <a:pt x="115329" y="205697"/>
                    <a:pt x="126966" y="216775"/>
                    <a:pt x="144689" y="216775"/>
                  </a:cubicBezTo>
                  <a:cubicBezTo>
                    <a:pt x="162412" y="216775"/>
                    <a:pt x="174049" y="205697"/>
                    <a:pt x="180064" y="197894"/>
                  </a:cubicBezTo>
                  <a:lnTo>
                    <a:pt x="222449" y="210591"/>
                  </a:lnTo>
                  <a:cubicBezTo>
                    <a:pt x="208996" y="227492"/>
                    <a:pt x="200033" y="248061"/>
                    <a:pt x="197313" y="270565"/>
                  </a:cubicBezTo>
                  <a:cubicBezTo>
                    <a:pt x="184117" y="256559"/>
                    <a:pt x="165430" y="247742"/>
                    <a:pt x="144690" y="247742"/>
                  </a:cubicBezTo>
                  <a:cubicBezTo>
                    <a:pt x="104799" y="247742"/>
                    <a:pt x="72346" y="280156"/>
                    <a:pt x="72346" y="320000"/>
                  </a:cubicBezTo>
                  <a:lnTo>
                    <a:pt x="72346" y="350968"/>
                  </a:lnTo>
                  <a:cubicBezTo>
                    <a:pt x="72346" y="375463"/>
                    <a:pt x="84634" y="397112"/>
                    <a:pt x="103351" y="410177"/>
                  </a:cubicBezTo>
                  <a:lnTo>
                    <a:pt x="103351" y="425857"/>
                  </a:lnTo>
                  <a:lnTo>
                    <a:pt x="36825" y="445791"/>
                  </a:lnTo>
                  <a:cubicBezTo>
                    <a:pt x="14801" y="452400"/>
                    <a:pt x="0" y="472268"/>
                    <a:pt x="0" y="495237"/>
                  </a:cubicBezTo>
                  <a:lnTo>
                    <a:pt x="0" y="588387"/>
                  </a:lnTo>
                  <a:lnTo>
                    <a:pt x="124019" y="588387"/>
                  </a:lnTo>
                  <a:cubicBezTo>
                    <a:pt x="129711" y="588387"/>
                    <a:pt x="134354" y="593025"/>
                    <a:pt x="134354" y="598710"/>
                  </a:cubicBezTo>
                  <a:lnTo>
                    <a:pt x="134354" y="640000"/>
                  </a:lnTo>
                  <a:lnTo>
                    <a:pt x="506412" y="640000"/>
                  </a:lnTo>
                  <a:lnTo>
                    <a:pt x="506412" y="598710"/>
                  </a:lnTo>
                  <a:cubicBezTo>
                    <a:pt x="506412" y="593025"/>
                    <a:pt x="511055" y="588387"/>
                    <a:pt x="516747" y="588387"/>
                  </a:cubicBezTo>
                  <a:lnTo>
                    <a:pt x="640766" y="588387"/>
                  </a:lnTo>
                  <a:lnTo>
                    <a:pt x="640766" y="495237"/>
                  </a:lnTo>
                  <a:cubicBezTo>
                    <a:pt x="640766" y="472268"/>
                    <a:pt x="625965" y="452400"/>
                    <a:pt x="603943" y="445803"/>
                  </a:cubicBezTo>
                  <a:lnTo>
                    <a:pt x="537417" y="425867"/>
                  </a:lnTo>
                  <a:lnTo>
                    <a:pt x="537417" y="410187"/>
                  </a:lnTo>
                  <a:cubicBezTo>
                    <a:pt x="556133" y="397112"/>
                    <a:pt x="568421" y="375465"/>
                    <a:pt x="568421" y="350978"/>
                  </a:cubicBezTo>
                  <a:lnTo>
                    <a:pt x="568421" y="320010"/>
                  </a:lnTo>
                  <a:cubicBezTo>
                    <a:pt x="568421" y="280166"/>
                    <a:pt x="535968" y="247752"/>
                    <a:pt x="496077" y="247752"/>
                  </a:cubicBezTo>
                  <a:cubicBezTo>
                    <a:pt x="475841" y="247752"/>
                    <a:pt x="457548" y="256114"/>
                    <a:pt x="444402" y="269532"/>
                  </a:cubicBezTo>
                  <a:lnTo>
                    <a:pt x="444402" y="259748"/>
                  </a:lnTo>
                  <a:cubicBezTo>
                    <a:pt x="444402" y="239360"/>
                    <a:pt x="433310" y="221009"/>
                    <a:pt x="416002" y="211306"/>
                  </a:cubicBezTo>
                  <a:lnTo>
                    <a:pt x="460703" y="197903"/>
                  </a:lnTo>
                  <a:cubicBezTo>
                    <a:pt x="466718" y="205695"/>
                    <a:pt x="478355" y="216774"/>
                    <a:pt x="496078" y="216774"/>
                  </a:cubicBezTo>
                  <a:cubicBezTo>
                    <a:pt x="513801" y="216774"/>
                    <a:pt x="525438" y="205695"/>
                    <a:pt x="531453" y="197893"/>
                  </a:cubicBezTo>
                  <a:lnTo>
                    <a:pt x="598010" y="217837"/>
                  </a:lnTo>
                  <a:cubicBezTo>
                    <a:pt x="611220" y="221790"/>
                    <a:pt x="620096" y="233715"/>
                    <a:pt x="620096" y="247495"/>
                  </a:cubicBezTo>
                  <a:lnTo>
                    <a:pt x="620096" y="330323"/>
                  </a:lnTo>
                  <a:lnTo>
                    <a:pt x="640766" y="330324"/>
                  </a:lnTo>
                  <a:lnTo>
                    <a:pt x="640766" y="330324"/>
                  </a:lnTo>
                  <a:close/>
                  <a:moveTo>
                    <a:pt x="144689" y="20646"/>
                  </a:moveTo>
                  <a:cubicBezTo>
                    <a:pt x="173181" y="20646"/>
                    <a:pt x="196364" y="43801"/>
                    <a:pt x="196364" y="72259"/>
                  </a:cubicBezTo>
                  <a:lnTo>
                    <a:pt x="148968" y="72259"/>
                  </a:lnTo>
                  <a:cubicBezTo>
                    <a:pt x="142403" y="72259"/>
                    <a:pt x="135964" y="69599"/>
                    <a:pt x="131326" y="64961"/>
                  </a:cubicBezTo>
                  <a:lnTo>
                    <a:pt x="124019" y="57662"/>
                  </a:lnTo>
                  <a:lnTo>
                    <a:pt x="116712" y="64960"/>
                  </a:lnTo>
                  <a:cubicBezTo>
                    <a:pt x="112075" y="69597"/>
                    <a:pt x="105636" y="72258"/>
                    <a:pt x="99071" y="72258"/>
                  </a:cubicBezTo>
                  <a:lnTo>
                    <a:pt x="93014" y="72258"/>
                  </a:lnTo>
                  <a:cubicBezTo>
                    <a:pt x="93014" y="43801"/>
                    <a:pt x="116197" y="20646"/>
                    <a:pt x="144689" y="20646"/>
                  </a:cubicBezTo>
                  <a:close/>
                  <a:moveTo>
                    <a:pt x="93014" y="103227"/>
                  </a:moveTo>
                  <a:lnTo>
                    <a:pt x="93014" y="92905"/>
                  </a:lnTo>
                  <a:lnTo>
                    <a:pt x="99071" y="92905"/>
                  </a:lnTo>
                  <a:cubicBezTo>
                    <a:pt x="108074" y="92905"/>
                    <a:pt x="116672" y="90324"/>
                    <a:pt x="124019" y="85506"/>
                  </a:cubicBezTo>
                  <a:cubicBezTo>
                    <a:pt x="131367" y="90324"/>
                    <a:pt x="139966" y="92905"/>
                    <a:pt x="148968" y="92905"/>
                  </a:cubicBezTo>
                  <a:lnTo>
                    <a:pt x="196364" y="92905"/>
                  </a:lnTo>
                  <a:lnTo>
                    <a:pt x="196364" y="103227"/>
                  </a:lnTo>
                  <a:cubicBezTo>
                    <a:pt x="196364" y="131685"/>
                    <a:pt x="173181" y="154840"/>
                    <a:pt x="144689" y="154840"/>
                  </a:cubicBezTo>
                  <a:cubicBezTo>
                    <a:pt x="116197" y="154840"/>
                    <a:pt x="93014" y="131684"/>
                    <a:pt x="93014" y="103227"/>
                  </a:cubicBezTo>
                  <a:close/>
                  <a:moveTo>
                    <a:pt x="144689" y="196130"/>
                  </a:moveTo>
                  <a:cubicBezTo>
                    <a:pt x="133703" y="196130"/>
                    <a:pt x="126582" y="186911"/>
                    <a:pt x="124019" y="182970"/>
                  </a:cubicBezTo>
                  <a:lnTo>
                    <a:pt x="124019" y="172452"/>
                  </a:lnTo>
                  <a:cubicBezTo>
                    <a:pt x="130569" y="174403"/>
                    <a:pt x="137508" y="175486"/>
                    <a:pt x="144689" y="175486"/>
                  </a:cubicBezTo>
                  <a:cubicBezTo>
                    <a:pt x="151871" y="175486"/>
                    <a:pt x="158809" y="174403"/>
                    <a:pt x="165359" y="172443"/>
                  </a:cubicBezTo>
                  <a:lnTo>
                    <a:pt x="165359" y="182961"/>
                  </a:lnTo>
                  <a:cubicBezTo>
                    <a:pt x="162796" y="186921"/>
                    <a:pt x="155675" y="196130"/>
                    <a:pt x="144689" y="196130"/>
                  </a:cubicBezTo>
                  <a:close/>
                  <a:moveTo>
                    <a:pt x="428773" y="377310"/>
                  </a:moveTo>
                  <a:cubicBezTo>
                    <a:pt x="434036" y="390662"/>
                    <a:pt x="443119" y="402077"/>
                    <a:pt x="454737" y="410187"/>
                  </a:cubicBezTo>
                  <a:lnTo>
                    <a:pt x="454737" y="425867"/>
                  </a:lnTo>
                  <a:lnTo>
                    <a:pt x="388222" y="445801"/>
                  </a:lnTo>
                  <a:cubicBezTo>
                    <a:pt x="386032" y="446452"/>
                    <a:pt x="383902" y="447298"/>
                    <a:pt x="381823" y="448236"/>
                  </a:cubicBezTo>
                  <a:lnTo>
                    <a:pt x="372058" y="445988"/>
                  </a:lnTo>
                  <a:lnTo>
                    <a:pt x="372058" y="425650"/>
                  </a:lnTo>
                  <a:cubicBezTo>
                    <a:pt x="383104" y="416785"/>
                    <a:pt x="391809" y="405141"/>
                    <a:pt x="397153" y="391795"/>
                  </a:cubicBezTo>
                  <a:cubicBezTo>
                    <a:pt x="409058" y="390752"/>
                    <a:pt x="420220" y="385692"/>
                    <a:pt x="428773" y="377310"/>
                  </a:cubicBezTo>
                  <a:close/>
                  <a:moveTo>
                    <a:pt x="320383" y="443872"/>
                  </a:moveTo>
                  <a:cubicBezTo>
                    <a:pt x="331348" y="443872"/>
                    <a:pt x="341810" y="441685"/>
                    <a:pt x="351388" y="437794"/>
                  </a:cubicBezTo>
                  <a:lnTo>
                    <a:pt x="351388" y="449034"/>
                  </a:lnTo>
                  <a:lnTo>
                    <a:pt x="320383" y="472259"/>
                  </a:lnTo>
                  <a:lnTo>
                    <a:pt x="289378" y="449034"/>
                  </a:lnTo>
                  <a:lnTo>
                    <a:pt x="289378" y="437794"/>
                  </a:lnTo>
                  <a:cubicBezTo>
                    <a:pt x="298956" y="441684"/>
                    <a:pt x="309418" y="443872"/>
                    <a:pt x="320383" y="443872"/>
                  </a:cubicBezTo>
                  <a:close/>
                  <a:moveTo>
                    <a:pt x="276687" y="465333"/>
                  </a:moveTo>
                  <a:lnTo>
                    <a:pt x="301883" y="484214"/>
                  </a:lnTo>
                  <a:lnTo>
                    <a:pt x="275966" y="499748"/>
                  </a:lnTo>
                  <a:lnTo>
                    <a:pt x="269411" y="467017"/>
                  </a:lnTo>
                  <a:lnTo>
                    <a:pt x="276687" y="465333"/>
                  </a:lnTo>
                  <a:close/>
                  <a:moveTo>
                    <a:pt x="308963" y="547098"/>
                  </a:moveTo>
                  <a:lnTo>
                    <a:pt x="331803" y="547098"/>
                  </a:lnTo>
                  <a:lnTo>
                    <a:pt x="339842" y="619356"/>
                  </a:lnTo>
                  <a:lnTo>
                    <a:pt x="300925" y="619356"/>
                  </a:lnTo>
                  <a:lnTo>
                    <a:pt x="308963" y="547098"/>
                  </a:lnTo>
                  <a:close/>
                  <a:moveTo>
                    <a:pt x="333599" y="526453"/>
                  </a:moveTo>
                  <a:lnTo>
                    <a:pt x="307156" y="526453"/>
                  </a:lnTo>
                  <a:lnTo>
                    <a:pt x="301221" y="508676"/>
                  </a:lnTo>
                  <a:lnTo>
                    <a:pt x="320383" y="497199"/>
                  </a:lnTo>
                  <a:lnTo>
                    <a:pt x="339534" y="508676"/>
                  </a:lnTo>
                  <a:lnTo>
                    <a:pt x="333599" y="526453"/>
                  </a:lnTo>
                  <a:close/>
                  <a:moveTo>
                    <a:pt x="338883" y="484214"/>
                  </a:moveTo>
                  <a:lnTo>
                    <a:pt x="364079" y="465333"/>
                  </a:lnTo>
                  <a:lnTo>
                    <a:pt x="371356" y="467006"/>
                  </a:lnTo>
                  <a:lnTo>
                    <a:pt x="364801" y="499738"/>
                  </a:lnTo>
                  <a:lnTo>
                    <a:pt x="338883" y="484214"/>
                  </a:lnTo>
                  <a:close/>
                  <a:moveTo>
                    <a:pt x="415674" y="361477"/>
                  </a:moveTo>
                  <a:cubicBezTo>
                    <a:pt x="412095" y="365399"/>
                    <a:pt x="407549" y="368146"/>
                    <a:pt x="402619" y="369819"/>
                  </a:cubicBezTo>
                  <a:cubicBezTo>
                    <a:pt x="402907" y="367012"/>
                    <a:pt x="403064" y="364169"/>
                    <a:pt x="403064" y="361292"/>
                  </a:cubicBezTo>
                  <a:lnTo>
                    <a:pt x="403064" y="311897"/>
                  </a:lnTo>
                  <a:cubicBezTo>
                    <a:pt x="414185" y="316111"/>
                    <a:pt x="422462" y="325884"/>
                    <a:pt x="423577" y="337563"/>
                  </a:cubicBezTo>
                  <a:cubicBezTo>
                    <a:pt x="424424" y="346448"/>
                    <a:pt x="421623" y="354930"/>
                    <a:pt x="415674" y="361477"/>
                  </a:cubicBezTo>
                  <a:close/>
                  <a:moveTo>
                    <a:pt x="382393" y="361292"/>
                  </a:moveTo>
                  <a:cubicBezTo>
                    <a:pt x="382393" y="395450"/>
                    <a:pt x="354583" y="423227"/>
                    <a:pt x="320383" y="423227"/>
                  </a:cubicBezTo>
                  <a:cubicBezTo>
                    <a:pt x="286183" y="423227"/>
                    <a:pt x="258373" y="395450"/>
                    <a:pt x="258373" y="361292"/>
                  </a:cubicBezTo>
                  <a:lnTo>
                    <a:pt x="258373" y="309679"/>
                  </a:lnTo>
                  <a:lnTo>
                    <a:pt x="293461" y="309679"/>
                  </a:lnTo>
                  <a:cubicBezTo>
                    <a:pt x="315983" y="309679"/>
                    <a:pt x="337898" y="304063"/>
                    <a:pt x="357493" y="293338"/>
                  </a:cubicBezTo>
                  <a:lnTo>
                    <a:pt x="365668" y="309679"/>
                  </a:lnTo>
                  <a:lnTo>
                    <a:pt x="382393" y="309679"/>
                  </a:lnTo>
                  <a:lnTo>
                    <a:pt x="382393" y="361292"/>
                  </a:lnTo>
                  <a:close/>
                  <a:moveTo>
                    <a:pt x="238148" y="369819"/>
                  </a:moveTo>
                  <a:cubicBezTo>
                    <a:pt x="233218" y="368146"/>
                    <a:pt x="228671" y="365399"/>
                    <a:pt x="225094" y="361477"/>
                  </a:cubicBezTo>
                  <a:cubicBezTo>
                    <a:pt x="219145" y="354941"/>
                    <a:pt x="216333" y="346448"/>
                    <a:pt x="217181" y="337581"/>
                  </a:cubicBezTo>
                  <a:cubicBezTo>
                    <a:pt x="218296" y="325892"/>
                    <a:pt x="226582" y="316119"/>
                    <a:pt x="237705" y="311906"/>
                  </a:cubicBezTo>
                  <a:lnTo>
                    <a:pt x="237705" y="361290"/>
                  </a:lnTo>
                  <a:cubicBezTo>
                    <a:pt x="237704" y="364169"/>
                    <a:pt x="237860" y="367012"/>
                    <a:pt x="238148" y="369819"/>
                  </a:cubicBezTo>
                  <a:close/>
                  <a:moveTo>
                    <a:pt x="243613" y="391795"/>
                  </a:moveTo>
                  <a:cubicBezTo>
                    <a:pt x="248947" y="405142"/>
                    <a:pt x="257651" y="416785"/>
                    <a:pt x="268708" y="425650"/>
                  </a:cubicBezTo>
                  <a:lnTo>
                    <a:pt x="268708" y="445988"/>
                  </a:lnTo>
                  <a:lnTo>
                    <a:pt x="258943" y="448236"/>
                  </a:lnTo>
                  <a:cubicBezTo>
                    <a:pt x="256854" y="447298"/>
                    <a:pt x="254734" y="446462"/>
                    <a:pt x="252555" y="445801"/>
                  </a:cubicBezTo>
                  <a:lnTo>
                    <a:pt x="186029" y="425867"/>
                  </a:lnTo>
                  <a:lnTo>
                    <a:pt x="186029" y="410187"/>
                  </a:lnTo>
                  <a:cubicBezTo>
                    <a:pt x="197635" y="402077"/>
                    <a:pt x="206728" y="390661"/>
                    <a:pt x="211993" y="377310"/>
                  </a:cubicBezTo>
                  <a:cubicBezTo>
                    <a:pt x="220546" y="385692"/>
                    <a:pt x="231708" y="390752"/>
                    <a:pt x="243613" y="391795"/>
                  </a:cubicBezTo>
                  <a:close/>
                  <a:moveTo>
                    <a:pt x="144689" y="268388"/>
                  </a:moveTo>
                  <a:cubicBezTo>
                    <a:pt x="173181" y="268388"/>
                    <a:pt x="196364" y="291543"/>
                    <a:pt x="196364" y="320001"/>
                  </a:cubicBezTo>
                  <a:lnTo>
                    <a:pt x="190308" y="320001"/>
                  </a:lnTo>
                  <a:cubicBezTo>
                    <a:pt x="183742" y="320001"/>
                    <a:pt x="177304" y="317341"/>
                    <a:pt x="172666" y="312703"/>
                  </a:cubicBezTo>
                  <a:lnTo>
                    <a:pt x="165359" y="305404"/>
                  </a:lnTo>
                  <a:lnTo>
                    <a:pt x="158052" y="312702"/>
                  </a:lnTo>
                  <a:cubicBezTo>
                    <a:pt x="153414" y="317339"/>
                    <a:pt x="146976" y="320000"/>
                    <a:pt x="140410" y="320000"/>
                  </a:cubicBezTo>
                  <a:lnTo>
                    <a:pt x="93014" y="320000"/>
                  </a:lnTo>
                  <a:cubicBezTo>
                    <a:pt x="93014" y="291543"/>
                    <a:pt x="116197" y="268388"/>
                    <a:pt x="144689" y="268388"/>
                  </a:cubicBezTo>
                  <a:close/>
                  <a:moveTo>
                    <a:pt x="93014" y="350969"/>
                  </a:moveTo>
                  <a:lnTo>
                    <a:pt x="93014" y="340646"/>
                  </a:lnTo>
                  <a:lnTo>
                    <a:pt x="140410" y="340646"/>
                  </a:lnTo>
                  <a:cubicBezTo>
                    <a:pt x="149413" y="340646"/>
                    <a:pt x="158012" y="338066"/>
                    <a:pt x="165359" y="333248"/>
                  </a:cubicBezTo>
                  <a:cubicBezTo>
                    <a:pt x="172707" y="338066"/>
                    <a:pt x="181306" y="340646"/>
                    <a:pt x="190308" y="340646"/>
                  </a:cubicBezTo>
                  <a:lnTo>
                    <a:pt x="196364" y="340646"/>
                  </a:lnTo>
                  <a:lnTo>
                    <a:pt x="196364" y="350969"/>
                  </a:lnTo>
                  <a:cubicBezTo>
                    <a:pt x="196364" y="379427"/>
                    <a:pt x="173181" y="402582"/>
                    <a:pt x="144689" y="402582"/>
                  </a:cubicBezTo>
                  <a:cubicBezTo>
                    <a:pt x="116197" y="402582"/>
                    <a:pt x="93014" y="379426"/>
                    <a:pt x="93014" y="350969"/>
                  </a:cubicBezTo>
                  <a:close/>
                  <a:moveTo>
                    <a:pt x="144689" y="423227"/>
                  </a:moveTo>
                  <a:cubicBezTo>
                    <a:pt x="151871" y="423227"/>
                    <a:pt x="158809" y="422143"/>
                    <a:pt x="165359" y="420183"/>
                  </a:cubicBezTo>
                  <a:lnTo>
                    <a:pt x="165359" y="430702"/>
                  </a:lnTo>
                  <a:cubicBezTo>
                    <a:pt x="162796" y="434663"/>
                    <a:pt x="155675" y="443872"/>
                    <a:pt x="144689" y="443872"/>
                  </a:cubicBezTo>
                  <a:cubicBezTo>
                    <a:pt x="133703" y="443872"/>
                    <a:pt x="126582" y="434653"/>
                    <a:pt x="124019" y="430712"/>
                  </a:cubicBezTo>
                  <a:lnTo>
                    <a:pt x="124019" y="420194"/>
                  </a:lnTo>
                  <a:cubicBezTo>
                    <a:pt x="130569" y="422143"/>
                    <a:pt x="137508" y="423227"/>
                    <a:pt x="144689" y="423227"/>
                  </a:cubicBezTo>
                  <a:close/>
                  <a:moveTo>
                    <a:pt x="124019" y="567743"/>
                  </a:moveTo>
                  <a:lnTo>
                    <a:pt x="82679" y="567743"/>
                  </a:lnTo>
                  <a:lnTo>
                    <a:pt x="82679" y="495485"/>
                  </a:lnTo>
                  <a:lnTo>
                    <a:pt x="62010" y="495485"/>
                  </a:lnTo>
                  <a:lnTo>
                    <a:pt x="62010" y="567743"/>
                  </a:lnTo>
                  <a:lnTo>
                    <a:pt x="20670" y="567743"/>
                  </a:lnTo>
                  <a:lnTo>
                    <a:pt x="20670" y="495239"/>
                  </a:lnTo>
                  <a:cubicBezTo>
                    <a:pt x="20670" y="481458"/>
                    <a:pt x="29546" y="469533"/>
                    <a:pt x="42767" y="465582"/>
                  </a:cubicBezTo>
                  <a:lnTo>
                    <a:pt x="109314" y="445637"/>
                  </a:lnTo>
                  <a:cubicBezTo>
                    <a:pt x="115329" y="453440"/>
                    <a:pt x="126966" y="464519"/>
                    <a:pt x="144689" y="464519"/>
                  </a:cubicBezTo>
                  <a:cubicBezTo>
                    <a:pt x="162412" y="464519"/>
                    <a:pt x="174049" y="453440"/>
                    <a:pt x="180064" y="445637"/>
                  </a:cubicBezTo>
                  <a:lnTo>
                    <a:pt x="219254" y="457386"/>
                  </a:lnTo>
                  <a:lnTo>
                    <a:pt x="190430" y="464025"/>
                  </a:lnTo>
                  <a:cubicBezTo>
                    <a:pt x="157411" y="471639"/>
                    <a:pt x="134354" y="500595"/>
                    <a:pt x="134354" y="534431"/>
                  </a:cubicBezTo>
                  <a:lnTo>
                    <a:pt x="134354" y="547097"/>
                  </a:lnTo>
                  <a:lnTo>
                    <a:pt x="155024" y="547097"/>
                  </a:lnTo>
                  <a:lnTo>
                    <a:pt x="155024" y="534431"/>
                  </a:lnTo>
                  <a:cubicBezTo>
                    <a:pt x="155024" y="510258"/>
                    <a:pt x="171501" y="489582"/>
                    <a:pt x="195082" y="484138"/>
                  </a:cubicBezTo>
                  <a:lnTo>
                    <a:pt x="249261" y="471648"/>
                  </a:lnTo>
                  <a:lnTo>
                    <a:pt x="261443" y="532510"/>
                  </a:lnTo>
                  <a:lnTo>
                    <a:pt x="283066" y="519556"/>
                  </a:lnTo>
                  <a:lnTo>
                    <a:pt x="289182" y="537888"/>
                  </a:lnTo>
                  <a:lnTo>
                    <a:pt x="280128" y="619355"/>
                  </a:lnTo>
                  <a:lnTo>
                    <a:pt x="227369" y="619355"/>
                  </a:lnTo>
                  <a:lnTo>
                    <a:pt x="227369" y="536774"/>
                  </a:lnTo>
                  <a:lnTo>
                    <a:pt x="206699" y="536774"/>
                  </a:lnTo>
                  <a:lnTo>
                    <a:pt x="206699" y="619355"/>
                  </a:lnTo>
                  <a:lnTo>
                    <a:pt x="155024" y="619355"/>
                  </a:lnTo>
                  <a:lnTo>
                    <a:pt x="155024" y="598710"/>
                  </a:lnTo>
                  <a:cubicBezTo>
                    <a:pt x="155024" y="581639"/>
                    <a:pt x="141111" y="567743"/>
                    <a:pt x="124019" y="567743"/>
                  </a:cubicBezTo>
                  <a:close/>
                  <a:moveTo>
                    <a:pt x="597999" y="465581"/>
                  </a:moveTo>
                  <a:cubicBezTo>
                    <a:pt x="611220" y="469532"/>
                    <a:pt x="620096" y="481457"/>
                    <a:pt x="620096" y="495237"/>
                  </a:cubicBezTo>
                  <a:lnTo>
                    <a:pt x="620096" y="567742"/>
                  </a:lnTo>
                  <a:lnTo>
                    <a:pt x="578756" y="567742"/>
                  </a:lnTo>
                  <a:lnTo>
                    <a:pt x="578756" y="495484"/>
                  </a:lnTo>
                  <a:lnTo>
                    <a:pt x="558087" y="495484"/>
                  </a:lnTo>
                  <a:lnTo>
                    <a:pt x="558087" y="567742"/>
                  </a:lnTo>
                  <a:lnTo>
                    <a:pt x="516747" y="567742"/>
                  </a:lnTo>
                  <a:cubicBezTo>
                    <a:pt x="499655" y="567742"/>
                    <a:pt x="485742" y="581639"/>
                    <a:pt x="485742" y="598710"/>
                  </a:cubicBezTo>
                  <a:lnTo>
                    <a:pt x="485742" y="619355"/>
                  </a:lnTo>
                  <a:lnTo>
                    <a:pt x="434067" y="619355"/>
                  </a:lnTo>
                  <a:lnTo>
                    <a:pt x="434067" y="536774"/>
                  </a:lnTo>
                  <a:lnTo>
                    <a:pt x="413397" y="536774"/>
                  </a:lnTo>
                  <a:lnTo>
                    <a:pt x="413397" y="619355"/>
                  </a:lnTo>
                  <a:lnTo>
                    <a:pt x="360638" y="619355"/>
                  </a:lnTo>
                  <a:lnTo>
                    <a:pt x="351574" y="537888"/>
                  </a:lnTo>
                  <a:lnTo>
                    <a:pt x="357690" y="519556"/>
                  </a:lnTo>
                  <a:lnTo>
                    <a:pt x="379313" y="532510"/>
                  </a:lnTo>
                  <a:lnTo>
                    <a:pt x="391495" y="471648"/>
                  </a:lnTo>
                  <a:lnTo>
                    <a:pt x="445682" y="484138"/>
                  </a:lnTo>
                  <a:cubicBezTo>
                    <a:pt x="469266" y="489582"/>
                    <a:pt x="485742" y="510258"/>
                    <a:pt x="485742" y="534431"/>
                  </a:cubicBezTo>
                  <a:lnTo>
                    <a:pt x="485742" y="547097"/>
                  </a:lnTo>
                  <a:lnTo>
                    <a:pt x="506412" y="547097"/>
                  </a:lnTo>
                  <a:lnTo>
                    <a:pt x="506412" y="534431"/>
                  </a:lnTo>
                  <a:cubicBezTo>
                    <a:pt x="506412" y="500595"/>
                    <a:pt x="483355" y="471639"/>
                    <a:pt x="450337" y="464023"/>
                  </a:cubicBezTo>
                  <a:lnTo>
                    <a:pt x="421513" y="457385"/>
                  </a:lnTo>
                  <a:lnTo>
                    <a:pt x="460703" y="445636"/>
                  </a:lnTo>
                  <a:cubicBezTo>
                    <a:pt x="466718" y="453439"/>
                    <a:pt x="478355" y="464517"/>
                    <a:pt x="496078" y="464517"/>
                  </a:cubicBezTo>
                  <a:cubicBezTo>
                    <a:pt x="513801" y="464517"/>
                    <a:pt x="525438" y="453439"/>
                    <a:pt x="531453" y="445636"/>
                  </a:cubicBezTo>
                  <a:lnTo>
                    <a:pt x="597999" y="465581"/>
                  </a:lnTo>
                  <a:close/>
                  <a:moveTo>
                    <a:pt x="516747" y="430711"/>
                  </a:moveTo>
                  <a:cubicBezTo>
                    <a:pt x="514184" y="434662"/>
                    <a:pt x="507063" y="443871"/>
                    <a:pt x="496077" y="443871"/>
                  </a:cubicBezTo>
                  <a:cubicBezTo>
                    <a:pt x="485070" y="443871"/>
                    <a:pt x="477940" y="434622"/>
                    <a:pt x="475407" y="430711"/>
                  </a:cubicBezTo>
                  <a:lnTo>
                    <a:pt x="475407" y="420182"/>
                  </a:lnTo>
                  <a:cubicBezTo>
                    <a:pt x="481957" y="422143"/>
                    <a:pt x="488895" y="423226"/>
                    <a:pt x="496077" y="423226"/>
                  </a:cubicBezTo>
                  <a:cubicBezTo>
                    <a:pt x="503258" y="423226"/>
                    <a:pt x="510197" y="422142"/>
                    <a:pt x="516747" y="420182"/>
                  </a:cubicBezTo>
                  <a:lnTo>
                    <a:pt x="516747" y="430711"/>
                  </a:lnTo>
                  <a:close/>
                  <a:moveTo>
                    <a:pt x="496077" y="402582"/>
                  </a:moveTo>
                  <a:cubicBezTo>
                    <a:pt x="467585" y="402582"/>
                    <a:pt x="444402" y="379427"/>
                    <a:pt x="444402" y="350969"/>
                  </a:cubicBezTo>
                  <a:lnTo>
                    <a:pt x="444402" y="340646"/>
                  </a:lnTo>
                  <a:lnTo>
                    <a:pt x="450458" y="340646"/>
                  </a:lnTo>
                  <a:cubicBezTo>
                    <a:pt x="459462" y="340646"/>
                    <a:pt x="468060" y="338066"/>
                    <a:pt x="475407" y="333248"/>
                  </a:cubicBezTo>
                  <a:cubicBezTo>
                    <a:pt x="482755" y="338066"/>
                    <a:pt x="491354" y="340646"/>
                    <a:pt x="500356" y="340646"/>
                  </a:cubicBezTo>
                  <a:lnTo>
                    <a:pt x="547752" y="340646"/>
                  </a:lnTo>
                  <a:lnTo>
                    <a:pt x="547752" y="350969"/>
                  </a:lnTo>
                  <a:cubicBezTo>
                    <a:pt x="547752" y="379426"/>
                    <a:pt x="524569" y="402582"/>
                    <a:pt x="496077" y="402582"/>
                  </a:cubicBezTo>
                  <a:close/>
                  <a:moveTo>
                    <a:pt x="496077" y="268388"/>
                  </a:moveTo>
                  <a:cubicBezTo>
                    <a:pt x="524569" y="268388"/>
                    <a:pt x="547752" y="291543"/>
                    <a:pt x="547752" y="320001"/>
                  </a:cubicBezTo>
                  <a:lnTo>
                    <a:pt x="500356" y="320001"/>
                  </a:lnTo>
                  <a:cubicBezTo>
                    <a:pt x="493790" y="320001"/>
                    <a:pt x="487352" y="317341"/>
                    <a:pt x="482714" y="312703"/>
                  </a:cubicBezTo>
                  <a:lnTo>
                    <a:pt x="475407" y="305404"/>
                  </a:lnTo>
                  <a:lnTo>
                    <a:pt x="468100" y="312702"/>
                  </a:lnTo>
                  <a:cubicBezTo>
                    <a:pt x="463462" y="317339"/>
                    <a:pt x="457024" y="320000"/>
                    <a:pt x="450458" y="320000"/>
                  </a:cubicBezTo>
                  <a:lnTo>
                    <a:pt x="444402" y="320000"/>
                  </a:lnTo>
                  <a:cubicBezTo>
                    <a:pt x="444402" y="291543"/>
                    <a:pt x="467585" y="268388"/>
                    <a:pt x="496077" y="268388"/>
                  </a:cubicBezTo>
                  <a:close/>
                  <a:moveTo>
                    <a:pt x="423732" y="300232"/>
                  </a:moveTo>
                  <a:cubicBezTo>
                    <a:pt x="414589" y="293317"/>
                    <a:pt x="403229" y="289032"/>
                    <a:pt x="390951" y="289032"/>
                  </a:cubicBezTo>
                  <a:lnTo>
                    <a:pt x="378446" y="289032"/>
                  </a:lnTo>
                  <a:lnTo>
                    <a:pt x="365734" y="263639"/>
                  </a:lnTo>
                  <a:lnTo>
                    <a:pt x="355995" y="270120"/>
                  </a:lnTo>
                  <a:cubicBezTo>
                    <a:pt x="337403" y="282499"/>
                    <a:pt x="315785" y="289031"/>
                    <a:pt x="293461" y="289031"/>
                  </a:cubicBezTo>
                  <a:lnTo>
                    <a:pt x="249815" y="289031"/>
                  </a:lnTo>
                  <a:cubicBezTo>
                    <a:pt x="237537" y="289031"/>
                    <a:pt x="226177" y="293315"/>
                    <a:pt x="217034" y="300231"/>
                  </a:cubicBezTo>
                  <a:lnTo>
                    <a:pt x="217034" y="284965"/>
                  </a:lnTo>
                  <a:cubicBezTo>
                    <a:pt x="217034" y="230298"/>
                    <a:pt x="261577" y="185806"/>
                    <a:pt x="316311" y="185806"/>
                  </a:cubicBezTo>
                  <a:cubicBezTo>
                    <a:pt x="342829" y="185806"/>
                    <a:pt x="367769" y="196119"/>
                    <a:pt x="386516" y="214844"/>
                  </a:cubicBezTo>
                  <a:lnTo>
                    <a:pt x="397482" y="225796"/>
                  </a:lnTo>
                  <a:lnTo>
                    <a:pt x="399798" y="226573"/>
                  </a:lnTo>
                  <a:cubicBezTo>
                    <a:pt x="414109" y="231342"/>
                    <a:pt x="423732" y="244668"/>
                    <a:pt x="423732" y="259738"/>
                  </a:cubicBezTo>
                  <a:lnTo>
                    <a:pt x="423732" y="300232"/>
                  </a:lnTo>
                  <a:close/>
                  <a:moveTo>
                    <a:pt x="496077" y="20646"/>
                  </a:moveTo>
                  <a:cubicBezTo>
                    <a:pt x="524569" y="20646"/>
                    <a:pt x="547752" y="43801"/>
                    <a:pt x="547752" y="72259"/>
                  </a:cubicBezTo>
                  <a:lnTo>
                    <a:pt x="541695" y="72259"/>
                  </a:lnTo>
                  <a:cubicBezTo>
                    <a:pt x="535130" y="72259"/>
                    <a:pt x="528691" y="69599"/>
                    <a:pt x="524054" y="64961"/>
                  </a:cubicBezTo>
                  <a:lnTo>
                    <a:pt x="516747" y="57662"/>
                  </a:lnTo>
                  <a:lnTo>
                    <a:pt x="509440" y="64960"/>
                  </a:lnTo>
                  <a:cubicBezTo>
                    <a:pt x="504802" y="69597"/>
                    <a:pt x="498364" y="72258"/>
                    <a:pt x="491798" y="72258"/>
                  </a:cubicBezTo>
                  <a:lnTo>
                    <a:pt x="444402" y="72258"/>
                  </a:lnTo>
                  <a:cubicBezTo>
                    <a:pt x="444402" y="43801"/>
                    <a:pt x="467585" y="20646"/>
                    <a:pt x="496077" y="20646"/>
                  </a:cubicBezTo>
                  <a:close/>
                  <a:moveTo>
                    <a:pt x="444402" y="103227"/>
                  </a:moveTo>
                  <a:lnTo>
                    <a:pt x="444402" y="92905"/>
                  </a:lnTo>
                  <a:lnTo>
                    <a:pt x="491798" y="92905"/>
                  </a:lnTo>
                  <a:cubicBezTo>
                    <a:pt x="500801" y="92905"/>
                    <a:pt x="509400" y="90324"/>
                    <a:pt x="516747" y="85506"/>
                  </a:cubicBezTo>
                  <a:cubicBezTo>
                    <a:pt x="524095" y="90324"/>
                    <a:pt x="532694" y="92905"/>
                    <a:pt x="541695" y="92905"/>
                  </a:cubicBezTo>
                  <a:lnTo>
                    <a:pt x="547752" y="92905"/>
                  </a:lnTo>
                  <a:lnTo>
                    <a:pt x="547752" y="103227"/>
                  </a:lnTo>
                  <a:cubicBezTo>
                    <a:pt x="547752" y="131685"/>
                    <a:pt x="524569" y="154840"/>
                    <a:pt x="496077" y="154840"/>
                  </a:cubicBezTo>
                  <a:cubicBezTo>
                    <a:pt x="467585" y="154840"/>
                    <a:pt x="444402" y="131684"/>
                    <a:pt x="444402" y="103227"/>
                  </a:cubicBezTo>
                  <a:close/>
                  <a:moveTo>
                    <a:pt x="496077" y="196130"/>
                  </a:moveTo>
                  <a:cubicBezTo>
                    <a:pt x="485070" y="196130"/>
                    <a:pt x="477940" y="186881"/>
                    <a:pt x="475407" y="182970"/>
                  </a:cubicBezTo>
                  <a:lnTo>
                    <a:pt x="475407" y="172441"/>
                  </a:lnTo>
                  <a:cubicBezTo>
                    <a:pt x="481957" y="174403"/>
                    <a:pt x="488895" y="175485"/>
                    <a:pt x="496077" y="175485"/>
                  </a:cubicBezTo>
                  <a:cubicBezTo>
                    <a:pt x="503258" y="175485"/>
                    <a:pt x="510197" y="174401"/>
                    <a:pt x="516747" y="172441"/>
                  </a:cubicBezTo>
                  <a:lnTo>
                    <a:pt x="516747" y="182960"/>
                  </a:lnTo>
                  <a:cubicBezTo>
                    <a:pt x="514184" y="186921"/>
                    <a:pt x="507063" y="196130"/>
                    <a:pt x="496077" y="196130"/>
                  </a:cubicBezTo>
                  <a:close/>
                </a:path>
              </a:pathLst>
            </a:custGeom>
            <a:solidFill>
              <a:schemeClr val="accent3"/>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84" name="Google Shape;984;g3b9d959519f_0_2327"/>
            <p:cNvSpPr/>
            <p:nvPr/>
          </p:nvSpPr>
          <p:spPr>
            <a:xfrm>
              <a:off x="6872399" y="5519343"/>
              <a:ext cx="20669" cy="20645"/>
            </a:xfrm>
            <a:custGeom>
              <a:rect b="b" l="l" r="r" t="t"/>
              <a:pathLst>
                <a:path extrusionOk="0" h="20645" w="20669">
                  <a:moveTo>
                    <a:pt x="10335" y="0"/>
                  </a:moveTo>
                  <a:lnTo>
                    <a:pt x="10335" y="0"/>
                  </a:lnTo>
                  <a:cubicBezTo>
                    <a:pt x="16042" y="0"/>
                    <a:pt x="20670" y="4622"/>
                    <a:pt x="20670" y="10323"/>
                  </a:cubicBezTo>
                  <a:lnTo>
                    <a:pt x="20670" y="10323"/>
                  </a:lnTo>
                  <a:cubicBezTo>
                    <a:pt x="20670" y="16023"/>
                    <a:pt x="16042" y="20645"/>
                    <a:pt x="10335" y="20645"/>
                  </a:cubicBezTo>
                  <a:lnTo>
                    <a:pt x="10335" y="20645"/>
                  </a:lnTo>
                  <a:cubicBezTo>
                    <a:pt x="4627" y="20645"/>
                    <a:pt x="0" y="16023"/>
                    <a:pt x="0" y="10323"/>
                  </a:cubicBezTo>
                  <a:lnTo>
                    <a:pt x="0" y="10323"/>
                  </a:lnTo>
                  <a:cubicBezTo>
                    <a:pt x="0" y="4621"/>
                    <a:pt x="4627" y="0"/>
                    <a:pt x="10335" y="0"/>
                  </a:cubicBezTo>
                  <a:close/>
                </a:path>
              </a:pathLst>
            </a:custGeom>
            <a:solidFill>
              <a:schemeClr val="accent3"/>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85" name="Google Shape;985;g3b9d959519f_0_2327"/>
            <p:cNvSpPr/>
            <p:nvPr/>
          </p:nvSpPr>
          <p:spPr>
            <a:xfrm>
              <a:off x="6872399" y="5560634"/>
              <a:ext cx="20669" cy="113548"/>
            </a:xfrm>
            <a:custGeom>
              <a:rect b="b" l="l" r="r" t="t"/>
              <a:pathLst>
                <a:path extrusionOk="0" h="113548" w="20669">
                  <a:moveTo>
                    <a:pt x="10335" y="0"/>
                  </a:moveTo>
                  <a:lnTo>
                    <a:pt x="10335" y="0"/>
                  </a:lnTo>
                  <a:cubicBezTo>
                    <a:pt x="16042" y="0"/>
                    <a:pt x="20670" y="4622"/>
                    <a:pt x="20670" y="10323"/>
                  </a:cubicBezTo>
                  <a:lnTo>
                    <a:pt x="20670" y="103226"/>
                  </a:lnTo>
                  <a:cubicBezTo>
                    <a:pt x="20670" y="108926"/>
                    <a:pt x="16042" y="113548"/>
                    <a:pt x="10335" y="113548"/>
                  </a:cubicBezTo>
                  <a:lnTo>
                    <a:pt x="10335" y="113548"/>
                  </a:lnTo>
                  <a:cubicBezTo>
                    <a:pt x="4627" y="113548"/>
                    <a:pt x="0" y="108926"/>
                    <a:pt x="0" y="103226"/>
                  </a:cubicBezTo>
                  <a:lnTo>
                    <a:pt x="0" y="10323"/>
                  </a:lnTo>
                  <a:cubicBezTo>
                    <a:pt x="0" y="4621"/>
                    <a:pt x="4627" y="0"/>
                    <a:pt x="10335" y="0"/>
                  </a:cubicBezTo>
                  <a:close/>
                </a:path>
              </a:pathLst>
            </a:custGeom>
            <a:solidFill>
              <a:schemeClr val="accent3"/>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86" name="Google Shape;986;g3b9d959519f_0_2327"/>
            <p:cNvSpPr/>
            <p:nvPr/>
          </p:nvSpPr>
          <p:spPr>
            <a:xfrm>
              <a:off x="7017088" y="5519343"/>
              <a:ext cx="20669" cy="20645"/>
            </a:xfrm>
            <a:custGeom>
              <a:rect b="b" l="l" r="r" t="t"/>
              <a:pathLst>
                <a:path extrusionOk="0" h="20645" w="20669">
                  <a:moveTo>
                    <a:pt x="10335" y="0"/>
                  </a:moveTo>
                  <a:lnTo>
                    <a:pt x="10335" y="0"/>
                  </a:lnTo>
                  <a:cubicBezTo>
                    <a:pt x="16042" y="0"/>
                    <a:pt x="20670" y="4622"/>
                    <a:pt x="20670" y="10323"/>
                  </a:cubicBezTo>
                  <a:lnTo>
                    <a:pt x="20670" y="10323"/>
                  </a:lnTo>
                  <a:cubicBezTo>
                    <a:pt x="20670" y="16023"/>
                    <a:pt x="16042" y="20645"/>
                    <a:pt x="10335" y="20645"/>
                  </a:cubicBezTo>
                  <a:lnTo>
                    <a:pt x="10335" y="20645"/>
                  </a:lnTo>
                  <a:cubicBezTo>
                    <a:pt x="4627" y="20645"/>
                    <a:pt x="0" y="16023"/>
                    <a:pt x="0" y="10323"/>
                  </a:cubicBezTo>
                  <a:lnTo>
                    <a:pt x="0" y="10323"/>
                  </a:lnTo>
                  <a:cubicBezTo>
                    <a:pt x="0" y="4621"/>
                    <a:pt x="4627" y="0"/>
                    <a:pt x="10335" y="0"/>
                  </a:cubicBezTo>
                  <a:close/>
                </a:path>
              </a:pathLst>
            </a:custGeom>
            <a:solidFill>
              <a:schemeClr val="accent3"/>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87" name="Google Shape;987;g3b9d959519f_0_2327"/>
            <p:cNvSpPr/>
            <p:nvPr/>
          </p:nvSpPr>
          <p:spPr>
            <a:xfrm>
              <a:off x="7017088" y="5560634"/>
              <a:ext cx="20669" cy="113548"/>
            </a:xfrm>
            <a:custGeom>
              <a:rect b="b" l="l" r="r" t="t"/>
              <a:pathLst>
                <a:path extrusionOk="0" h="113548" w="20669">
                  <a:moveTo>
                    <a:pt x="10335" y="0"/>
                  </a:moveTo>
                  <a:lnTo>
                    <a:pt x="10335" y="0"/>
                  </a:lnTo>
                  <a:cubicBezTo>
                    <a:pt x="16042" y="0"/>
                    <a:pt x="20670" y="4622"/>
                    <a:pt x="20670" y="10323"/>
                  </a:cubicBezTo>
                  <a:lnTo>
                    <a:pt x="20670" y="103226"/>
                  </a:lnTo>
                  <a:cubicBezTo>
                    <a:pt x="20670" y="108926"/>
                    <a:pt x="16042" y="113548"/>
                    <a:pt x="10335" y="113548"/>
                  </a:cubicBezTo>
                  <a:lnTo>
                    <a:pt x="10335" y="113548"/>
                  </a:lnTo>
                  <a:cubicBezTo>
                    <a:pt x="4627" y="113548"/>
                    <a:pt x="0" y="108926"/>
                    <a:pt x="0" y="103226"/>
                  </a:cubicBezTo>
                  <a:lnTo>
                    <a:pt x="0" y="10323"/>
                  </a:lnTo>
                  <a:cubicBezTo>
                    <a:pt x="0" y="4621"/>
                    <a:pt x="4627" y="0"/>
                    <a:pt x="10335" y="0"/>
                  </a:cubicBezTo>
                  <a:close/>
                </a:path>
              </a:pathLst>
            </a:custGeom>
            <a:solidFill>
              <a:schemeClr val="accent3"/>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88" name="Google Shape;988;g3b9d959519f_0_2327"/>
            <p:cNvSpPr/>
            <p:nvPr/>
          </p:nvSpPr>
          <p:spPr>
            <a:xfrm>
              <a:off x="6921490" y="5594182"/>
              <a:ext cx="20669" cy="72258"/>
            </a:xfrm>
            <a:custGeom>
              <a:rect b="b" l="l" r="r" t="t"/>
              <a:pathLst>
                <a:path extrusionOk="0" h="72258" w="20669">
                  <a:moveTo>
                    <a:pt x="10335" y="0"/>
                  </a:moveTo>
                  <a:lnTo>
                    <a:pt x="10335" y="0"/>
                  </a:lnTo>
                  <a:cubicBezTo>
                    <a:pt x="16042" y="0"/>
                    <a:pt x="20670" y="4622"/>
                    <a:pt x="20670" y="10323"/>
                  </a:cubicBezTo>
                  <a:lnTo>
                    <a:pt x="20670" y="61935"/>
                  </a:lnTo>
                  <a:cubicBezTo>
                    <a:pt x="20670" y="67636"/>
                    <a:pt x="16042" y="72258"/>
                    <a:pt x="10335" y="72258"/>
                  </a:cubicBezTo>
                  <a:lnTo>
                    <a:pt x="10335" y="72258"/>
                  </a:lnTo>
                  <a:cubicBezTo>
                    <a:pt x="4627" y="72258"/>
                    <a:pt x="0" y="67636"/>
                    <a:pt x="0" y="61935"/>
                  </a:cubicBezTo>
                  <a:lnTo>
                    <a:pt x="0" y="10323"/>
                  </a:lnTo>
                  <a:cubicBezTo>
                    <a:pt x="0" y="4621"/>
                    <a:pt x="4627" y="0"/>
                    <a:pt x="10335" y="0"/>
                  </a:cubicBezTo>
                  <a:close/>
                </a:path>
              </a:pathLst>
            </a:custGeom>
            <a:solidFill>
              <a:schemeClr val="accent3"/>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89" name="Google Shape;989;g3b9d959519f_0_2327"/>
            <p:cNvSpPr/>
            <p:nvPr/>
          </p:nvSpPr>
          <p:spPr>
            <a:xfrm>
              <a:off x="6969289" y="5594182"/>
              <a:ext cx="20669" cy="72258"/>
            </a:xfrm>
            <a:custGeom>
              <a:rect b="b" l="l" r="r" t="t"/>
              <a:pathLst>
                <a:path extrusionOk="0" h="72258" w="20669">
                  <a:moveTo>
                    <a:pt x="10335" y="0"/>
                  </a:moveTo>
                  <a:lnTo>
                    <a:pt x="10335" y="0"/>
                  </a:lnTo>
                  <a:cubicBezTo>
                    <a:pt x="16042" y="0"/>
                    <a:pt x="20670" y="4622"/>
                    <a:pt x="20670" y="10323"/>
                  </a:cubicBezTo>
                  <a:lnTo>
                    <a:pt x="20670" y="61935"/>
                  </a:lnTo>
                  <a:cubicBezTo>
                    <a:pt x="20670" y="67636"/>
                    <a:pt x="16042" y="72258"/>
                    <a:pt x="10335" y="72258"/>
                  </a:cubicBezTo>
                  <a:lnTo>
                    <a:pt x="10335" y="72258"/>
                  </a:lnTo>
                  <a:cubicBezTo>
                    <a:pt x="4627" y="72258"/>
                    <a:pt x="0" y="67636"/>
                    <a:pt x="0" y="61935"/>
                  </a:cubicBezTo>
                  <a:lnTo>
                    <a:pt x="0" y="10323"/>
                  </a:lnTo>
                  <a:cubicBezTo>
                    <a:pt x="0" y="4621"/>
                    <a:pt x="4627" y="0"/>
                    <a:pt x="10335" y="0"/>
                  </a:cubicBezTo>
                  <a:close/>
                </a:path>
              </a:pathLst>
            </a:custGeom>
            <a:solidFill>
              <a:schemeClr val="accent3"/>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90" name="Google Shape;990;g3b9d959519f_0_2327"/>
            <p:cNvSpPr/>
            <p:nvPr/>
          </p:nvSpPr>
          <p:spPr>
            <a:xfrm>
              <a:off x="6887145" y="5453020"/>
              <a:ext cx="135867" cy="129563"/>
            </a:xfrm>
            <a:custGeom>
              <a:rect b="b" l="l" r="r" t="t"/>
              <a:pathLst>
                <a:path extrusionOk="0" h="129563" w="135867">
                  <a:moveTo>
                    <a:pt x="126392" y="41950"/>
                  </a:moveTo>
                  <a:lnTo>
                    <a:pt x="93258" y="36512"/>
                  </a:lnTo>
                  <a:lnTo>
                    <a:pt x="79000" y="6448"/>
                  </a:lnTo>
                  <a:cubicBezTo>
                    <a:pt x="77155" y="2561"/>
                    <a:pt x="73318" y="92"/>
                    <a:pt x="68981" y="6"/>
                  </a:cubicBezTo>
                  <a:cubicBezTo>
                    <a:pt x="64704" y="-134"/>
                    <a:pt x="60676" y="2282"/>
                    <a:pt x="58703" y="6043"/>
                  </a:cubicBezTo>
                  <a:lnTo>
                    <a:pt x="43240" y="35509"/>
                  </a:lnTo>
                  <a:lnTo>
                    <a:pt x="9913" y="39619"/>
                  </a:lnTo>
                  <a:cubicBezTo>
                    <a:pt x="5608" y="40149"/>
                    <a:pt x="2047" y="42997"/>
                    <a:pt x="621" y="47055"/>
                  </a:cubicBezTo>
                  <a:cubicBezTo>
                    <a:pt x="-787" y="51056"/>
                    <a:pt x="245" y="55589"/>
                    <a:pt x="3253" y="58604"/>
                  </a:cubicBezTo>
                  <a:lnTo>
                    <a:pt x="26821" y="82250"/>
                  </a:lnTo>
                  <a:lnTo>
                    <a:pt x="20482" y="114846"/>
                  </a:lnTo>
                  <a:cubicBezTo>
                    <a:pt x="19662" y="119066"/>
                    <a:pt x="21304" y="123302"/>
                    <a:pt x="24767" y="125896"/>
                  </a:cubicBezTo>
                  <a:cubicBezTo>
                    <a:pt x="28227" y="128484"/>
                    <a:pt x="32787" y="128903"/>
                    <a:pt x="36660" y="126985"/>
                  </a:cubicBezTo>
                  <a:lnTo>
                    <a:pt x="66696" y="112127"/>
                  </a:lnTo>
                  <a:lnTo>
                    <a:pt x="95815" y="128013"/>
                  </a:lnTo>
                  <a:cubicBezTo>
                    <a:pt x="97188" y="128762"/>
                    <a:pt x="98525" y="129238"/>
                    <a:pt x="99785" y="129429"/>
                  </a:cubicBezTo>
                  <a:cubicBezTo>
                    <a:pt x="102710" y="129873"/>
                    <a:pt x="105641" y="129208"/>
                    <a:pt x="108042" y="127559"/>
                  </a:cubicBezTo>
                  <a:cubicBezTo>
                    <a:pt x="111607" y="125105"/>
                    <a:pt x="113419" y="120939"/>
                    <a:pt x="112771" y="116690"/>
                  </a:cubicBezTo>
                  <a:lnTo>
                    <a:pt x="107758" y="83870"/>
                  </a:lnTo>
                  <a:lnTo>
                    <a:pt x="132267" y="61186"/>
                  </a:lnTo>
                  <a:cubicBezTo>
                    <a:pt x="135444" y="58251"/>
                    <a:pt x="136634" y="53870"/>
                    <a:pt x="135373" y="49755"/>
                  </a:cubicBezTo>
                  <a:cubicBezTo>
                    <a:pt x="134115" y="45644"/>
                    <a:pt x="130673" y="42653"/>
                    <a:pt x="126392" y="41950"/>
                  </a:cubicBezTo>
                  <a:close/>
                  <a:moveTo>
                    <a:pt x="87940" y="71533"/>
                  </a:moveTo>
                  <a:cubicBezTo>
                    <a:pt x="85219" y="74052"/>
                    <a:pt x="83926" y="77736"/>
                    <a:pt x="84481" y="81388"/>
                  </a:cubicBezTo>
                  <a:lnTo>
                    <a:pt x="86955" y="97595"/>
                  </a:lnTo>
                  <a:lnTo>
                    <a:pt x="72422" y="89666"/>
                  </a:lnTo>
                  <a:cubicBezTo>
                    <a:pt x="69219" y="87921"/>
                    <a:pt x="65163" y="87841"/>
                    <a:pt x="61897" y="89457"/>
                  </a:cubicBezTo>
                  <a:lnTo>
                    <a:pt x="47051" y="96801"/>
                  </a:lnTo>
                  <a:lnTo>
                    <a:pt x="50181" y="80700"/>
                  </a:lnTo>
                  <a:cubicBezTo>
                    <a:pt x="50886" y="77077"/>
                    <a:pt x="49743" y="73344"/>
                    <a:pt x="47124" y="70714"/>
                  </a:cubicBezTo>
                  <a:lnTo>
                    <a:pt x="35495" y="59048"/>
                  </a:lnTo>
                  <a:lnTo>
                    <a:pt x="51943" y="57023"/>
                  </a:lnTo>
                  <a:cubicBezTo>
                    <a:pt x="55638" y="56566"/>
                    <a:pt x="58871" y="54340"/>
                    <a:pt x="60591" y="51066"/>
                  </a:cubicBezTo>
                  <a:lnTo>
                    <a:pt x="68233" y="36503"/>
                  </a:lnTo>
                  <a:lnTo>
                    <a:pt x="75283" y="51366"/>
                  </a:lnTo>
                  <a:cubicBezTo>
                    <a:pt x="76867" y="54703"/>
                    <a:pt x="80005" y="57055"/>
                    <a:pt x="83678" y="57659"/>
                  </a:cubicBezTo>
                  <a:lnTo>
                    <a:pt x="100035" y="60343"/>
                  </a:lnTo>
                  <a:lnTo>
                    <a:pt x="87940" y="71533"/>
                  </a:lnTo>
                  <a:close/>
                </a:path>
              </a:pathLst>
            </a:custGeom>
            <a:solidFill>
              <a:schemeClr val="accent4"/>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991" name="Google Shape;991;g3b9d959519f_0_2327"/>
          <p:cNvSpPr/>
          <p:nvPr/>
        </p:nvSpPr>
        <p:spPr>
          <a:xfrm>
            <a:off x="187658" y="3864969"/>
            <a:ext cx="1440000" cy="237600"/>
          </a:xfrm>
          <a:prstGeom prst="roundRect">
            <a:avLst>
              <a:gd fmla="val 16667" name="adj"/>
            </a:avLst>
          </a:prstGeom>
          <a:solidFill>
            <a:schemeClr val="lt1"/>
          </a:solidFill>
          <a:ln cap="flat" cmpd="sng" w="19050">
            <a:solidFill>
              <a:srgbClr val="1D93C9"/>
            </a:solidFill>
            <a:prstDash val="solid"/>
            <a:miter lim="800000"/>
            <a:headEnd len="sm" w="sm" type="none"/>
            <a:tailEnd len="sm" w="sm" type="none"/>
          </a:ln>
        </p:spPr>
        <p:txBody>
          <a:bodyPr anchorCtr="0" anchor="ctr" bIns="22850" lIns="45000" spcFirstLastPara="1" rIns="45000" wrap="square" tIns="22850">
            <a:noAutofit/>
          </a:bodyPr>
          <a:lstStyle/>
          <a:p>
            <a:pPr indent="0" lvl="0" marL="0" marR="0" rtl="0" algn="ctr">
              <a:lnSpc>
                <a:spcPct val="100000"/>
              </a:lnSpc>
              <a:spcBef>
                <a:spcPts val="0"/>
              </a:spcBef>
              <a:spcAft>
                <a:spcPts val="0"/>
              </a:spcAft>
              <a:buClr>
                <a:srgbClr val="000000"/>
              </a:buClr>
              <a:buSzPts val="1000"/>
              <a:buFont typeface="Arial"/>
              <a:buNone/>
            </a:pPr>
            <a:r>
              <a:rPr b="1" i="0" lang="vi" sz="1000" u="none" cap="none" strike="noStrike">
                <a:solidFill>
                  <a:schemeClr val="dk1"/>
                </a:solidFill>
                <a:latin typeface="Calibri"/>
                <a:ea typeface="Calibri"/>
                <a:cs typeface="Calibri"/>
                <a:sym typeface="Calibri"/>
              </a:rPr>
              <a:t>方法論</a:t>
            </a:r>
            <a:endParaRPr b="1" i="0" sz="1000" u="none" cap="none" strike="noStrike">
              <a:solidFill>
                <a:schemeClr val="accent4"/>
              </a:solidFill>
              <a:latin typeface="Calibri"/>
              <a:ea typeface="Calibri"/>
              <a:cs typeface="Calibri"/>
              <a:sym typeface="Calibri"/>
            </a:endParaRPr>
          </a:p>
        </p:txBody>
      </p:sp>
      <p:sp>
        <p:nvSpPr>
          <p:cNvPr id="992" name="Google Shape;992;g3b9d959519f_0_2327"/>
          <p:cNvSpPr/>
          <p:nvPr/>
        </p:nvSpPr>
        <p:spPr>
          <a:xfrm>
            <a:off x="397813" y="4238334"/>
            <a:ext cx="990000" cy="180300"/>
          </a:xfrm>
          <a:prstGeom prst="roundRect">
            <a:avLst>
              <a:gd fmla="val 16667" name="adj"/>
            </a:avLst>
          </a:prstGeom>
          <a:solidFill>
            <a:schemeClr val="lt1"/>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rPr b="0" i="0" lang="vi" sz="900" u="none" cap="none" strike="noStrike">
                <a:solidFill>
                  <a:schemeClr val="accent4"/>
                </a:solidFill>
                <a:latin typeface="Calibri"/>
                <a:ea typeface="Calibri"/>
                <a:cs typeface="Calibri"/>
                <a:sym typeface="Calibri"/>
              </a:rPr>
              <a:t>社内イテレーティブ</a:t>
            </a:r>
            <a:endParaRPr b="0" i="0" sz="700" u="none" cap="none" strike="noStrike">
              <a:solidFill>
                <a:srgbClr val="000000"/>
              </a:solidFill>
              <a:latin typeface="Arial"/>
              <a:ea typeface="Arial"/>
              <a:cs typeface="Arial"/>
              <a:sym typeface="Arial"/>
            </a:endParaRPr>
          </a:p>
        </p:txBody>
      </p:sp>
      <p:sp>
        <p:nvSpPr>
          <p:cNvPr id="993" name="Google Shape;993;g3b9d959519f_0_2327"/>
          <p:cNvSpPr/>
          <p:nvPr/>
        </p:nvSpPr>
        <p:spPr>
          <a:xfrm>
            <a:off x="1879589" y="3679385"/>
            <a:ext cx="3600000" cy="1396800"/>
          </a:xfrm>
          <a:prstGeom prst="rect">
            <a:avLst/>
          </a:prstGeom>
          <a:solidFill>
            <a:schemeClr val="lt1"/>
          </a:solidFill>
          <a:ln>
            <a:noFill/>
          </a:ln>
        </p:spPr>
        <p:txBody>
          <a:bodyPr anchorCtr="0" anchor="t" bIns="22850" lIns="18000" spcFirstLastPara="1" rIns="0" wrap="square" tIns="378000">
            <a:noAutofit/>
          </a:bodyPr>
          <a:lstStyle/>
          <a:p>
            <a:pPr indent="-177800" lvl="0" marL="177800" marR="0" rtl="0" algn="l">
              <a:lnSpc>
                <a:spcPct val="100000"/>
              </a:lnSpc>
              <a:spcBef>
                <a:spcPts val="0"/>
              </a:spcBef>
              <a:spcAft>
                <a:spcPts val="0"/>
              </a:spcAft>
              <a:buClr>
                <a:srgbClr val="1D94C9"/>
              </a:buClr>
              <a:buSzPts val="1100"/>
              <a:buFont typeface="Arial"/>
              <a:buChar char="★"/>
            </a:pPr>
            <a:r>
              <a:rPr b="1" i="0" lang="vi" sz="900" u="none" cap="none" strike="noStrike">
                <a:solidFill>
                  <a:srgbClr val="063D67"/>
                </a:solidFill>
                <a:latin typeface="Calibri"/>
                <a:ea typeface="Calibri"/>
                <a:cs typeface="Calibri"/>
                <a:sym typeface="Calibri"/>
              </a:rPr>
              <a:t>目的：機能の要件充足確認</a:t>
            </a:r>
            <a:r>
              <a:rPr b="0" i="0" lang="vi" sz="900" u="none" cap="none" strike="noStrike">
                <a:solidFill>
                  <a:srgbClr val="063D67"/>
                </a:solidFill>
                <a:latin typeface="Calibri"/>
                <a:ea typeface="Calibri"/>
                <a:cs typeface="Calibri"/>
                <a:sym typeface="Calibri"/>
              </a:rPr>
              <a:t/>
            </a:r>
            <a:endParaRPr b="0" i="0" sz="900" u="none" cap="none" strike="noStrike">
              <a:solidFill>
                <a:srgbClr val="063D67"/>
              </a:solidFill>
              <a:latin typeface="Calibri"/>
              <a:ea typeface="Calibri"/>
              <a:cs typeface="Calibri"/>
              <a:sym typeface="Calibri"/>
            </a:endParaRPr>
          </a:p>
          <a:p>
            <a:pPr indent="-114300" lvl="0" marL="177800" marR="0" rtl="0" algn="l">
              <a:lnSpc>
                <a:spcPct val="100000"/>
              </a:lnSpc>
              <a:spcBef>
                <a:spcPts val="0"/>
              </a:spcBef>
              <a:spcAft>
                <a:spcPts val="0"/>
              </a:spcAft>
              <a:buClr>
                <a:srgbClr val="1D94C9"/>
              </a:buClr>
              <a:buSzPts val="1100"/>
              <a:buFont typeface="Arial"/>
              <a:buNone/>
            </a:pPr>
            <a:r>
              <a:t/>
            </a:r>
            <a:endParaRPr b="0" i="0" sz="900" u="none" cap="none" strike="noStrike">
              <a:solidFill>
                <a:srgbClr val="063D67"/>
              </a:solidFill>
              <a:latin typeface="Calibri"/>
              <a:ea typeface="Calibri"/>
              <a:cs typeface="Calibri"/>
              <a:sym typeface="Calibri"/>
            </a:endParaRPr>
          </a:p>
          <a:p>
            <a:pPr indent="-171450" lvl="0" marL="177800" marR="0" rtl="0" algn="l">
              <a:lnSpc>
                <a:spcPct val="100000"/>
              </a:lnSpc>
              <a:spcBef>
                <a:spcPts val="0"/>
              </a:spcBef>
              <a:spcAft>
                <a:spcPts val="0"/>
              </a:spcAft>
              <a:buClr>
                <a:srgbClr val="1D94C9"/>
              </a:buClr>
              <a:buSzPts val="900"/>
              <a:buFont typeface="Merriweather Sans"/>
              <a:buChar char="►"/>
            </a:pPr>
            <a:r>
              <a:rPr b="1" i="0" lang="vi" sz="900" u="none" cap="none" strike="noStrike">
                <a:solidFill>
                  <a:srgbClr val="063D67"/>
                </a:solidFill>
                <a:latin typeface="Calibri"/>
                <a:ea typeface="Calibri"/>
                <a:cs typeface="Calibri"/>
                <a:sym typeface="Calibri"/>
              </a:rPr>
              <a:t>方法：テストケースに基づく機能テスト</a:t>
            </a:r>
            <a:r>
              <a:rPr b="0" i="0" lang="vi" sz="900" u="none" cap="none" strike="noStrike">
                <a:solidFill>
                  <a:srgbClr val="063D67"/>
                </a:solidFill>
                <a:latin typeface="Calibri"/>
                <a:ea typeface="Calibri"/>
                <a:cs typeface="Calibri"/>
                <a:sym typeface="Calibri"/>
              </a:rPr>
              <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63D67"/>
              </a:solidFill>
              <a:latin typeface="Calibri"/>
              <a:ea typeface="Calibri"/>
              <a:cs typeface="Calibri"/>
              <a:sym typeface="Calibri"/>
            </a:endParaRPr>
          </a:p>
          <a:p>
            <a:pPr indent="-177800" lvl="0" marL="177800" marR="0" rtl="0" algn="l">
              <a:lnSpc>
                <a:spcPct val="100000"/>
              </a:lnSpc>
              <a:spcBef>
                <a:spcPts val="0"/>
              </a:spcBef>
              <a:spcAft>
                <a:spcPts val="0"/>
              </a:spcAft>
              <a:buClr>
                <a:srgbClr val="1D94C9"/>
              </a:buClr>
              <a:buSzPts val="1200"/>
              <a:buFont typeface="Noto Sans Symbols"/>
              <a:buChar char="✔"/>
            </a:pPr>
            <a:r>
              <a:rPr b="1" i="0" lang="vi" sz="900" u="none" cap="none" strike="noStrike">
                <a:solidFill>
                  <a:srgbClr val="1D93C9"/>
                </a:solidFill>
                <a:latin typeface="Calibri"/>
                <a:ea typeface="Calibri"/>
                <a:cs typeface="Calibri"/>
                <a:sym typeface="Calibri"/>
              </a:rPr>
              <a:t>結果：ユースケーステスト成功</a:t>
            </a:r>
            <a:r>
              <a:rPr b="0" i="0" lang="vi" sz="900" u="none" cap="none" strike="noStrike">
                <a:solidFill>
                  <a:srgbClr val="1D93C9"/>
                </a:solidFill>
                <a:latin typeface="Calibri"/>
                <a:ea typeface="Calibri"/>
                <a:cs typeface="Calibri"/>
                <a:sym typeface="Calibri"/>
              </a:rPr>
              <a:t/>
            </a:r>
            <a:endParaRPr b="0" i="0" sz="900" u="none" cap="none" strike="noStrike">
              <a:solidFill>
                <a:schemeClr val="accent4"/>
              </a:solidFill>
              <a:latin typeface="Calibri"/>
              <a:ea typeface="Calibri"/>
              <a:cs typeface="Calibri"/>
              <a:sym typeface="Calibri"/>
            </a:endParaRPr>
          </a:p>
        </p:txBody>
      </p:sp>
      <p:sp>
        <p:nvSpPr>
          <p:cNvPr id="994" name="Google Shape;994;g3b9d959519f_0_2327"/>
          <p:cNvSpPr/>
          <p:nvPr/>
        </p:nvSpPr>
        <p:spPr>
          <a:xfrm>
            <a:off x="2257950" y="3766479"/>
            <a:ext cx="2870400" cy="216000"/>
          </a:xfrm>
          <a:prstGeom prst="roundRect">
            <a:avLst>
              <a:gd fmla="val 16667" name="adj"/>
            </a:avLst>
          </a:prstGeom>
          <a:solidFill>
            <a:schemeClr val="accent3"/>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rPr b="1" i="0" lang="vi" sz="900" u="none" cap="none" strike="noStrike">
                <a:solidFill>
                  <a:schemeClr val="lt1"/>
                </a:solidFill>
                <a:latin typeface="Calibri"/>
                <a:ea typeface="Calibri"/>
                <a:cs typeface="Calibri"/>
                <a:sym typeface="Calibri"/>
              </a:rPr>
              <a:t>プロダクト品質 – 機能テスト</a:t>
            </a:r>
            <a:endParaRPr b="0" i="0" sz="700" u="none" cap="none" strike="noStrike">
              <a:solidFill>
                <a:srgbClr val="000000"/>
              </a:solidFill>
              <a:latin typeface="Arial"/>
              <a:ea typeface="Arial"/>
              <a:cs typeface="Arial"/>
              <a:sym typeface="Arial"/>
            </a:endParaRPr>
          </a:p>
        </p:txBody>
      </p:sp>
      <p:sp>
        <p:nvSpPr>
          <p:cNvPr id="995" name="Google Shape;995;g3b9d959519f_0_2327"/>
          <p:cNvSpPr/>
          <p:nvPr/>
        </p:nvSpPr>
        <p:spPr>
          <a:xfrm>
            <a:off x="5528823" y="2236699"/>
            <a:ext cx="3600000" cy="1396800"/>
          </a:xfrm>
          <a:prstGeom prst="rect">
            <a:avLst/>
          </a:prstGeom>
          <a:solidFill>
            <a:schemeClr val="lt1"/>
          </a:solidFill>
          <a:ln>
            <a:noFill/>
          </a:ln>
        </p:spPr>
        <p:txBody>
          <a:bodyPr anchorCtr="0" anchor="t" bIns="22850" lIns="18000" spcFirstLastPara="1" rIns="0" wrap="square" tIns="378000">
            <a:noAutofit/>
          </a:bodyPr>
          <a:lstStyle/>
          <a:p>
            <a:pPr indent="-177800" lvl="0" marL="177800" marR="0" rtl="0" algn="l">
              <a:lnSpc>
                <a:spcPct val="100000"/>
              </a:lnSpc>
              <a:spcBef>
                <a:spcPts val="0"/>
              </a:spcBef>
              <a:spcAft>
                <a:spcPts val="0"/>
              </a:spcAft>
              <a:buClr>
                <a:srgbClr val="1D94C9"/>
              </a:buClr>
              <a:buSzPts val="1100"/>
              <a:buFont typeface="Arial"/>
              <a:buChar char="★"/>
            </a:pPr>
            <a:r>
              <a:rPr b="1" i="0" lang="vi" sz="900" u="none" cap="none" strike="noStrike">
                <a:solidFill>
                  <a:srgbClr val="063D67"/>
                </a:solidFill>
                <a:latin typeface="Calibri"/>
                <a:ea typeface="Calibri"/>
                <a:cs typeface="Calibri"/>
                <a:sym typeface="Calibri"/>
              </a:rPr>
              <a:t>目的：セキュリティ制約準拠確認</a:t>
            </a:r>
            <a:r>
              <a:rPr b="0" i="0" lang="vi" sz="900" u="none" cap="none" strike="noStrike">
                <a:solidFill>
                  <a:srgbClr val="063D67"/>
                </a:solidFill>
                <a:latin typeface="Calibri"/>
                <a:ea typeface="Calibri"/>
                <a:cs typeface="Calibri"/>
                <a:sym typeface="Calibri"/>
              </a:rPr>
              <a:t/>
            </a:r>
            <a:endParaRPr b="0" i="0" sz="900" u="none" cap="none" strike="noStrike">
              <a:solidFill>
                <a:srgbClr val="063D67"/>
              </a:solidFill>
              <a:latin typeface="Calibri"/>
              <a:ea typeface="Calibri"/>
              <a:cs typeface="Calibri"/>
              <a:sym typeface="Calibri"/>
            </a:endParaRPr>
          </a:p>
          <a:p>
            <a:pPr indent="-114300" lvl="0" marL="177800" marR="0" rtl="0" algn="l">
              <a:lnSpc>
                <a:spcPct val="100000"/>
              </a:lnSpc>
              <a:spcBef>
                <a:spcPts val="0"/>
              </a:spcBef>
              <a:spcAft>
                <a:spcPts val="0"/>
              </a:spcAft>
              <a:buClr>
                <a:srgbClr val="1D94C9"/>
              </a:buClr>
              <a:buSzPts val="1100"/>
              <a:buFont typeface="Arial"/>
              <a:buNone/>
            </a:pPr>
            <a:r>
              <a:t/>
            </a:r>
            <a:endParaRPr b="0" i="0" sz="900" u="none" cap="none" strike="noStrike">
              <a:solidFill>
                <a:srgbClr val="063D67"/>
              </a:solidFill>
              <a:latin typeface="Calibri"/>
              <a:ea typeface="Calibri"/>
              <a:cs typeface="Calibri"/>
              <a:sym typeface="Calibri"/>
            </a:endParaRPr>
          </a:p>
          <a:p>
            <a:pPr indent="-171450" lvl="0" marL="177800" marR="0" rtl="0" algn="l">
              <a:lnSpc>
                <a:spcPct val="100000"/>
              </a:lnSpc>
              <a:spcBef>
                <a:spcPts val="0"/>
              </a:spcBef>
              <a:spcAft>
                <a:spcPts val="0"/>
              </a:spcAft>
              <a:buClr>
                <a:srgbClr val="1D94C9"/>
              </a:buClr>
              <a:buSzPts val="900"/>
              <a:buFont typeface="Merriweather Sans"/>
              <a:buChar char="►"/>
            </a:pPr>
            <a:r>
              <a:rPr b="1" i="0" lang="vi" sz="900" u="none" cap="none" strike="noStrike">
                <a:solidFill>
                  <a:srgbClr val="063D67"/>
                </a:solidFill>
                <a:latin typeface="Calibri"/>
                <a:ea typeface="Calibri"/>
                <a:cs typeface="Calibri"/>
                <a:sym typeface="Calibri"/>
              </a:rPr>
              <a:t>方法：SonarQube + Trivy（OWASP Top10, CVE）</a:t>
            </a:r>
            <a:r>
              <a:rPr b="0" i="0" lang="vi" sz="900" u="none" cap="none" strike="noStrike">
                <a:solidFill>
                  <a:srgbClr val="063D67"/>
                </a:solidFill>
                <a:latin typeface="Calibri"/>
                <a:ea typeface="Calibri"/>
                <a:cs typeface="Calibri"/>
                <a:sym typeface="Calibri"/>
              </a:rPr>
              <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63D67"/>
              </a:solidFill>
              <a:latin typeface="Calibri"/>
              <a:ea typeface="Calibri"/>
              <a:cs typeface="Calibri"/>
              <a:sym typeface="Calibri"/>
            </a:endParaRPr>
          </a:p>
          <a:p>
            <a:pPr indent="-177800" lvl="0" marL="177800" marR="0" rtl="0" algn="l">
              <a:lnSpc>
                <a:spcPct val="100000"/>
              </a:lnSpc>
              <a:spcBef>
                <a:spcPts val="0"/>
              </a:spcBef>
              <a:spcAft>
                <a:spcPts val="0"/>
              </a:spcAft>
              <a:buClr>
                <a:srgbClr val="1D94C9"/>
              </a:buClr>
              <a:buSzPts val="1200"/>
              <a:buFont typeface="Noto Sans Symbols"/>
              <a:buChar char="✔"/>
            </a:pPr>
            <a:r>
              <a:rPr b="1" i="0" lang="vi" sz="900" u="none" cap="none" strike="noStrike">
                <a:solidFill>
                  <a:srgbClr val="1D93C9"/>
                </a:solidFill>
                <a:latin typeface="Calibri"/>
                <a:ea typeface="Calibri"/>
                <a:cs typeface="Calibri"/>
                <a:sym typeface="Calibri"/>
              </a:rPr>
              <a:t>結果：セキュリティルール適合証明</a:t>
            </a:r>
            <a:r>
              <a:rPr b="0" i="0" lang="vi" sz="900" u="none" cap="none" strike="noStrike">
                <a:solidFill>
                  <a:srgbClr val="1D93C9"/>
                </a:solidFill>
                <a:latin typeface="Calibri"/>
                <a:ea typeface="Calibri"/>
                <a:cs typeface="Calibri"/>
                <a:sym typeface="Calibri"/>
              </a:rPr>
              <a:t/>
            </a:r>
            <a:endParaRPr b="0" i="0" sz="900" u="none" cap="none" strike="noStrike">
              <a:solidFill>
                <a:schemeClr val="accent4"/>
              </a:solidFill>
              <a:latin typeface="Calibri"/>
              <a:ea typeface="Calibri"/>
              <a:cs typeface="Calibri"/>
              <a:sym typeface="Calibri"/>
            </a:endParaRPr>
          </a:p>
        </p:txBody>
      </p:sp>
      <p:sp>
        <p:nvSpPr>
          <p:cNvPr id="996" name="Google Shape;996;g3b9d959519f_0_2327"/>
          <p:cNvSpPr/>
          <p:nvPr/>
        </p:nvSpPr>
        <p:spPr>
          <a:xfrm>
            <a:off x="5907183" y="2323794"/>
            <a:ext cx="2870400" cy="216000"/>
          </a:xfrm>
          <a:prstGeom prst="roundRect">
            <a:avLst>
              <a:gd fmla="val 16667" name="adj"/>
            </a:avLst>
          </a:prstGeom>
          <a:solidFill>
            <a:schemeClr val="accent3"/>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900"/>
              <a:buFont typeface="Arial"/>
              <a:buNone/>
            </a:pPr>
            <a:r>
              <a:rPr b="1" i="0" lang="vi" sz="900" u="none" cap="none" strike="noStrike">
                <a:solidFill>
                  <a:schemeClr val="lt1"/>
                </a:solidFill>
                <a:latin typeface="Calibri"/>
                <a:ea typeface="Calibri"/>
                <a:cs typeface="Calibri"/>
                <a:sym typeface="Calibri"/>
              </a:rPr>
              <a:t>プロダクト品質 – セキュリティテスト</a:t>
            </a:r>
            <a:endParaRPr b="0" i="0" sz="700" u="none" cap="none" strike="noStrike">
              <a:solidFill>
                <a:srgbClr val="000000"/>
              </a:solidFill>
              <a:latin typeface="Arial"/>
              <a:ea typeface="Arial"/>
              <a:cs typeface="Arial"/>
              <a:sym typeface="Arial"/>
            </a:endParaRPr>
          </a:p>
        </p:txBody>
      </p:sp>
      <p:sp>
        <p:nvSpPr>
          <p:cNvPr id="997" name="Google Shape;997;g3b9d959519f_0_232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pic>
        <p:nvPicPr>
          <p:cNvPr descr="A person standing on a rocky mountain top&#10;&#10;AI-generated content may be incorrect." id="1002" name="Google Shape;1002;g3bb050f2e20_0_106"/>
          <p:cNvPicPr preferRelativeResize="0"/>
          <p:nvPr>
            <p:ph idx="2" type="pic"/>
          </p:nvPr>
        </p:nvPicPr>
        <p:blipFill rotWithShape="1">
          <a:blip r:embed="rId3">
            <a:alphaModFix/>
          </a:blip>
          <a:srcRect b="0" l="0" r="0" t="0"/>
          <a:stretch/>
        </p:blipFill>
        <p:spPr>
          <a:xfrm>
            <a:off x="0" y="0"/>
            <a:ext cx="9144000" cy="4734925"/>
          </a:xfrm>
          <a:prstGeom prst="rect">
            <a:avLst/>
          </a:prstGeom>
          <a:noFill/>
          <a:ln>
            <a:noFill/>
          </a:ln>
        </p:spPr>
      </p:pic>
      <p:sp>
        <p:nvSpPr>
          <p:cNvPr id="1003" name="Google Shape;1003;g3bb050f2e20_0_106"/>
          <p:cNvSpPr/>
          <p:nvPr/>
        </p:nvSpPr>
        <p:spPr>
          <a:xfrm>
            <a:off x="0" y="8725"/>
            <a:ext cx="9144000" cy="4726200"/>
          </a:xfrm>
          <a:prstGeom prst="rect">
            <a:avLst/>
          </a:prstGeom>
          <a:solidFill>
            <a:srgbClr val="063C67">
              <a:alpha val="48627"/>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1004" name="Google Shape;1004;g3bb050f2e20_0_106"/>
          <p:cNvSpPr txBox="1"/>
          <p:nvPr/>
        </p:nvSpPr>
        <p:spPr>
          <a:xfrm>
            <a:off x="1396349" y="1519406"/>
            <a:ext cx="69495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200"/>
              <a:buFont typeface="Arial"/>
              <a:buNone/>
            </a:pPr>
            <a:r>
              <a:rPr b="1" i="0" lang="vi" sz="3900" u="none" cap="none" strike="noStrike">
                <a:solidFill>
                  <a:srgbClr val="FFFFFF"/>
                </a:solidFill>
                <a:latin typeface="Chakra Petch"/>
                <a:ea typeface="Chakra Petch"/>
                <a:cs typeface="Chakra Petch"/>
                <a:sym typeface="Chakra Petch"/>
              </a:rPr>
              <a:t>候補者サンプル</a:t>
            </a:r>
            <a:endParaRPr b="0" i="0" sz="400" u="none" cap="none" strike="noStrike">
              <a:solidFill>
                <a:srgbClr val="000000"/>
              </a:solidFill>
              <a:latin typeface="Arial"/>
              <a:ea typeface="Arial"/>
              <a:cs typeface="Arial"/>
              <a:sym typeface="Arial"/>
            </a:endParaRPr>
          </a:p>
        </p:txBody>
      </p:sp>
      <p:pic>
        <p:nvPicPr>
          <p:cNvPr descr="Une image contenant capture d’écran, Rectangle, carré, texte&#10;&#10;Description générée automatiquement" id="1005" name="Google Shape;1005;g3bb050f2e20_0_106"/>
          <p:cNvPicPr preferRelativeResize="0"/>
          <p:nvPr/>
        </p:nvPicPr>
        <p:blipFill rotWithShape="1">
          <a:blip r:embed="rId4">
            <a:alphaModFix/>
          </a:blip>
          <a:srcRect b="0" l="0" r="0" t="0"/>
          <a:stretch/>
        </p:blipFill>
        <p:spPr>
          <a:xfrm>
            <a:off x="937550" y="460675"/>
            <a:ext cx="1991051" cy="2849700"/>
          </a:xfrm>
          <a:prstGeom prst="rect">
            <a:avLst/>
          </a:prstGeom>
          <a:noFill/>
          <a:ln>
            <a:noFill/>
          </a:ln>
        </p:spPr>
      </p:pic>
      <p:sp>
        <p:nvSpPr>
          <p:cNvPr id="1006" name="Google Shape;1006;g3bb050f2e20_0_106"/>
          <p:cNvSpPr/>
          <p:nvPr/>
        </p:nvSpPr>
        <p:spPr>
          <a:xfrm>
            <a:off x="428200" y="1359200"/>
            <a:ext cx="786600" cy="963300"/>
          </a:xfrm>
          <a:prstGeom prst="roundRect">
            <a:avLst>
              <a:gd fmla="val 16851"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1" i="0" lang="vi" sz="3900" u="none" cap="none" strike="noStrike">
                <a:solidFill>
                  <a:schemeClr val="dk1"/>
                </a:solidFill>
                <a:latin typeface="Chakra Petch"/>
                <a:ea typeface="Chakra Petch"/>
                <a:cs typeface="Chakra Petch"/>
                <a:sym typeface="Chakra Petch"/>
              </a:rPr>
              <a:t>2</a:t>
            </a:r>
            <a:endParaRPr b="1" i="0" sz="3900" u="none" cap="none" strike="noStrike">
              <a:solidFill>
                <a:schemeClr val="dk1"/>
              </a:solidFill>
              <a:latin typeface="Chakra Petch"/>
              <a:ea typeface="Chakra Petch"/>
              <a:cs typeface="Chakra Petch"/>
              <a:sym typeface="Chakra Petch"/>
            </a:endParaRPr>
          </a:p>
        </p:txBody>
      </p:sp>
      <p:sp>
        <p:nvSpPr>
          <p:cNvPr id="1007" name="Google Shape;1007;g3bb050f2e20_0_106"/>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pic>
        <p:nvPicPr>
          <p:cNvPr id="1008" name="Google Shape;1008;g3bb050f2e20_0_106" title="Logo_VMO_Alten-Negative.png"/>
          <p:cNvPicPr preferRelativeResize="0"/>
          <p:nvPr/>
        </p:nvPicPr>
        <p:blipFill rotWithShape="1">
          <a:blip r:embed="rId5">
            <a:alphaModFix/>
          </a:blip>
          <a:srcRect b="0" l="0" r="0" t="0"/>
          <a:stretch/>
        </p:blipFill>
        <p:spPr>
          <a:xfrm>
            <a:off x="7618364" y="375727"/>
            <a:ext cx="1158885" cy="4686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g3b9e50d028d_1_123"/>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候補者プロフィール</a:t>
            </a:r>
            <a:endParaRPr sz="1100">
              <a:latin typeface="Chakra Petch"/>
              <a:ea typeface="Chakra Petch"/>
              <a:cs typeface="Chakra Petch"/>
              <a:sym typeface="Chakra Petch"/>
            </a:endParaRPr>
          </a:p>
        </p:txBody>
      </p:sp>
      <p:sp>
        <p:nvSpPr>
          <p:cNvPr id="1015" name="Google Shape;1015;g3b9e50d028d_1_123"/>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3 </a:t>
            </a:r>
            <a:r>
              <a:rPr lang="vi" sz="2000">
                <a:solidFill>
                  <a:schemeClr val="accent4"/>
                </a:solidFill>
                <a:latin typeface="Chakra Petch"/>
                <a:ea typeface="Chakra Petch"/>
                <a:cs typeface="Chakra Petch"/>
                <a:sym typeface="Chakra Petch"/>
              </a:rPr>
              <a:t>|</a:t>
            </a:r>
            <a:r>
              <a:rPr lang="vi" sz="2000">
                <a:latin typeface="Chakra Petch"/>
                <a:ea typeface="Chakra Petch"/>
                <a:cs typeface="Chakra Petch"/>
                <a:sym typeface="Chakra Petch"/>
              </a:rPr>
              <a:t> 候補者サンプル</a:t>
            </a:r>
            <a:endParaRPr sz="2000">
              <a:latin typeface="Chakra Petch"/>
              <a:ea typeface="Chakra Petch"/>
              <a:cs typeface="Chakra Petch"/>
              <a:sym typeface="Chakra Petch"/>
            </a:endParaRPr>
          </a:p>
        </p:txBody>
      </p:sp>
      <p:grpSp>
        <p:nvGrpSpPr>
          <p:cNvPr id="1016" name="Google Shape;1016;g3b9e50d028d_1_123"/>
          <p:cNvGrpSpPr/>
          <p:nvPr/>
        </p:nvGrpSpPr>
        <p:grpSpPr>
          <a:xfrm>
            <a:off x="2349245" y="957582"/>
            <a:ext cx="2097266" cy="3930023"/>
            <a:chOff x="3246854" y="1458392"/>
            <a:chExt cx="2742600" cy="5139300"/>
          </a:xfrm>
        </p:grpSpPr>
        <p:sp>
          <p:nvSpPr>
            <p:cNvPr id="1017" name="Google Shape;1017;g3b9e50d028d_1_123"/>
            <p:cNvSpPr/>
            <p:nvPr/>
          </p:nvSpPr>
          <p:spPr>
            <a:xfrm>
              <a:off x="3297254" y="1458392"/>
              <a:ext cx="2692200" cy="5139300"/>
            </a:xfrm>
            <a:prstGeom prst="rect">
              <a:avLst/>
            </a:prstGeom>
            <a:solidFill>
              <a:srgbClr val="FFFFFF"/>
            </a:solidFill>
            <a:ln>
              <a:noFill/>
            </a:ln>
            <a:effectLst>
              <a:outerShdw blurRad="67974" rotWithShape="0" algn="tl" dir="2700000" dist="29132">
                <a:srgbClr val="000000">
                  <a:alpha val="3529"/>
                </a:srgbClr>
              </a:outerShdw>
            </a:effectLst>
          </p:spPr>
          <p:txBody>
            <a:bodyPr anchorCtr="0" anchor="t" bIns="34950" lIns="69900" spcFirstLastPara="1" rIns="69900" wrap="square" tIns="34950">
              <a:noAutofit/>
            </a:bodyPr>
            <a:lstStyle/>
            <a:p>
              <a:pPr indent="-71370" lvl="0" marL="139345" marR="0" rtl="0" algn="l">
                <a:lnSpc>
                  <a:spcPct val="100000"/>
                </a:lnSpc>
                <a:spcBef>
                  <a:spcPts val="0"/>
                </a:spcBef>
                <a:spcAft>
                  <a:spcPts val="0"/>
                </a:spcAft>
                <a:buClr>
                  <a:srgbClr val="063C67"/>
                </a:buClr>
                <a:buSzPts val="1070"/>
                <a:buFont typeface="Noto Sans Symbols"/>
                <a:buNone/>
              </a:pPr>
              <a:r>
                <a:t/>
              </a:r>
              <a:endParaRPr b="0" i="0" sz="1070" u="none" cap="none" strike="noStrike">
                <a:solidFill>
                  <a:srgbClr val="063C67"/>
                </a:solidFill>
                <a:latin typeface="Calibri"/>
                <a:ea typeface="Calibri"/>
                <a:cs typeface="Calibri"/>
                <a:sym typeface="Calibri"/>
              </a:endParaRPr>
            </a:p>
            <a:p>
              <a:pPr indent="-71370" lvl="0" marL="139345" marR="0" rtl="0" algn="l">
                <a:lnSpc>
                  <a:spcPct val="100000"/>
                </a:lnSpc>
                <a:spcBef>
                  <a:spcPts val="0"/>
                </a:spcBef>
                <a:spcAft>
                  <a:spcPts val="0"/>
                </a:spcAft>
                <a:buClr>
                  <a:srgbClr val="063C67"/>
                </a:buClr>
                <a:buSzPts val="1070"/>
                <a:buFont typeface="Noto Sans Symbols"/>
                <a:buNone/>
              </a:pPr>
              <a:r>
                <a:t/>
              </a:r>
              <a:endParaRPr b="0" i="0" sz="1070"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70"/>
                <a:buFont typeface="Arial"/>
                <a:buNone/>
              </a:pPr>
              <a:r>
                <a:t/>
              </a:r>
              <a:endParaRPr b="0" i="0" sz="1070"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64"/>
                <a:buFont typeface="Arial"/>
                <a:buNone/>
              </a:pPr>
              <a:r>
                <a:t/>
              </a:r>
              <a:endParaRPr b="0" i="0" sz="764"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Core competencies</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Cloud Computing - Proficient with AWS, AZURE, GCP</a:t>
              </a:r>
              <a:endParaRPr b="0" i="0" sz="1070" u="none" cap="none" strike="noStrike">
                <a:solidFill>
                  <a:srgbClr val="000000"/>
                </a:solidFill>
                <a:latin typeface="Arial"/>
                <a:ea typeface="Arial"/>
                <a:cs typeface="Arial"/>
                <a:sym typeface="Arial"/>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Containerization and Infrastructure as Code</a:t>
              </a:r>
              <a:endParaRPr b="0" i="0" sz="1070" u="none" cap="none" strike="noStrike">
                <a:solidFill>
                  <a:srgbClr val="000000"/>
                </a:solidFill>
                <a:latin typeface="Arial"/>
                <a:ea typeface="Arial"/>
                <a:cs typeface="Arial"/>
                <a:sym typeface="Arial"/>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Databases: Managing MySQL, NoSQL und Azure Database</a:t>
              </a:r>
              <a:endParaRPr b="0"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Serverless Architectures – Utiliziing Azure Functions and event driven services like Kafka</a:t>
              </a:r>
              <a:endParaRPr b="0" i="0" sz="10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17"/>
                <a:buFont typeface="Arial"/>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Relevant project experiences</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E-Commerce, PaaS, Websites Frontend, HR, Security, CI/CD</a:t>
              </a:r>
              <a:endParaRPr b="0" i="0" sz="1070" u="none" cap="none" strike="noStrike">
                <a:solidFill>
                  <a:srgbClr val="000000"/>
                </a:solidFill>
                <a:latin typeface="Arial"/>
                <a:ea typeface="Arial"/>
                <a:cs typeface="Arial"/>
                <a:sym typeface="Arial"/>
              </a:endParaRPr>
            </a:p>
            <a:p>
              <a:pPr indent="-81080" lvl="0" marL="139345" marR="0" rtl="0" algn="l">
                <a:lnSpc>
                  <a:spcPct val="100000"/>
                </a:lnSpc>
                <a:spcBef>
                  <a:spcPts val="0"/>
                </a:spcBef>
                <a:spcAft>
                  <a:spcPts val="0"/>
                </a:spcAft>
                <a:buClr>
                  <a:srgbClr val="063C67"/>
                </a:buClr>
                <a:buSzPts val="918"/>
                <a:buFont typeface="Noto Sans Symbols"/>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Tool knowledge</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Python, SQL, Azure Cloud, AWS, Terraform, Docker, Jenkins, Kubernetes, AKS, ACI, OOP, Helm, Jfrog, Jira, JavaScript</a:t>
              </a:r>
              <a:endParaRPr b="0" i="0" sz="917" u="none" cap="none" strike="noStrike">
                <a:solidFill>
                  <a:srgbClr val="063C67"/>
                </a:solidFill>
                <a:latin typeface="Calibri"/>
                <a:ea typeface="Calibri"/>
                <a:cs typeface="Calibri"/>
                <a:sym typeface="Calibri"/>
              </a:endParaRPr>
            </a:p>
            <a:p>
              <a:pPr indent="-81080" lvl="0" marL="139345" marR="0" rtl="0" algn="l">
                <a:lnSpc>
                  <a:spcPct val="100000"/>
                </a:lnSpc>
                <a:spcBef>
                  <a:spcPts val="0"/>
                </a:spcBef>
                <a:spcAft>
                  <a:spcPts val="0"/>
                </a:spcAft>
                <a:buClr>
                  <a:srgbClr val="063C67"/>
                </a:buClr>
                <a:buSzPts val="918"/>
                <a:buFont typeface="Noto Sans Symbols"/>
                <a:buNone/>
              </a:pPr>
              <a:r>
                <a:t/>
              </a:r>
              <a:endParaRPr b="0" i="0" sz="917" u="none" cap="none" strike="noStrike">
                <a:solidFill>
                  <a:srgbClr val="063C67"/>
                </a:solidFill>
                <a:latin typeface="Calibri"/>
                <a:ea typeface="Calibri"/>
                <a:cs typeface="Calibri"/>
                <a:sym typeface="Calibri"/>
              </a:endParaRPr>
            </a:p>
          </p:txBody>
        </p:sp>
        <p:sp>
          <p:nvSpPr>
            <p:cNvPr id="1018" name="Google Shape;1018;g3b9e50d028d_1_123"/>
            <p:cNvSpPr/>
            <p:nvPr/>
          </p:nvSpPr>
          <p:spPr>
            <a:xfrm>
              <a:off x="4981291" y="1458392"/>
              <a:ext cx="1008000" cy="674400"/>
            </a:xfrm>
            <a:prstGeom prst="rect">
              <a:avLst/>
            </a:prstGeom>
            <a:solidFill>
              <a:srgbClr val="B1DCFB"/>
            </a:solidFill>
            <a:ln>
              <a:noFill/>
            </a:ln>
          </p:spPr>
          <p:txBody>
            <a:bodyPr anchorCtr="0" anchor="ctr" bIns="34950" lIns="69900" spcFirstLastPara="1" rIns="69900" wrap="square" tIns="34950">
              <a:noAutofit/>
            </a:bodyPr>
            <a:lstStyle/>
            <a:p>
              <a:pPr indent="0" lvl="0" marL="66517" marR="0" rtl="0" algn="ctr">
                <a:lnSpc>
                  <a:spcPct val="100000"/>
                </a:lnSpc>
                <a:spcBef>
                  <a:spcPts val="0"/>
                </a:spcBef>
                <a:spcAft>
                  <a:spcPts val="0"/>
                </a:spcAft>
                <a:buClr>
                  <a:srgbClr val="000000"/>
                </a:buClr>
                <a:buSzPts val="2140"/>
                <a:buFont typeface="Arial"/>
                <a:buNone/>
              </a:pPr>
              <a:r>
                <a:rPr b="1" i="0" lang="vi" sz="2140" u="none" cap="none" strike="noStrike">
                  <a:solidFill>
                    <a:srgbClr val="063C67"/>
                  </a:solidFill>
                  <a:latin typeface="Calibri"/>
                  <a:ea typeface="Calibri"/>
                  <a:cs typeface="Calibri"/>
                  <a:sym typeface="Calibri"/>
                </a:rPr>
                <a:t>5y+</a:t>
              </a:r>
              <a:endParaRPr b="0" i="0" sz="1070" u="none" cap="none" strike="noStrike">
                <a:solidFill>
                  <a:srgbClr val="000000"/>
                </a:solidFill>
                <a:latin typeface="Arial"/>
                <a:ea typeface="Arial"/>
                <a:cs typeface="Arial"/>
                <a:sym typeface="Arial"/>
              </a:endParaRPr>
            </a:p>
            <a:p>
              <a:pPr indent="0" lvl="0" marL="66517" marR="0" rtl="0" algn="ctr">
                <a:lnSpc>
                  <a:spcPct val="100000"/>
                </a:lnSpc>
                <a:spcBef>
                  <a:spcPts val="0"/>
                </a:spcBef>
                <a:spcAft>
                  <a:spcPts val="0"/>
                </a:spcAft>
                <a:buClr>
                  <a:srgbClr val="000000"/>
                </a:buClr>
                <a:buSzPts val="764"/>
                <a:buFont typeface="Arial"/>
                <a:buNone/>
              </a:pPr>
              <a:r>
                <a:rPr b="0" i="0" lang="vi" sz="764" u="none" cap="none" strike="noStrike">
                  <a:solidFill>
                    <a:srgbClr val="063C67"/>
                  </a:solidFill>
                  <a:latin typeface="Calibri"/>
                  <a:ea typeface="Calibri"/>
                  <a:cs typeface="Calibri"/>
                  <a:sym typeface="Calibri"/>
                </a:rPr>
                <a:t>EXPERIENCE</a:t>
              </a:r>
              <a:endParaRPr b="0" i="0" sz="802" u="none" cap="none" strike="noStrike">
                <a:solidFill>
                  <a:srgbClr val="063C67"/>
                </a:solidFill>
                <a:latin typeface="Calibri"/>
                <a:ea typeface="Calibri"/>
                <a:cs typeface="Calibri"/>
                <a:sym typeface="Calibri"/>
              </a:endParaRPr>
            </a:p>
          </p:txBody>
        </p:sp>
        <p:sp>
          <p:nvSpPr>
            <p:cNvPr id="1019" name="Google Shape;1019;g3b9e50d028d_1_123"/>
            <p:cNvSpPr/>
            <p:nvPr/>
          </p:nvSpPr>
          <p:spPr>
            <a:xfrm>
              <a:off x="3246856" y="1458392"/>
              <a:ext cx="1739700" cy="674400"/>
            </a:xfrm>
            <a:prstGeom prst="homePlate">
              <a:avLst>
                <a:gd fmla="val 0" name="adj"/>
              </a:avLst>
            </a:prstGeom>
            <a:solidFill>
              <a:srgbClr val="063C67"/>
            </a:solidFill>
            <a:ln>
              <a:noFill/>
            </a:ln>
          </p:spPr>
          <p:txBody>
            <a:bodyPr anchorCtr="0" anchor="ctr" bIns="34950" lIns="69900" spcFirstLastPara="1" rIns="69900" wrap="square" tIns="34950">
              <a:noAutofit/>
            </a:bodyPr>
            <a:lstStyle/>
            <a:p>
              <a:pPr indent="0" lvl="0" marL="0" marR="0" rtl="0" algn="l">
                <a:lnSpc>
                  <a:spcPct val="100000"/>
                </a:lnSpc>
                <a:spcBef>
                  <a:spcPts val="0"/>
                </a:spcBef>
                <a:spcAft>
                  <a:spcPts val="0"/>
                </a:spcAft>
                <a:buClr>
                  <a:srgbClr val="000000"/>
                </a:buClr>
                <a:buSzPts val="1070"/>
                <a:buFont typeface="Arial"/>
                <a:buNone/>
              </a:pPr>
              <a:r>
                <a:rPr b="0" i="0" lang="vi" sz="1070" u="none" cap="none" strike="noStrike">
                  <a:solidFill>
                    <a:srgbClr val="FFFFFF"/>
                  </a:solidFill>
                  <a:latin typeface="Calibri"/>
                  <a:ea typeface="Calibri"/>
                  <a:cs typeface="Calibri"/>
                  <a:sym typeface="Calibri"/>
                </a:rPr>
                <a:t>A.L.</a:t>
              </a:r>
              <a:endParaRPr b="0" i="0" sz="10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70"/>
                <a:buFont typeface="Arial"/>
                <a:buNone/>
              </a:pPr>
              <a:r>
                <a:rPr b="1" i="0" lang="vi" sz="1070" u="none" cap="none" strike="noStrike">
                  <a:solidFill>
                    <a:srgbClr val="FFFFFF"/>
                  </a:solidFill>
                  <a:latin typeface="Calibri"/>
                  <a:ea typeface="Calibri"/>
                  <a:cs typeface="Calibri"/>
                  <a:sym typeface="Calibri"/>
                </a:rPr>
                <a:t>Sr. Devops Eng.</a:t>
              </a:r>
              <a:endParaRPr b="1" i="0" sz="1070" u="none" cap="none" strike="noStrike">
                <a:solidFill>
                  <a:srgbClr val="FFFFFF"/>
                </a:solidFill>
                <a:latin typeface="Calibri"/>
                <a:ea typeface="Calibri"/>
                <a:cs typeface="Calibri"/>
                <a:sym typeface="Calibri"/>
              </a:endParaRPr>
            </a:p>
          </p:txBody>
        </p:sp>
        <p:sp>
          <p:nvSpPr>
            <p:cNvPr id="1020" name="Google Shape;1020;g3b9e50d028d_1_123"/>
            <p:cNvSpPr/>
            <p:nvPr/>
          </p:nvSpPr>
          <p:spPr>
            <a:xfrm flipH="1">
              <a:off x="3246854" y="2132716"/>
              <a:ext cx="50400" cy="4464900"/>
            </a:xfrm>
            <a:prstGeom prst="rect">
              <a:avLst/>
            </a:prstGeom>
            <a:gradFill>
              <a:gsLst>
                <a:gs pos="0">
                  <a:srgbClr val="063C67"/>
                </a:gs>
                <a:gs pos="28000">
                  <a:srgbClr val="063C67"/>
                </a:gs>
                <a:gs pos="63000">
                  <a:srgbClr val="1578A9"/>
                </a:gs>
                <a:gs pos="100000">
                  <a:srgbClr val="B3DBFB"/>
                </a:gs>
              </a:gsLst>
              <a:lin ang="5400012" scaled="0"/>
            </a:gradFill>
            <a:ln>
              <a:noFill/>
            </a:ln>
          </p:spPr>
          <p:txBody>
            <a:bodyPr anchorCtr="0" anchor="t"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063C67"/>
                </a:solidFill>
                <a:latin typeface="Calibri"/>
                <a:ea typeface="Calibri"/>
                <a:cs typeface="Calibri"/>
                <a:sym typeface="Calibri"/>
              </a:endParaRPr>
            </a:p>
          </p:txBody>
        </p:sp>
        <p:sp>
          <p:nvSpPr>
            <p:cNvPr id="1021" name="Google Shape;1021;g3b9e50d028d_1_123"/>
            <p:cNvSpPr/>
            <p:nvPr/>
          </p:nvSpPr>
          <p:spPr>
            <a:xfrm>
              <a:off x="4439646" y="1458392"/>
              <a:ext cx="699000" cy="674400"/>
            </a:xfrm>
            <a:prstGeom prst="parallelogram">
              <a:avLst>
                <a:gd fmla="val 20056" name="adj"/>
              </a:avLst>
            </a:prstGeom>
            <a:solidFill>
              <a:srgbClr val="063C67"/>
            </a:solidFill>
            <a:ln>
              <a:noFill/>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sp>
          <p:nvSpPr>
            <p:cNvPr id="1022" name="Google Shape;1022;g3b9e50d028d_1_123"/>
            <p:cNvSpPr/>
            <p:nvPr/>
          </p:nvSpPr>
          <p:spPr>
            <a:xfrm flipH="1" rot="10800000">
              <a:off x="5027163" y="1763113"/>
              <a:ext cx="78422" cy="369094"/>
            </a:xfrm>
            <a:custGeom>
              <a:rect b="b" l="l" r="r" t="t"/>
              <a:pathLst>
                <a:path extrusionOk="0" h="952501" w="482600">
                  <a:moveTo>
                    <a:pt x="0" y="0"/>
                  </a:moveTo>
                  <a:lnTo>
                    <a:pt x="482600" y="952500"/>
                  </a:lnTo>
                </a:path>
              </a:pathLst>
            </a:custGeom>
            <a:noFill/>
            <a:ln cap="flat" cmpd="sng" w="9700">
              <a:solidFill>
                <a:srgbClr val="063C67"/>
              </a:solidFill>
              <a:prstDash val="solid"/>
              <a:miter lim="800000"/>
              <a:headEnd len="sm" w="sm" type="none"/>
              <a:tailEnd len="sm" w="sm" type="none"/>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sp>
          <p:nvSpPr>
            <p:cNvPr id="1023" name="Google Shape;1023;g3b9e50d028d_1_123"/>
            <p:cNvSpPr/>
            <p:nvPr/>
          </p:nvSpPr>
          <p:spPr>
            <a:xfrm flipH="1" rot="10800000">
              <a:off x="5059843" y="1915512"/>
              <a:ext cx="45847" cy="216694"/>
            </a:xfrm>
            <a:custGeom>
              <a:rect b="b" l="l" r="r" t="t"/>
              <a:pathLst>
                <a:path extrusionOk="0" h="952501" w="482600">
                  <a:moveTo>
                    <a:pt x="0" y="0"/>
                  </a:moveTo>
                  <a:lnTo>
                    <a:pt x="482600" y="952500"/>
                  </a:lnTo>
                </a:path>
              </a:pathLst>
            </a:custGeom>
            <a:noFill/>
            <a:ln cap="flat" cmpd="sng" w="9700">
              <a:solidFill>
                <a:srgbClr val="1D93C9"/>
              </a:solidFill>
              <a:prstDash val="solid"/>
              <a:miter lim="800000"/>
              <a:headEnd len="sm" w="sm" type="none"/>
              <a:tailEnd len="sm" w="sm" type="none"/>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grpSp>
      <p:grpSp>
        <p:nvGrpSpPr>
          <p:cNvPr id="1024" name="Google Shape;1024;g3b9e50d028d_1_123"/>
          <p:cNvGrpSpPr/>
          <p:nvPr/>
        </p:nvGrpSpPr>
        <p:grpSpPr>
          <a:xfrm>
            <a:off x="4639113" y="957582"/>
            <a:ext cx="2097266" cy="3930023"/>
            <a:chOff x="3246854" y="1458392"/>
            <a:chExt cx="2742600" cy="5139300"/>
          </a:xfrm>
        </p:grpSpPr>
        <p:sp>
          <p:nvSpPr>
            <p:cNvPr id="1025" name="Google Shape;1025;g3b9e50d028d_1_123"/>
            <p:cNvSpPr/>
            <p:nvPr/>
          </p:nvSpPr>
          <p:spPr>
            <a:xfrm>
              <a:off x="3297254" y="1458392"/>
              <a:ext cx="2692200" cy="5139300"/>
            </a:xfrm>
            <a:prstGeom prst="rect">
              <a:avLst/>
            </a:prstGeom>
            <a:solidFill>
              <a:srgbClr val="FFFFFF"/>
            </a:solidFill>
            <a:ln>
              <a:noFill/>
            </a:ln>
            <a:effectLst>
              <a:outerShdw blurRad="67974" rotWithShape="0" algn="tl" dir="2700000" dist="29132">
                <a:srgbClr val="000000">
                  <a:alpha val="3529"/>
                </a:srgbClr>
              </a:outerShdw>
            </a:effectLst>
          </p:spPr>
          <p:txBody>
            <a:bodyPr anchorCtr="0" anchor="t" bIns="34950" lIns="69900" spcFirstLastPara="1" rIns="69900" wrap="square" tIns="34950">
              <a:noAutofit/>
            </a:bodyPr>
            <a:lstStyle/>
            <a:p>
              <a:pPr indent="-71370" lvl="0" marL="139345" marR="0" rtl="0" algn="l">
                <a:lnSpc>
                  <a:spcPct val="100000"/>
                </a:lnSpc>
                <a:spcBef>
                  <a:spcPts val="0"/>
                </a:spcBef>
                <a:spcAft>
                  <a:spcPts val="0"/>
                </a:spcAft>
                <a:buClr>
                  <a:srgbClr val="063C67"/>
                </a:buClr>
                <a:buSzPts val="1070"/>
                <a:buFont typeface="Arial"/>
                <a:buNone/>
              </a:pPr>
              <a:r>
                <a:t/>
              </a:r>
              <a:endParaRPr b="0" i="0" sz="1070" u="none" cap="none" strike="noStrike">
                <a:solidFill>
                  <a:srgbClr val="063C67"/>
                </a:solidFill>
                <a:latin typeface="Calibri"/>
                <a:ea typeface="Calibri"/>
                <a:cs typeface="Calibri"/>
                <a:sym typeface="Calibri"/>
              </a:endParaRPr>
            </a:p>
            <a:p>
              <a:pPr indent="-71370" lvl="0" marL="139345" marR="0" rtl="0" algn="l">
                <a:lnSpc>
                  <a:spcPct val="100000"/>
                </a:lnSpc>
                <a:spcBef>
                  <a:spcPts val="0"/>
                </a:spcBef>
                <a:spcAft>
                  <a:spcPts val="0"/>
                </a:spcAft>
                <a:buClr>
                  <a:srgbClr val="063C67"/>
                </a:buClr>
                <a:buSzPts val="1070"/>
                <a:buFont typeface="Arial"/>
                <a:buNone/>
              </a:pPr>
              <a:r>
                <a:t/>
              </a:r>
              <a:endParaRPr b="0" i="0" sz="1070"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70"/>
                <a:buFont typeface="Arial"/>
                <a:buNone/>
              </a:pPr>
              <a:r>
                <a:t/>
              </a:r>
              <a:endParaRPr b="0" i="0" sz="1070"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64"/>
                <a:buFont typeface="Arial"/>
                <a:buNone/>
              </a:pPr>
              <a:r>
                <a:t/>
              </a:r>
              <a:endParaRPr b="0" i="0" sz="764"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Core competencies</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Arial"/>
                <a:buChar char="•"/>
              </a:pPr>
              <a:r>
                <a:rPr b="0" i="0" lang="vi" sz="917" u="none" cap="none" strike="noStrike">
                  <a:solidFill>
                    <a:srgbClr val="063C67"/>
                  </a:solidFill>
                  <a:latin typeface="Calibri"/>
                  <a:ea typeface="Calibri"/>
                  <a:cs typeface="Calibri"/>
                  <a:sym typeface="Calibri"/>
                </a:rPr>
                <a:t>Technical Leader for Devops Development</a:t>
              </a:r>
              <a:endParaRPr b="0" i="0" sz="1070" u="none" cap="none" strike="noStrike">
                <a:solidFill>
                  <a:srgbClr val="000000"/>
                </a:solidFill>
                <a:latin typeface="Arial"/>
                <a:ea typeface="Arial"/>
                <a:cs typeface="Arial"/>
                <a:sym typeface="Arial"/>
              </a:endParaRPr>
            </a:p>
            <a:p>
              <a:pPr indent="-139345" lvl="0" marL="139345" marR="0" rtl="0" algn="l">
                <a:lnSpc>
                  <a:spcPct val="100000"/>
                </a:lnSpc>
                <a:spcBef>
                  <a:spcPts val="0"/>
                </a:spcBef>
                <a:spcAft>
                  <a:spcPts val="0"/>
                </a:spcAft>
                <a:buClr>
                  <a:srgbClr val="063C67"/>
                </a:buClr>
                <a:buSzPts val="918"/>
                <a:buFont typeface="Arial"/>
                <a:buChar char="•"/>
              </a:pPr>
              <a:r>
                <a:rPr b="0" i="0" lang="vi" sz="917" u="none" cap="none" strike="noStrike">
                  <a:solidFill>
                    <a:srgbClr val="063C67"/>
                  </a:solidFill>
                  <a:latin typeface="Calibri"/>
                  <a:ea typeface="Calibri"/>
                  <a:cs typeface="Calibri"/>
                  <a:sym typeface="Calibri"/>
                </a:rPr>
                <a:t>automation, cloud computing, containerization</a:t>
              </a:r>
              <a:endParaRPr b="0" i="0" sz="1070" u="none" cap="none" strike="noStrike">
                <a:solidFill>
                  <a:srgbClr val="000000"/>
                </a:solidFill>
                <a:latin typeface="Arial"/>
                <a:ea typeface="Arial"/>
                <a:cs typeface="Arial"/>
                <a:sym typeface="Arial"/>
              </a:endParaRPr>
            </a:p>
            <a:p>
              <a:pPr indent="-139345" lvl="0" marL="139345" marR="0" rtl="0" algn="l">
                <a:lnSpc>
                  <a:spcPct val="100000"/>
                </a:lnSpc>
                <a:spcBef>
                  <a:spcPts val="0"/>
                </a:spcBef>
                <a:spcAft>
                  <a:spcPts val="0"/>
                </a:spcAft>
                <a:buClr>
                  <a:srgbClr val="063C67"/>
                </a:buClr>
                <a:buSzPts val="918"/>
                <a:buFont typeface="Arial"/>
                <a:buChar char="•"/>
              </a:pPr>
              <a:r>
                <a:rPr b="0" i="0" lang="vi" sz="917" u="none" cap="none" strike="noStrike">
                  <a:solidFill>
                    <a:srgbClr val="063C67"/>
                  </a:solidFill>
                  <a:latin typeface="Calibri"/>
                  <a:ea typeface="Calibri"/>
                  <a:cs typeface="Calibri"/>
                  <a:sym typeface="Calibri"/>
                </a:rPr>
                <a:t>Deep Knowledge in System Administration</a:t>
              </a:r>
              <a:endParaRPr b="0"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Arial"/>
                <a:buChar char="•"/>
              </a:pPr>
              <a:r>
                <a:rPr b="0" i="0" lang="vi" sz="917" u="none" cap="none" strike="noStrike">
                  <a:solidFill>
                    <a:srgbClr val="063C67"/>
                  </a:solidFill>
                  <a:latin typeface="Calibri"/>
                  <a:ea typeface="Calibri"/>
                  <a:cs typeface="Calibri"/>
                  <a:sym typeface="Calibri"/>
                </a:rPr>
                <a:t>Working with different programming and scripting languages</a:t>
              </a:r>
              <a:endParaRPr b="0" i="0" sz="10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17"/>
                <a:buFont typeface="Arial"/>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Relevant project experiences</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Arial"/>
                <a:buChar char="•"/>
              </a:pPr>
              <a:r>
                <a:rPr b="0" i="0" lang="vi" sz="917" u="none" cap="none" strike="noStrike">
                  <a:solidFill>
                    <a:srgbClr val="063C67"/>
                  </a:solidFill>
                  <a:latin typeface="Calibri"/>
                  <a:ea typeface="Calibri"/>
                  <a:cs typeface="Calibri"/>
                  <a:sym typeface="Calibri"/>
                </a:rPr>
                <a:t>Security Platform, Finance, Telecommunication</a:t>
              </a:r>
              <a:endParaRPr b="0" i="0" sz="917" u="none" cap="none" strike="noStrike">
                <a:solidFill>
                  <a:srgbClr val="063C67"/>
                </a:solidFill>
                <a:latin typeface="Calibri"/>
                <a:ea typeface="Calibri"/>
                <a:cs typeface="Calibri"/>
                <a:sym typeface="Calibri"/>
              </a:endParaRPr>
            </a:p>
            <a:p>
              <a:pPr indent="-81080" lvl="0" marL="139345" marR="0" rtl="0" algn="l">
                <a:lnSpc>
                  <a:spcPct val="100000"/>
                </a:lnSpc>
                <a:spcBef>
                  <a:spcPts val="0"/>
                </a:spcBef>
                <a:spcAft>
                  <a:spcPts val="0"/>
                </a:spcAft>
                <a:buClr>
                  <a:srgbClr val="063C67"/>
                </a:buClr>
                <a:buSzPts val="918"/>
                <a:buFont typeface="Arial"/>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Tool knowledge</a:t>
              </a:r>
              <a:endParaRPr b="1" i="0" sz="917" u="none" cap="none" strike="noStrike">
                <a:solidFill>
                  <a:srgbClr val="063C67"/>
                </a:solidFill>
                <a:latin typeface="Calibri"/>
                <a:ea typeface="Calibri"/>
                <a:cs typeface="Calibri"/>
                <a:sym typeface="Calibri"/>
              </a:endParaRPr>
            </a:p>
            <a:p>
              <a:pPr indent="-131091" lvl="0" marL="131091" marR="0" rtl="0" algn="l">
                <a:lnSpc>
                  <a:spcPct val="100000"/>
                </a:lnSpc>
                <a:spcBef>
                  <a:spcPts val="0"/>
                </a:spcBef>
                <a:spcAft>
                  <a:spcPts val="0"/>
                </a:spcAft>
                <a:buClr>
                  <a:srgbClr val="063C67"/>
                </a:buClr>
                <a:buSzPts val="841"/>
                <a:buFont typeface="Arial"/>
                <a:buChar char="•"/>
              </a:pPr>
              <a:r>
                <a:rPr b="0" i="0" lang="vi" sz="841" u="none" cap="none" strike="noStrike">
                  <a:solidFill>
                    <a:srgbClr val="063C67"/>
                  </a:solidFill>
                  <a:latin typeface="Quattrocento Sans"/>
                  <a:ea typeface="Quattrocento Sans"/>
                  <a:cs typeface="Quattrocento Sans"/>
                  <a:sym typeface="Quattrocento Sans"/>
                </a:rPr>
                <a:t>Python, NodeJS, ReactJS, JavaScript, Golang, SQL, AWS, Azure, GCP, Terraform, Docker, Jenkins, Kubernetes, Helm, ArgoCD, GitHub, Enterprise, AWS,  Lambda, Azure Policy, Azure Security Center</a:t>
              </a:r>
              <a:endParaRPr b="0" i="0" sz="1376"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63C67"/>
                </a:buClr>
                <a:buSzPts val="841"/>
                <a:buFont typeface="Arial"/>
                <a:buNone/>
              </a:pPr>
              <a:r>
                <a:t/>
              </a:r>
              <a:endParaRPr b="0" i="0" sz="841" u="none" cap="none" strike="noStrike">
                <a:solidFill>
                  <a:srgbClr val="063C67"/>
                </a:solidFill>
                <a:latin typeface="Quattrocento Sans"/>
                <a:ea typeface="Quattrocento Sans"/>
                <a:cs typeface="Quattrocento Sans"/>
                <a:sym typeface="Quattrocento Sans"/>
              </a:endParaRPr>
            </a:p>
            <a:p>
              <a:pPr indent="-81080" lvl="0" marL="139345" marR="0" rtl="0" algn="l">
                <a:lnSpc>
                  <a:spcPct val="100000"/>
                </a:lnSpc>
                <a:spcBef>
                  <a:spcPts val="0"/>
                </a:spcBef>
                <a:spcAft>
                  <a:spcPts val="0"/>
                </a:spcAft>
                <a:buClr>
                  <a:srgbClr val="063C67"/>
                </a:buClr>
                <a:buSzPts val="918"/>
                <a:buFont typeface="Arial"/>
                <a:buNone/>
              </a:pPr>
              <a:r>
                <a:t/>
              </a:r>
              <a:endParaRPr b="0" i="0" sz="917" u="none" cap="none" strike="noStrike">
                <a:solidFill>
                  <a:srgbClr val="063C67"/>
                </a:solidFill>
                <a:latin typeface="Calibri"/>
                <a:ea typeface="Calibri"/>
                <a:cs typeface="Calibri"/>
                <a:sym typeface="Calibri"/>
              </a:endParaRPr>
            </a:p>
            <a:p>
              <a:pPr indent="-81080" lvl="0" marL="139345" marR="0" rtl="0" algn="l">
                <a:lnSpc>
                  <a:spcPct val="100000"/>
                </a:lnSpc>
                <a:spcBef>
                  <a:spcPts val="0"/>
                </a:spcBef>
                <a:spcAft>
                  <a:spcPts val="0"/>
                </a:spcAft>
                <a:buClr>
                  <a:srgbClr val="063C67"/>
                </a:buClr>
                <a:buSzPts val="918"/>
                <a:buFont typeface="Arial"/>
                <a:buNone/>
              </a:pPr>
              <a:r>
                <a:t/>
              </a:r>
              <a:endParaRPr b="0" i="0" sz="917" u="none" cap="none" strike="noStrike">
                <a:solidFill>
                  <a:srgbClr val="063C67"/>
                </a:solidFill>
                <a:latin typeface="Calibri"/>
                <a:ea typeface="Calibri"/>
                <a:cs typeface="Calibri"/>
                <a:sym typeface="Calibri"/>
              </a:endParaRPr>
            </a:p>
          </p:txBody>
        </p:sp>
        <p:sp>
          <p:nvSpPr>
            <p:cNvPr id="1026" name="Google Shape;1026;g3b9e50d028d_1_123"/>
            <p:cNvSpPr/>
            <p:nvPr/>
          </p:nvSpPr>
          <p:spPr>
            <a:xfrm>
              <a:off x="4981291" y="1458392"/>
              <a:ext cx="1008000" cy="674400"/>
            </a:xfrm>
            <a:prstGeom prst="rect">
              <a:avLst/>
            </a:prstGeom>
            <a:solidFill>
              <a:srgbClr val="B1DCFB"/>
            </a:solidFill>
            <a:ln>
              <a:noFill/>
            </a:ln>
          </p:spPr>
          <p:txBody>
            <a:bodyPr anchorCtr="0" anchor="ctr" bIns="34950" lIns="69900" spcFirstLastPara="1" rIns="69900" wrap="square" tIns="34950">
              <a:noAutofit/>
            </a:bodyPr>
            <a:lstStyle/>
            <a:p>
              <a:pPr indent="0" lvl="0" marL="66517" marR="0" rtl="0" algn="ctr">
                <a:lnSpc>
                  <a:spcPct val="100000"/>
                </a:lnSpc>
                <a:spcBef>
                  <a:spcPts val="0"/>
                </a:spcBef>
                <a:spcAft>
                  <a:spcPts val="0"/>
                </a:spcAft>
                <a:buClr>
                  <a:srgbClr val="000000"/>
                </a:buClr>
                <a:buSzPts val="2140"/>
                <a:buFont typeface="Arial"/>
                <a:buNone/>
              </a:pPr>
              <a:r>
                <a:rPr b="1" i="0" lang="vi" sz="2140" u="none" cap="none" strike="noStrike">
                  <a:solidFill>
                    <a:srgbClr val="063C67"/>
                  </a:solidFill>
                  <a:latin typeface="Calibri"/>
                  <a:ea typeface="Calibri"/>
                  <a:cs typeface="Calibri"/>
                  <a:sym typeface="Calibri"/>
                </a:rPr>
                <a:t>6y+</a:t>
              </a:r>
              <a:endParaRPr b="1" i="0" sz="2140" u="none" cap="none" strike="noStrike">
                <a:solidFill>
                  <a:srgbClr val="063C67"/>
                </a:solidFill>
                <a:latin typeface="Calibri"/>
                <a:ea typeface="Calibri"/>
                <a:cs typeface="Calibri"/>
                <a:sym typeface="Calibri"/>
              </a:endParaRPr>
            </a:p>
            <a:p>
              <a:pPr indent="0" lvl="0" marL="66517" marR="0" rtl="0" algn="ctr">
                <a:lnSpc>
                  <a:spcPct val="100000"/>
                </a:lnSpc>
                <a:spcBef>
                  <a:spcPts val="0"/>
                </a:spcBef>
                <a:spcAft>
                  <a:spcPts val="0"/>
                </a:spcAft>
                <a:buClr>
                  <a:srgbClr val="000000"/>
                </a:buClr>
                <a:buSzPts val="764"/>
                <a:buFont typeface="Arial"/>
                <a:buNone/>
              </a:pPr>
              <a:r>
                <a:rPr b="0" i="0" lang="vi" sz="764" u="none" cap="none" strike="noStrike">
                  <a:solidFill>
                    <a:srgbClr val="063C67"/>
                  </a:solidFill>
                  <a:latin typeface="Calibri"/>
                  <a:ea typeface="Calibri"/>
                  <a:cs typeface="Calibri"/>
                  <a:sym typeface="Calibri"/>
                </a:rPr>
                <a:t>EXPERIENCE</a:t>
              </a:r>
              <a:endParaRPr b="0" i="0" sz="802" u="none" cap="none" strike="noStrike">
                <a:solidFill>
                  <a:srgbClr val="063C67"/>
                </a:solidFill>
                <a:latin typeface="Calibri"/>
                <a:ea typeface="Calibri"/>
                <a:cs typeface="Calibri"/>
                <a:sym typeface="Calibri"/>
              </a:endParaRPr>
            </a:p>
          </p:txBody>
        </p:sp>
        <p:sp>
          <p:nvSpPr>
            <p:cNvPr id="1027" name="Google Shape;1027;g3b9e50d028d_1_123"/>
            <p:cNvSpPr/>
            <p:nvPr/>
          </p:nvSpPr>
          <p:spPr>
            <a:xfrm>
              <a:off x="3246856" y="1458392"/>
              <a:ext cx="1739700" cy="674400"/>
            </a:xfrm>
            <a:prstGeom prst="homePlate">
              <a:avLst>
                <a:gd fmla="val 0" name="adj"/>
              </a:avLst>
            </a:prstGeom>
            <a:solidFill>
              <a:srgbClr val="063C67"/>
            </a:solidFill>
            <a:ln>
              <a:noFill/>
            </a:ln>
          </p:spPr>
          <p:txBody>
            <a:bodyPr anchorCtr="0" anchor="ctr" bIns="34950" lIns="69900" spcFirstLastPara="1" rIns="69900" wrap="square" tIns="34950">
              <a:noAutofit/>
            </a:bodyPr>
            <a:lstStyle/>
            <a:p>
              <a:pPr indent="0" lvl="0" marL="0" marR="0" rtl="0" algn="l">
                <a:lnSpc>
                  <a:spcPct val="100000"/>
                </a:lnSpc>
                <a:spcBef>
                  <a:spcPts val="0"/>
                </a:spcBef>
                <a:spcAft>
                  <a:spcPts val="0"/>
                </a:spcAft>
                <a:buClr>
                  <a:srgbClr val="000000"/>
                </a:buClr>
                <a:buSzPts val="1070"/>
                <a:buFont typeface="Arial"/>
                <a:buNone/>
              </a:pPr>
              <a:r>
                <a:rPr b="0" i="0" lang="vi" sz="1070" u="none" cap="none" strike="noStrike">
                  <a:solidFill>
                    <a:srgbClr val="FFFFFF"/>
                  </a:solidFill>
                  <a:latin typeface="Calibri"/>
                  <a:ea typeface="Calibri"/>
                  <a:cs typeface="Calibri"/>
                  <a:sym typeface="Calibri"/>
                </a:rPr>
                <a:t>D.T.</a:t>
              </a:r>
              <a:endParaRPr b="0" i="0" sz="10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70"/>
                <a:buFont typeface="Arial"/>
                <a:buNone/>
              </a:pPr>
              <a:r>
                <a:rPr b="1" i="0" lang="vi" sz="1070" u="none" cap="none" strike="noStrike">
                  <a:solidFill>
                    <a:srgbClr val="FFFFFF"/>
                  </a:solidFill>
                  <a:latin typeface="Calibri"/>
                  <a:ea typeface="Calibri"/>
                  <a:cs typeface="Calibri"/>
                  <a:sym typeface="Calibri"/>
                </a:rPr>
                <a:t>Sr. Devops Eng.</a:t>
              </a:r>
              <a:endParaRPr b="0" i="0" sz="1070" u="none" cap="none" strike="noStrike">
                <a:solidFill>
                  <a:srgbClr val="000000"/>
                </a:solidFill>
                <a:latin typeface="Arial"/>
                <a:ea typeface="Arial"/>
                <a:cs typeface="Arial"/>
                <a:sym typeface="Arial"/>
              </a:endParaRPr>
            </a:p>
          </p:txBody>
        </p:sp>
        <p:sp>
          <p:nvSpPr>
            <p:cNvPr id="1028" name="Google Shape;1028;g3b9e50d028d_1_123"/>
            <p:cNvSpPr/>
            <p:nvPr/>
          </p:nvSpPr>
          <p:spPr>
            <a:xfrm flipH="1">
              <a:off x="3246854" y="2132716"/>
              <a:ext cx="50400" cy="4464900"/>
            </a:xfrm>
            <a:prstGeom prst="rect">
              <a:avLst/>
            </a:prstGeom>
            <a:gradFill>
              <a:gsLst>
                <a:gs pos="0">
                  <a:srgbClr val="063C67"/>
                </a:gs>
                <a:gs pos="28000">
                  <a:srgbClr val="063C67"/>
                </a:gs>
                <a:gs pos="63000">
                  <a:srgbClr val="1578A9"/>
                </a:gs>
                <a:gs pos="100000">
                  <a:srgbClr val="B3DBFB"/>
                </a:gs>
              </a:gsLst>
              <a:lin ang="5400012" scaled="0"/>
            </a:gradFill>
            <a:ln>
              <a:noFill/>
            </a:ln>
          </p:spPr>
          <p:txBody>
            <a:bodyPr anchorCtr="0" anchor="t"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063C67"/>
                </a:solidFill>
                <a:latin typeface="Calibri"/>
                <a:ea typeface="Calibri"/>
                <a:cs typeface="Calibri"/>
                <a:sym typeface="Calibri"/>
              </a:endParaRPr>
            </a:p>
          </p:txBody>
        </p:sp>
        <p:sp>
          <p:nvSpPr>
            <p:cNvPr id="1029" name="Google Shape;1029;g3b9e50d028d_1_123"/>
            <p:cNvSpPr/>
            <p:nvPr/>
          </p:nvSpPr>
          <p:spPr>
            <a:xfrm>
              <a:off x="4439646" y="1458392"/>
              <a:ext cx="699000" cy="674400"/>
            </a:xfrm>
            <a:prstGeom prst="parallelogram">
              <a:avLst>
                <a:gd fmla="val 20056" name="adj"/>
              </a:avLst>
            </a:prstGeom>
            <a:solidFill>
              <a:srgbClr val="063C67"/>
            </a:solidFill>
            <a:ln>
              <a:noFill/>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sp>
          <p:nvSpPr>
            <p:cNvPr id="1030" name="Google Shape;1030;g3b9e50d028d_1_123"/>
            <p:cNvSpPr/>
            <p:nvPr/>
          </p:nvSpPr>
          <p:spPr>
            <a:xfrm flipH="1" rot="10800000">
              <a:off x="5027163" y="1763113"/>
              <a:ext cx="78422" cy="369094"/>
            </a:xfrm>
            <a:custGeom>
              <a:rect b="b" l="l" r="r" t="t"/>
              <a:pathLst>
                <a:path extrusionOk="0" h="952501" w="482600">
                  <a:moveTo>
                    <a:pt x="0" y="0"/>
                  </a:moveTo>
                  <a:lnTo>
                    <a:pt x="482600" y="952500"/>
                  </a:lnTo>
                </a:path>
              </a:pathLst>
            </a:custGeom>
            <a:noFill/>
            <a:ln cap="flat" cmpd="sng" w="9700">
              <a:solidFill>
                <a:srgbClr val="063C67"/>
              </a:solidFill>
              <a:prstDash val="solid"/>
              <a:miter lim="800000"/>
              <a:headEnd len="sm" w="sm" type="none"/>
              <a:tailEnd len="sm" w="sm" type="none"/>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sp>
          <p:nvSpPr>
            <p:cNvPr id="1031" name="Google Shape;1031;g3b9e50d028d_1_123"/>
            <p:cNvSpPr/>
            <p:nvPr/>
          </p:nvSpPr>
          <p:spPr>
            <a:xfrm flipH="1" rot="10800000">
              <a:off x="5059843" y="1915512"/>
              <a:ext cx="45847" cy="216694"/>
            </a:xfrm>
            <a:custGeom>
              <a:rect b="b" l="l" r="r" t="t"/>
              <a:pathLst>
                <a:path extrusionOk="0" h="952501" w="482600">
                  <a:moveTo>
                    <a:pt x="0" y="0"/>
                  </a:moveTo>
                  <a:lnTo>
                    <a:pt x="482600" y="952500"/>
                  </a:lnTo>
                </a:path>
              </a:pathLst>
            </a:custGeom>
            <a:noFill/>
            <a:ln cap="flat" cmpd="sng" w="9700">
              <a:solidFill>
                <a:srgbClr val="1D93C9"/>
              </a:solidFill>
              <a:prstDash val="solid"/>
              <a:miter lim="800000"/>
              <a:headEnd len="sm" w="sm" type="none"/>
              <a:tailEnd len="sm" w="sm" type="none"/>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grpSp>
      <p:grpSp>
        <p:nvGrpSpPr>
          <p:cNvPr id="1032" name="Google Shape;1032;g3b9e50d028d_1_123"/>
          <p:cNvGrpSpPr/>
          <p:nvPr/>
        </p:nvGrpSpPr>
        <p:grpSpPr>
          <a:xfrm>
            <a:off x="6943166" y="957582"/>
            <a:ext cx="2097266" cy="3930023"/>
            <a:chOff x="3246854" y="1458392"/>
            <a:chExt cx="2742600" cy="5139300"/>
          </a:xfrm>
        </p:grpSpPr>
        <p:sp>
          <p:nvSpPr>
            <p:cNvPr id="1033" name="Google Shape;1033;g3b9e50d028d_1_123"/>
            <p:cNvSpPr/>
            <p:nvPr/>
          </p:nvSpPr>
          <p:spPr>
            <a:xfrm>
              <a:off x="3297254" y="1458392"/>
              <a:ext cx="2692200" cy="5139300"/>
            </a:xfrm>
            <a:prstGeom prst="rect">
              <a:avLst/>
            </a:prstGeom>
            <a:solidFill>
              <a:srgbClr val="FFFFFF"/>
            </a:solidFill>
            <a:ln>
              <a:noFill/>
            </a:ln>
            <a:effectLst>
              <a:outerShdw blurRad="67974" rotWithShape="0" algn="tl" dir="2700000" dist="29132">
                <a:srgbClr val="000000">
                  <a:alpha val="3529"/>
                </a:srgbClr>
              </a:outerShdw>
            </a:effectLst>
          </p:spPr>
          <p:txBody>
            <a:bodyPr anchorCtr="0" anchor="t" bIns="34950" lIns="69900" spcFirstLastPara="1" rIns="69900" wrap="square" tIns="34950">
              <a:noAutofit/>
            </a:bodyPr>
            <a:lstStyle/>
            <a:p>
              <a:pPr indent="-71370" lvl="0" marL="139345" marR="0" rtl="0" algn="l">
                <a:lnSpc>
                  <a:spcPct val="100000"/>
                </a:lnSpc>
                <a:spcBef>
                  <a:spcPts val="0"/>
                </a:spcBef>
                <a:spcAft>
                  <a:spcPts val="0"/>
                </a:spcAft>
                <a:buClr>
                  <a:srgbClr val="063C67"/>
                </a:buClr>
                <a:buSzPts val="1070"/>
                <a:buFont typeface="Noto Sans Symbols"/>
                <a:buNone/>
              </a:pPr>
              <a:r>
                <a:t/>
              </a:r>
              <a:endParaRPr b="0" i="0" sz="1070" u="none" cap="none" strike="noStrike">
                <a:solidFill>
                  <a:srgbClr val="063C67"/>
                </a:solidFill>
                <a:latin typeface="Calibri"/>
                <a:ea typeface="Calibri"/>
                <a:cs typeface="Calibri"/>
                <a:sym typeface="Calibri"/>
              </a:endParaRPr>
            </a:p>
            <a:p>
              <a:pPr indent="-71370" lvl="0" marL="139345" marR="0" rtl="0" algn="l">
                <a:lnSpc>
                  <a:spcPct val="100000"/>
                </a:lnSpc>
                <a:spcBef>
                  <a:spcPts val="0"/>
                </a:spcBef>
                <a:spcAft>
                  <a:spcPts val="0"/>
                </a:spcAft>
                <a:buClr>
                  <a:srgbClr val="063C67"/>
                </a:buClr>
                <a:buSzPts val="1070"/>
                <a:buFont typeface="Noto Sans Symbols"/>
                <a:buNone/>
              </a:pPr>
              <a:r>
                <a:t/>
              </a:r>
              <a:endParaRPr b="0" i="0" sz="1070"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70"/>
                <a:buFont typeface="Arial"/>
                <a:buNone/>
              </a:pPr>
              <a:r>
                <a:t/>
              </a:r>
              <a:endParaRPr b="0" i="0" sz="1070"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64"/>
                <a:buFont typeface="Arial"/>
                <a:buNone/>
              </a:pPr>
              <a:r>
                <a:t/>
              </a:r>
              <a:endParaRPr b="0" i="0" sz="764"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Core competencies</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Build and Develop Azure Environments</a:t>
              </a:r>
              <a:endParaRPr b="0"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Writing Docker; CI/CD</a:t>
              </a:r>
              <a:endParaRPr b="0" i="0" sz="1070" u="none" cap="none" strike="noStrike">
                <a:solidFill>
                  <a:srgbClr val="000000"/>
                </a:solidFill>
                <a:latin typeface="Arial"/>
                <a:ea typeface="Arial"/>
                <a:cs typeface="Arial"/>
                <a:sym typeface="Arial"/>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Familiar with web servers, MySQL, Monitoring Tools and different Cloud services </a:t>
              </a:r>
              <a:endParaRPr b="0" i="0" sz="10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17"/>
                <a:buFont typeface="Arial"/>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Relevant project experiences</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Finance, banking, Telecommunication, Retail</a:t>
              </a:r>
              <a:endParaRPr b="0" i="0" sz="1376" u="none" cap="none" strike="noStrike">
                <a:solidFill>
                  <a:srgbClr val="FFFFFF"/>
                </a:solidFill>
                <a:latin typeface="Calibri"/>
                <a:ea typeface="Calibri"/>
                <a:cs typeface="Calibri"/>
                <a:sym typeface="Calibri"/>
              </a:endParaRPr>
            </a:p>
            <a:p>
              <a:pPr indent="-81080" lvl="0" marL="139345" marR="0" rtl="0" algn="l">
                <a:lnSpc>
                  <a:spcPct val="100000"/>
                </a:lnSpc>
                <a:spcBef>
                  <a:spcPts val="0"/>
                </a:spcBef>
                <a:spcAft>
                  <a:spcPts val="0"/>
                </a:spcAft>
                <a:buClr>
                  <a:srgbClr val="063C67"/>
                </a:buClr>
                <a:buSzPts val="918"/>
                <a:buFont typeface="Noto Sans Symbols"/>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Tool knowledge</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Azure, Docker, GCP, Git, Jenkins, Python, Terraform, Cloudbuild, AWS, Kubernetes, Nodejs, Rust, Ubuntu, .net, SQL Servers, MongoDB, etc.</a:t>
              </a:r>
              <a:endParaRPr b="0" i="0" sz="1070" u="none" cap="none" strike="noStrike">
                <a:solidFill>
                  <a:srgbClr val="000000"/>
                </a:solidFill>
                <a:latin typeface="Arial"/>
                <a:ea typeface="Arial"/>
                <a:cs typeface="Arial"/>
                <a:sym typeface="Arial"/>
              </a:endParaRPr>
            </a:p>
            <a:p>
              <a:pPr indent="-81080" lvl="0" marL="139345" marR="0" rtl="0" algn="l">
                <a:lnSpc>
                  <a:spcPct val="100000"/>
                </a:lnSpc>
                <a:spcBef>
                  <a:spcPts val="0"/>
                </a:spcBef>
                <a:spcAft>
                  <a:spcPts val="0"/>
                </a:spcAft>
                <a:buClr>
                  <a:srgbClr val="063C67"/>
                </a:buClr>
                <a:buSzPts val="918"/>
                <a:buFont typeface="Noto Sans Symbols"/>
                <a:buNone/>
              </a:pPr>
              <a:r>
                <a:t/>
              </a:r>
              <a:endParaRPr b="0" i="0" sz="917" u="none" cap="none" strike="noStrike">
                <a:solidFill>
                  <a:srgbClr val="063C67"/>
                </a:solidFill>
                <a:latin typeface="Calibri"/>
                <a:ea typeface="Calibri"/>
                <a:cs typeface="Calibri"/>
                <a:sym typeface="Calibri"/>
              </a:endParaRPr>
            </a:p>
          </p:txBody>
        </p:sp>
        <p:sp>
          <p:nvSpPr>
            <p:cNvPr id="1034" name="Google Shape;1034;g3b9e50d028d_1_123"/>
            <p:cNvSpPr/>
            <p:nvPr/>
          </p:nvSpPr>
          <p:spPr>
            <a:xfrm>
              <a:off x="4981291" y="1458392"/>
              <a:ext cx="1008000" cy="674400"/>
            </a:xfrm>
            <a:prstGeom prst="rect">
              <a:avLst/>
            </a:prstGeom>
            <a:solidFill>
              <a:srgbClr val="B1DCFB"/>
            </a:solidFill>
            <a:ln>
              <a:noFill/>
            </a:ln>
          </p:spPr>
          <p:txBody>
            <a:bodyPr anchorCtr="0" anchor="ctr" bIns="34950" lIns="69900" spcFirstLastPara="1" rIns="69900" wrap="square" tIns="34950">
              <a:noAutofit/>
            </a:bodyPr>
            <a:lstStyle/>
            <a:p>
              <a:pPr indent="0" lvl="0" marL="66517" marR="0" rtl="0" algn="ctr">
                <a:lnSpc>
                  <a:spcPct val="100000"/>
                </a:lnSpc>
                <a:spcBef>
                  <a:spcPts val="0"/>
                </a:spcBef>
                <a:spcAft>
                  <a:spcPts val="0"/>
                </a:spcAft>
                <a:buClr>
                  <a:srgbClr val="000000"/>
                </a:buClr>
                <a:buSzPts val="2140"/>
                <a:buFont typeface="Arial"/>
                <a:buNone/>
              </a:pPr>
              <a:r>
                <a:rPr b="1" i="0" lang="vi" sz="2140" u="none" cap="none" strike="noStrike">
                  <a:solidFill>
                    <a:srgbClr val="063C67"/>
                  </a:solidFill>
                  <a:latin typeface="Calibri"/>
                  <a:ea typeface="Calibri"/>
                  <a:cs typeface="Calibri"/>
                  <a:sym typeface="Calibri"/>
                </a:rPr>
                <a:t>6y+</a:t>
              </a:r>
              <a:endParaRPr b="0" i="0" sz="1070" u="none" cap="none" strike="noStrike">
                <a:solidFill>
                  <a:srgbClr val="000000"/>
                </a:solidFill>
                <a:latin typeface="Arial"/>
                <a:ea typeface="Arial"/>
                <a:cs typeface="Arial"/>
                <a:sym typeface="Arial"/>
              </a:endParaRPr>
            </a:p>
            <a:p>
              <a:pPr indent="0" lvl="0" marL="66517" marR="0" rtl="0" algn="ctr">
                <a:lnSpc>
                  <a:spcPct val="100000"/>
                </a:lnSpc>
                <a:spcBef>
                  <a:spcPts val="0"/>
                </a:spcBef>
                <a:spcAft>
                  <a:spcPts val="0"/>
                </a:spcAft>
                <a:buClr>
                  <a:srgbClr val="000000"/>
                </a:buClr>
                <a:buSzPts val="764"/>
                <a:buFont typeface="Arial"/>
                <a:buNone/>
              </a:pPr>
              <a:r>
                <a:rPr b="0" i="0" lang="vi" sz="764" u="none" cap="none" strike="noStrike">
                  <a:solidFill>
                    <a:srgbClr val="063C67"/>
                  </a:solidFill>
                  <a:latin typeface="Calibri"/>
                  <a:ea typeface="Calibri"/>
                  <a:cs typeface="Calibri"/>
                  <a:sym typeface="Calibri"/>
                </a:rPr>
                <a:t>EXPERIENCE</a:t>
              </a:r>
              <a:endParaRPr b="0" i="0" sz="802" u="none" cap="none" strike="noStrike">
                <a:solidFill>
                  <a:srgbClr val="063C67"/>
                </a:solidFill>
                <a:latin typeface="Calibri"/>
                <a:ea typeface="Calibri"/>
                <a:cs typeface="Calibri"/>
                <a:sym typeface="Calibri"/>
              </a:endParaRPr>
            </a:p>
          </p:txBody>
        </p:sp>
        <p:sp>
          <p:nvSpPr>
            <p:cNvPr id="1035" name="Google Shape;1035;g3b9e50d028d_1_123"/>
            <p:cNvSpPr/>
            <p:nvPr/>
          </p:nvSpPr>
          <p:spPr>
            <a:xfrm>
              <a:off x="3246856" y="1458392"/>
              <a:ext cx="1739700" cy="674400"/>
            </a:xfrm>
            <a:prstGeom prst="homePlate">
              <a:avLst>
                <a:gd fmla="val 0" name="adj"/>
              </a:avLst>
            </a:prstGeom>
            <a:solidFill>
              <a:srgbClr val="063C67"/>
            </a:solidFill>
            <a:ln>
              <a:noFill/>
            </a:ln>
          </p:spPr>
          <p:txBody>
            <a:bodyPr anchorCtr="0" anchor="ctr" bIns="34950" lIns="69900" spcFirstLastPara="1" rIns="69900" wrap="square" tIns="34950">
              <a:noAutofit/>
            </a:bodyPr>
            <a:lstStyle/>
            <a:p>
              <a:pPr indent="0" lvl="0" marL="0" marR="0" rtl="0" algn="l">
                <a:lnSpc>
                  <a:spcPct val="100000"/>
                </a:lnSpc>
                <a:spcBef>
                  <a:spcPts val="0"/>
                </a:spcBef>
                <a:spcAft>
                  <a:spcPts val="0"/>
                </a:spcAft>
                <a:buClr>
                  <a:srgbClr val="000000"/>
                </a:buClr>
                <a:buSzPts val="1070"/>
                <a:buFont typeface="Arial"/>
                <a:buNone/>
              </a:pPr>
              <a:r>
                <a:rPr b="0" i="0" lang="vi" sz="1070" u="none" cap="none" strike="noStrike">
                  <a:solidFill>
                    <a:srgbClr val="FFFFFF"/>
                  </a:solidFill>
                  <a:latin typeface="Calibri"/>
                  <a:ea typeface="Calibri"/>
                  <a:cs typeface="Calibri"/>
                  <a:sym typeface="Calibri"/>
                </a:rPr>
                <a:t>L.P.</a:t>
              </a:r>
              <a:endParaRPr b="0" i="0" sz="10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70"/>
                <a:buFont typeface="Arial"/>
                <a:buNone/>
              </a:pPr>
              <a:r>
                <a:rPr b="1" i="0" lang="vi" sz="1070" u="none" cap="none" strike="noStrike">
                  <a:solidFill>
                    <a:srgbClr val="FFFFFF"/>
                  </a:solidFill>
                  <a:latin typeface="Calibri"/>
                  <a:ea typeface="Calibri"/>
                  <a:cs typeface="Calibri"/>
                  <a:sym typeface="Calibri"/>
                </a:rPr>
                <a:t>Sr. Devops Eng.</a:t>
              </a:r>
              <a:endParaRPr b="0" i="0" sz="1070" u="none" cap="none" strike="noStrike">
                <a:solidFill>
                  <a:srgbClr val="000000"/>
                </a:solidFill>
                <a:latin typeface="Arial"/>
                <a:ea typeface="Arial"/>
                <a:cs typeface="Arial"/>
                <a:sym typeface="Arial"/>
              </a:endParaRPr>
            </a:p>
          </p:txBody>
        </p:sp>
        <p:sp>
          <p:nvSpPr>
            <p:cNvPr id="1036" name="Google Shape;1036;g3b9e50d028d_1_123"/>
            <p:cNvSpPr/>
            <p:nvPr/>
          </p:nvSpPr>
          <p:spPr>
            <a:xfrm flipH="1">
              <a:off x="3246854" y="2132716"/>
              <a:ext cx="50400" cy="4464900"/>
            </a:xfrm>
            <a:prstGeom prst="rect">
              <a:avLst/>
            </a:prstGeom>
            <a:gradFill>
              <a:gsLst>
                <a:gs pos="0">
                  <a:srgbClr val="063C67"/>
                </a:gs>
                <a:gs pos="28000">
                  <a:srgbClr val="063C67"/>
                </a:gs>
                <a:gs pos="63000">
                  <a:srgbClr val="1578A9"/>
                </a:gs>
                <a:gs pos="100000">
                  <a:srgbClr val="B3DBFB"/>
                </a:gs>
              </a:gsLst>
              <a:lin ang="5400012" scaled="0"/>
            </a:gradFill>
            <a:ln>
              <a:noFill/>
            </a:ln>
          </p:spPr>
          <p:txBody>
            <a:bodyPr anchorCtr="0" anchor="t"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063C67"/>
                </a:solidFill>
                <a:latin typeface="Calibri"/>
                <a:ea typeface="Calibri"/>
                <a:cs typeface="Calibri"/>
                <a:sym typeface="Calibri"/>
              </a:endParaRPr>
            </a:p>
          </p:txBody>
        </p:sp>
        <p:sp>
          <p:nvSpPr>
            <p:cNvPr id="1037" name="Google Shape;1037;g3b9e50d028d_1_123"/>
            <p:cNvSpPr/>
            <p:nvPr/>
          </p:nvSpPr>
          <p:spPr>
            <a:xfrm>
              <a:off x="4439646" y="1458392"/>
              <a:ext cx="699000" cy="674400"/>
            </a:xfrm>
            <a:prstGeom prst="parallelogram">
              <a:avLst>
                <a:gd fmla="val 20056" name="adj"/>
              </a:avLst>
            </a:prstGeom>
            <a:solidFill>
              <a:srgbClr val="063C67"/>
            </a:solidFill>
            <a:ln>
              <a:noFill/>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sp>
          <p:nvSpPr>
            <p:cNvPr id="1038" name="Google Shape;1038;g3b9e50d028d_1_123"/>
            <p:cNvSpPr/>
            <p:nvPr/>
          </p:nvSpPr>
          <p:spPr>
            <a:xfrm flipH="1" rot="10800000">
              <a:off x="5027163" y="1763113"/>
              <a:ext cx="78422" cy="369094"/>
            </a:xfrm>
            <a:custGeom>
              <a:rect b="b" l="l" r="r" t="t"/>
              <a:pathLst>
                <a:path extrusionOk="0" h="952501" w="482600">
                  <a:moveTo>
                    <a:pt x="0" y="0"/>
                  </a:moveTo>
                  <a:lnTo>
                    <a:pt x="482600" y="952500"/>
                  </a:lnTo>
                </a:path>
              </a:pathLst>
            </a:custGeom>
            <a:noFill/>
            <a:ln cap="flat" cmpd="sng" w="9700">
              <a:solidFill>
                <a:srgbClr val="063C67"/>
              </a:solidFill>
              <a:prstDash val="solid"/>
              <a:miter lim="800000"/>
              <a:headEnd len="sm" w="sm" type="none"/>
              <a:tailEnd len="sm" w="sm" type="none"/>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sp>
          <p:nvSpPr>
            <p:cNvPr id="1039" name="Google Shape;1039;g3b9e50d028d_1_123"/>
            <p:cNvSpPr/>
            <p:nvPr/>
          </p:nvSpPr>
          <p:spPr>
            <a:xfrm flipH="1" rot="10800000">
              <a:off x="5059843" y="1915512"/>
              <a:ext cx="45847" cy="216694"/>
            </a:xfrm>
            <a:custGeom>
              <a:rect b="b" l="l" r="r" t="t"/>
              <a:pathLst>
                <a:path extrusionOk="0" h="952501" w="482600">
                  <a:moveTo>
                    <a:pt x="0" y="0"/>
                  </a:moveTo>
                  <a:lnTo>
                    <a:pt x="482600" y="952500"/>
                  </a:lnTo>
                </a:path>
              </a:pathLst>
            </a:custGeom>
            <a:noFill/>
            <a:ln cap="flat" cmpd="sng" w="9700">
              <a:solidFill>
                <a:srgbClr val="1D93C9"/>
              </a:solidFill>
              <a:prstDash val="solid"/>
              <a:miter lim="800000"/>
              <a:headEnd len="sm" w="sm" type="none"/>
              <a:tailEnd len="sm" w="sm" type="none"/>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grpSp>
      <p:sp>
        <p:nvSpPr>
          <p:cNvPr id="1040" name="Google Shape;1040;g3b9e50d028d_1_123"/>
          <p:cNvSpPr/>
          <p:nvPr/>
        </p:nvSpPr>
        <p:spPr>
          <a:xfrm>
            <a:off x="85379" y="957448"/>
            <a:ext cx="2058300" cy="3929700"/>
          </a:xfrm>
          <a:prstGeom prst="rect">
            <a:avLst/>
          </a:prstGeom>
          <a:solidFill>
            <a:srgbClr val="FFFFFF"/>
          </a:solidFill>
          <a:ln>
            <a:noFill/>
          </a:ln>
          <a:effectLst>
            <a:outerShdw blurRad="67974" rotWithShape="0" algn="tl" dir="2700000" dist="29132">
              <a:srgbClr val="000000">
                <a:alpha val="3529"/>
              </a:srgbClr>
            </a:outerShdw>
          </a:effectLst>
        </p:spPr>
        <p:txBody>
          <a:bodyPr anchorCtr="0" anchor="t" bIns="34950" lIns="69900" spcFirstLastPara="1" rIns="69900" wrap="square" tIns="34950">
            <a:noAutofit/>
          </a:bodyPr>
          <a:lstStyle/>
          <a:p>
            <a:pPr indent="-71370" lvl="0" marL="139345" marR="0" rtl="0" algn="l">
              <a:lnSpc>
                <a:spcPct val="100000"/>
              </a:lnSpc>
              <a:spcBef>
                <a:spcPts val="0"/>
              </a:spcBef>
              <a:spcAft>
                <a:spcPts val="0"/>
              </a:spcAft>
              <a:buClr>
                <a:srgbClr val="063C67"/>
              </a:buClr>
              <a:buSzPts val="1070"/>
              <a:buFont typeface="Noto Sans Symbols"/>
              <a:buNone/>
            </a:pPr>
            <a:r>
              <a:t/>
            </a:r>
            <a:endParaRPr b="0" i="0" sz="1070" u="none" cap="none" strike="noStrike">
              <a:solidFill>
                <a:srgbClr val="063C67"/>
              </a:solidFill>
              <a:latin typeface="Calibri"/>
              <a:ea typeface="Calibri"/>
              <a:cs typeface="Calibri"/>
              <a:sym typeface="Calibri"/>
            </a:endParaRPr>
          </a:p>
          <a:p>
            <a:pPr indent="-71370" lvl="0" marL="139345" marR="0" rtl="0" algn="l">
              <a:lnSpc>
                <a:spcPct val="100000"/>
              </a:lnSpc>
              <a:spcBef>
                <a:spcPts val="0"/>
              </a:spcBef>
              <a:spcAft>
                <a:spcPts val="0"/>
              </a:spcAft>
              <a:buClr>
                <a:srgbClr val="063C67"/>
              </a:buClr>
              <a:buSzPts val="1070"/>
              <a:buFont typeface="Noto Sans Symbols"/>
              <a:buNone/>
            </a:pPr>
            <a:r>
              <a:t/>
            </a:r>
            <a:endParaRPr b="0" i="0" sz="1070"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70"/>
              <a:buFont typeface="Arial"/>
              <a:buNone/>
            </a:pPr>
            <a:r>
              <a:t/>
            </a:r>
            <a:endParaRPr b="0" i="0" sz="1070"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64"/>
              <a:buFont typeface="Arial"/>
              <a:buNone/>
            </a:pPr>
            <a:r>
              <a:t/>
            </a:r>
            <a:endParaRPr b="0" i="0" sz="764"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【コアコンピタンス】</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Power Platform開発、会計システム開発</a:t>
            </a:r>
            <a:endParaRPr b="0" i="0" sz="1070" u="none" cap="none" strike="noStrike">
              <a:solidFill>
                <a:srgbClr val="000000"/>
              </a:solidFill>
              <a:latin typeface="Arial"/>
              <a:ea typeface="Arial"/>
              <a:cs typeface="Arial"/>
              <a:sym typeface="Arial"/>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日本語での顧客折衝・要件定義</a:t>
            </a:r>
            <a:endParaRPr b="0" i="0" sz="1070" u="none" cap="none" strike="noStrike">
              <a:solidFill>
                <a:srgbClr val="000000"/>
              </a:solidFill>
              <a:latin typeface="Arial"/>
              <a:ea typeface="Arial"/>
              <a:cs typeface="Arial"/>
              <a:sym typeface="Arial"/>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アジャイル開発・スクラム</a:t>
            </a:r>
            <a:endParaRPr b="0" i="0" sz="1070" u="none" cap="none" strike="noStrike">
              <a:solidFill>
                <a:srgbClr val="000000"/>
              </a:solidFill>
              <a:latin typeface="Arial"/>
              <a:ea typeface="Arial"/>
              <a:cs typeface="Arial"/>
              <a:sym typeface="Arial"/>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、品質管理、プロジェクトコントロール</a:t>
            </a:r>
            <a:endParaRPr b="0" i="0" sz="10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17"/>
              <a:buFont typeface="Arial"/>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【関連プロジェクト経験】</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Power Platform社内業務システム（3年）, </a:t>
            </a:r>
            <a:endParaRPr b="0" i="0" sz="1376" u="none" cap="none" strike="noStrike">
              <a:solidFill>
                <a:srgbClr val="FFFFFF"/>
              </a:solidFill>
              <a:latin typeface="Calibri"/>
              <a:ea typeface="Calibri"/>
              <a:cs typeface="Calibri"/>
              <a:sym typeface="Calibri"/>
            </a:endParaRPr>
          </a:p>
          <a:p>
            <a:pPr indent="-81080" lvl="0" marL="139345" marR="0" rtl="0" algn="l">
              <a:lnSpc>
                <a:spcPct val="100000"/>
              </a:lnSpc>
              <a:spcBef>
                <a:spcPts val="0"/>
              </a:spcBef>
              <a:spcAft>
                <a:spcPts val="0"/>
              </a:spcAft>
              <a:buClr>
                <a:srgbClr val="063C67"/>
              </a:buClr>
              <a:buSzPts val="918"/>
              <a:buFont typeface="Noto Sans Symbols"/>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t/>
            </a:r>
            <a:endParaRPr b="0" i="0" sz="917" u="none" cap="none" strike="noStrike">
              <a:solidFill>
                <a:srgbClr val="063C67"/>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17"/>
              <a:buFont typeface="Arial"/>
              <a:buNone/>
            </a:pPr>
            <a:r>
              <a:rPr b="1" i="0" lang="vi" sz="917" u="none" cap="none" strike="noStrike">
                <a:solidFill>
                  <a:srgbClr val="063C67"/>
                </a:solidFill>
                <a:latin typeface="Calibri"/>
                <a:ea typeface="Calibri"/>
                <a:cs typeface="Calibri"/>
                <a:sym typeface="Calibri"/>
              </a:rPr>
              <a:t>【ツール】</a:t>
            </a:r>
            <a:endParaRPr b="1" i="0" sz="917" u="none" cap="none" strike="noStrike">
              <a:solidFill>
                <a:srgbClr val="063C67"/>
              </a:solidFill>
              <a:latin typeface="Calibri"/>
              <a:ea typeface="Calibri"/>
              <a:cs typeface="Calibri"/>
              <a:sym typeface="Calibri"/>
            </a:endParaRPr>
          </a:p>
          <a:p>
            <a:pPr indent="-139345" lvl="0" marL="139345" marR="0" rtl="0" algn="l">
              <a:lnSpc>
                <a:spcPct val="100000"/>
              </a:lnSpc>
              <a:spcBef>
                <a:spcPts val="0"/>
              </a:spcBef>
              <a:spcAft>
                <a:spcPts val="0"/>
              </a:spcAft>
              <a:buClr>
                <a:srgbClr val="063C67"/>
              </a:buClr>
              <a:buSzPts val="918"/>
              <a:buFont typeface="Noto Sans Symbols"/>
              <a:buChar char="▪"/>
            </a:pPr>
            <a:r>
              <a:rPr b="0" i="0" lang="vi" sz="917" u="none" cap="none" strike="noStrike">
                <a:solidFill>
                  <a:srgbClr val="063C67"/>
                </a:solidFill>
                <a:latin typeface="Calibri"/>
                <a:ea typeface="Calibri"/>
                <a:cs typeface="Calibri"/>
                <a:sym typeface="Calibri"/>
              </a:rPr>
              <a:t>Power Apps, Power Automate, Power Pages, PowerBI
Dynamics 365, SQL Server
Azure DevOps, Git, Jirankins, Apache, AWS, Azure, AngularJS, jQuerry, Cloudwatch, Python, C#.net, Ruby, Ubuntu, etc.</a:t>
            </a:r>
            <a:endParaRPr b="0" i="0" sz="917" u="none" cap="none" strike="noStrike">
              <a:solidFill>
                <a:srgbClr val="063C67"/>
              </a:solidFill>
              <a:latin typeface="Calibri"/>
              <a:ea typeface="Calibri"/>
              <a:cs typeface="Calibri"/>
              <a:sym typeface="Calibri"/>
            </a:endParaRPr>
          </a:p>
          <a:p>
            <a:pPr indent="-81080" lvl="0" marL="139345" marR="0" rtl="0" algn="l">
              <a:lnSpc>
                <a:spcPct val="100000"/>
              </a:lnSpc>
              <a:spcBef>
                <a:spcPts val="0"/>
              </a:spcBef>
              <a:spcAft>
                <a:spcPts val="0"/>
              </a:spcAft>
              <a:buClr>
                <a:srgbClr val="063C67"/>
              </a:buClr>
              <a:buSzPts val="918"/>
              <a:buFont typeface="Noto Sans Symbols"/>
              <a:buNone/>
            </a:pPr>
            <a:r>
              <a:t/>
            </a:r>
            <a:endParaRPr b="0" i="0" sz="917" u="none" cap="none" strike="noStrike">
              <a:solidFill>
                <a:srgbClr val="063C67"/>
              </a:solidFill>
              <a:latin typeface="Calibri"/>
              <a:ea typeface="Calibri"/>
              <a:cs typeface="Calibri"/>
              <a:sym typeface="Calibri"/>
            </a:endParaRPr>
          </a:p>
        </p:txBody>
      </p:sp>
      <p:sp>
        <p:nvSpPr>
          <p:cNvPr id="1041" name="Google Shape;1041;g3b9e50d028d_1_123"/>
          <p:cNvSpPr/>
          <p:nvPr/>
        </p:nvSpPr>
        <p:spPr>
          <a:xfrm>
            <a:off x="1373010" y="957448"/>
            <a:ext cx="770700" cy="515700"/>
          </a:xfrm>
          <a:prstGeom prst="rect">
            <a:avLst/>
          </a:prstGeom>
          <a:solidFill>
            <a:srgbClr val="B1DCFB"/>
          </a:solidFill>
          <a:ln>
            <a:noFill/>
          </a:ln>
        </p:spPr>
        <p:txBody>
          <a:bodyPr anchorCtr="0" anchor="ctr" bIns="34950" lIns="69900" spcFirstLastPara="1" rIns="69900" wrap="square" tIns="34950">
            <a:noAutofit/>
          </a:bodyPr>
          <a:lstStyle/>
          <a:p>
            <a:pPr indent="0" lvl="0" marL="66517" marR="0" rtl="0" algn="ctr">
              <a:lnSpc>
                <a:spcPct val="100000"/>
              </a:lnSpc>
              <a:spcBef>
                <a:spcPts val="0"/>
              </a:spcBef>
              <a:spcAft>
                <a:spcPts val="0"/>
              </a:spcAft>
              <a:buClr>
                <a:srgbClr val="000000"/>
              </a:buClr>
              <a:buSzPts val="2140"/>
              <a:buFont typeface="Arial"/>
              <a:buNone/>
            </a:pPr>
            <a:r>
              <a:rPr b="1" i="0" lang="vi" sz="2140" u="none" cap="none" strike="noStrike">
                <a:solidFill>
                  <a:srgbClr val="063C67"/>
                </a:solidFill>
                <a:latin typeface="Calibri"/>
                <a:ea typeface="Calibri"/>
                <a:cs typeface="Calibri"/>
                <a:sym typeface="Calibri"/>
              </a:rPr>
              <a:t>10y+</a:t>
            </a:r>
            <a:endParaRPr b="0" i="0" sz="1070" u="none" cap="none" strike="noStrike">
              <a:solidFill>
                <a:srgbClr val="000000"/>
              </a:solidFill>
              <a:latin typeface="Arial"/>
              <a:ea typeface="Arial"/>
              <a:cs typeface="Arial"/>
              <a:sym typeface="Arial"/>
            </a:endParaRPr>
          </a:p>
          <a:p>
            <a:pPr indent="0" lvl="0" marL="66517" marR="0" rtl="0" algn="ctr">
              <a:lnSpc>
                <a:spcPct val="100000"/>
              </a:lnSpc>
              <a:spcBef>
                <a:spcPts val="0"/>
              </a:spcBef>
              <a:spcAft>
                <a:spcPts val="0"/>
              </a:spcAft>
              <a:buClr>
                <a:srgbClr val="000000"/>
              </a:buClr>
              <a:buSzPts val="764"/>
              <a:buFont typeface="Arial"/>
              <a:buNone/>
            </a:pPr>
            <a:r>
              <a:rPr b="0" i="0" lang="vi" sz="764" u="none" cap="none" strike="noStrike">
                <a:solidFill>
                  <a:srgbClr val="063C67"/>
                </a:solidFill>
                <a:latin typeface="Calibri"/>
                <a:ea typeface="Calibri"/>
                <a:cs typeface="Calibri"/>
                <a:sym typeface="Calibri"/>
              </a:rPr>
              <a:t>経験</a:t>
            </a:r>
            <a:endParaRPr b="0" i="0" sz="802" u="none" cap="none" strike="noStrike">
              <a:solidFill>
                <a:srgbClr val="063C67"/>
              </a:solidFill>
              <a:latin typeface="Calibri"/>
              <a:ea typeface="Calibri"/>
              <a:cs typeface="Calibri"/>
              <a:sym typeface="Calibri"/>
            </a:endParaRPr>
          </a:p>
        </p:txBody>
      </p:sp>
      <p:sp>
        <p:nvSpPr>
          <p:cNvPr id="1042" name="Google Shape;1042;g3b9e50d028d_1_123"/>
          <p:cNvSpPr/>
          <p:nvPr/>
        </p:nvSpPr>
        <p:spPr>
          <a:xfrm>
            <a:off x="46844" y="957448"/>
            <a:ext cx="1330200" cy="515700"/>
          </a:xfrm>
          <a:prstGeom prst="homePlate">
            <a:avLst>
              <a:gd fmla="val 0" name="adj"/>
            </a:avLst>
          </a:prstGeom>
          <a:solidFill>
            <a:srgbClr val="063C67"/>
          </a:solidFill>
          <a:ln>
            <a:noFill/>
          </a:ln>
        </p:spPr>
        <p:txBody>
          <a:bodyPr anchorCtr="0" anchor="ctr" bIns="34950" lIns="69900" spcFirstLastPara="1" rIns="69900" wrap="square" tIns="34950">
            <a:noAutofit/>
          </a:bodyPr>
          <a:lstStyle/>
          <a:p>
            <a:pPr indent="0" lvl="0" marL="0" marR="0" rtl="0" algn="l">
              <a:lnSpc>
                <a:spcPct val="100000"/>
              </a:lnSpc>
              <a:spcBef>
                <a:spcPts val="0"/>
              </a:spcBef>
              <a:spcAft>
                <a:spcPts val="0"/>
              </a:spcAft>
              <a:buClr>
                <a:srgbClr val="000000"/>
              </a:buClr>
              <a:buSzPts val="1070"/>
              <a:buFont typeface="Arial"/>
              <a:buNone/>
            </a:pPr>
            <a:r>
              <a:rPr b="0" i="0" lang="vi" sz="1070" u="none" cap="none" strike="noStrike">
                <a:solidFill>
                  <a:srgbClr val="FFFFFF"/>
                </a:solidFill>
                <a:latin typeface="Calibri"/>
                <a:ea typeface="Calibri"/>
                <a:cs typeface="Calibri"/>
                <a:sym typeface="Calibri"/>
              </a:rPr>
              <a:t>N.T. </a:t>
            </a:r>
            <a:endParaRPr b="0" i="0" sz="10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70"/>
              <a:buFont typeface="Arial"/>
              <a:buNone/>
            </a:pPr>
            <a:r>
              <a:rPr b="1" i="0" lang="vi" sz="1070" u="none" cap="none" strike="noStrike">
                <a:solidFill>
                  <a:srgbClr val="FFFFFF"/>
                </a:solidFill>
                <a:latin typeface="Calibri"/>
                <a:ea typeface="Calibri"/>
                <a:cs typeface="Calibri"/>
                <a:sym typeface="Calibri"/>
              </a:rPr>
              <a:t>開発者</a:t>
            </a:r>
            <a:endParaRPr b="0" i="0" sz="1070" u="none" cap="none" strike="noStrike">
              <a:solidFill>
                <a:srgbClr val="000000"/>
              </a:solidFill>
              <a:latin typeface="Arial"/>
              <a:ea typeface="Arial"/>
              <a:cs typeface="Arial"/>
              <a:sym typeface="Arial"/>
            </a:endParaRPr>
          </a:p>
        </p:txBody>
      </p:sp>
      <p:sp>
        <p:nvSpPr>
          <p:cNvPr id="1043" name="Google Shape;1043;g3b9e50d028d_1_123"/>
          <p:cNvSpPr/>
          <p:nvPr/>
        </p:nvSpPr>
        <p:spPr>
          <a:xfrm>
            <a:off x="958863" y="957448"/>
            <a:ext cx="534600" cy="515700"/>
          </a:xfrm>
          <a:prstGeom prst="parallelogram">
            <a:avLst>
              <a:gd fmla="val 20056" name="adj"/>
            </a:avLst>
          </a:prstGeom>
          <a:solidFill>
            <a:srgbClr val="063C67"/>
          </a:solidFill>
          <a:ln>
            <a:noFill/>
          </a:ln>
        </p:spPr>
        <p:txBody>
          <a:bodyPr anchorCtr="0" anchor="ctr" bIns="34950" lIns="69900" spcFirstLastPara="1" rIns="69900" wrap="square" tIns="34950">
            <a:noAutofit/>
          </a:bodyPr>
          <a:lstStyle/>
          <a:p>
            <a:pPr indent="0" lvl="0" marL="0" marR="0" rtl="0" algn="ctr">
              <a:lnSpc>
                <a:spcPct val="100000"/>
              </a:lnSpc>
              <a:spcBef>
                <a:spcPts val="0"/>
              </a:spcBef>
              <a:spcAft>
                <a:spcPts val="0"/>
              </a:spcAft>
              <a:buClr>
                <a:srgbClr val="000000"/>
              </a:buClr>
              <a:buSzPts val="1376"/>
              <a:buFont typeface="Arial"/>
              <a:buNone/>
            </a:pPr>
            <a:r>
              <a:t/>
            </a:r>
            <a:endParaRPr b="0" i="0" sz="1376" u="none" cap="none" strike="noStrike">
              <a:solidFill>
                <a:srgbClr val="FFFFFF"/>
              </a:solidFill>
              <a:latin typeface="Calibri"/>
              <a:ea typeface="Calibri"/>
              <a:cs typeface="Calibri"/>
              <a:sym typeface="Calibri"/>
            </a:endParaRPr>
          </a:p>
        </p:txBody>
      </p:sp>
      <p:sp>
        <p:nvSpPr>
          <p:cNvPr id="1044" name="Google Shape;1044;g3b9e50d028d_1_123"/>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pic>
        <p:nvPicPr>
          <p:cNvPr descr="A person standing on a rocky mountain top&#10;&#10;AI-generated content may be incorrect." id="1049" name="Google Shape;1049;g3b524566caf_0_5070"/>
          <p:cNvPicPr preferRelativeResize="0"/>
          <p:nvPr>
            <p:ph idx="2" type="pic"/>
          </p:nvPr>
        </p:nvPicPr>
        <p:blipFill rotWithShape="1">
          <a:blip r:embed="rId3">
            <a:alphaModFix/>
          </a:blip>
          <a:srcRect b="0" l="0" r="0" t="0"/>
          <a:stretch/>
        </p:blipFill>
        <p:spPr>
          <a:xfrm>
            <a:off x="0" y="0"/>
            <a:ext cx="9144000" cy="4734925"/>
          </a:xfrm>
          <a:prstGeom prst="rect">
            <a:avLst/>
          </a:prstGeom>
          <a:noFill/>
          <a:ln>
            <a:noFill/>
          </a:ln>
        </p:spPr>
      </p:pic>
      <p:sp>
        <p:nvSpPr>
          <p:cNvPr id="1050" name="Google Shape;1050;g3b524566caf_0_5070"/>
          <p:cNvSpPr/>
          <p:nvPr/>
        </p:nvSpPr>
        <p:spPr>
          <a:xfrm>
            <a:off x="0" y="8725"/>
            <a:ext cx="9144000" cy="4726200"/>
          </a:xfrm>
          <a:prstGeom prst="rect">
            <a:avLst/>
          </a:prstGeom>
          <a:solidFill>
            <a:srgbClr val="063C67">
              <a:alpha val="47843"/>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1051" name="Google Shape;1051;g3b524566caf_0_5070"/>
          <p:cNvSpPr txBox="1"/>
          <p:nvPr/>
        </p:nvSpPr>
        <p:spPr>
          <a:xfrm>
            <a:off x="1338450" y="1540693"/>
            <a:ext cx="74727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200"/>
              <a:buFont typeface="Arial"/>
              <a:buNone/>
            </a:pPr>
            <a:r>
              <a:rPr b="1" i="0" lang="vi" sz="3900" u="none" cap="none" strike="noStrike">
                <a:solidFill>
                  <a:srgbClr val="FFFFFF"/>
                </a:solidFill>
                <a:latin typeface="Chakra Petch"/>
                <a:ea typeface="Chakra Petch"/>
                <a:cs typeface="Chakra Petch"/>
                <a:sym typeface="Chakra Petch"/>
              </a:rPr>
              <a:t>なぜVMOなのか？</a:t>
            </a:r>
            <a:endParaRPr b="1" i="0" sz="3900" u="none" cap="none" strike="noStrike">
              <a:solidFill>
                <a:srgbClr val="FFFFFF"/>
              </a:solidFill>
              <a:latin typeface="Chakra Petch"/>
              <a:ea typeface="Chakra Petch"/>
              <a:cs typeface="Chakra Petch"/>
              <a:sym typeface="Chakra Petch"/>
            </a:endParaRPr>
          </a:p>
        </p:txBody>
      </p:sp>
      <p:pic>
        <p:nvPicPr>
          <p:cNvPr descr="Une image contenant capture d’écran, Rectangle, carré, texte&#10;&#10;Description générée automatiquement" id="1052" name="Google Shape;1052;g3b524566caf_0_5070"/>
          <p:cNvPicPr preferRelativeResize="0"/>
          <p:nvPr/>
        </p:nvPicPr>
        <p:blipFill rotWithShape="1">
          <a:blip r:embed="rId4">
            <a:alphaModFix/>
          </a:blip>
          <a:srcRect b="0" l="0" r="0" t="0"/>
          <a:stretch/>
        </p:blipFill>
        <p:spPr>
          <a:xfrm>
            <a:off x="937550" y="460675"/>
            <a:ext cx="1991051" cy="2849700"/>
          </a:xfrm>
          <a:prstGeom prst="rect">
            <a:avLst/>
          </a:prstGeom>
          <a:noFill/>
          <a:ln>
            <a:noFill/>
          </a:ln>
        </p:spPr>
      </p:pic>
      <p:sp>
        <p:nvSpPr>
          <p:cNvPr id="1053" name="Google Shape;1053;g3b524566caf_0_5070"/>
          <p:cNvSpPr/>
          <p:nvPr/>
        </p:nvSpPr>
        <p:spPr>
          <a:xfrm>
            <a:off x="428200" y="1359200"/>
            <a:ext cx="786600" cy="963300"/>
          </a:xfrm>
          <a:prstGeom prst="roundRect">
            <a:avLst>
              <a:gd fmla="val 16851"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1" i="0" lang="vi" sz="3900" u="none" cap="none" strike="noStrike">
                <a:solidFill>
                  <a:schemeClr val="dk1"/>
                </a:solidFill>
                <a:latin typeface="Chakra Petch"/>
                <a:ea typeface="Chakra Petch"/>
                <a:cs typeface="Chakra Petch"/>
                <a:sym typeface="Chakra Petch"/>
              </a:rPr>
              <a:t>4</a:t>
            </a:r>
            <a:endParaRPr b="1" i="0" sz="3900" u="none" cap="none" strike="noStrike">
              <a:solidFill>
                <a:schemeClr val="dk1"/>
              </a:solidFill>
              <a:latin typeface="Chakra Petch"/>
              <a:ea typeface="Chakra Petch"/>
              <a:cs typeface="Chakra Petch"/>
              <a:sym typeface="Chakra Petch"/>
            </a:endParaRPr>
          </a:p>
        </p:txBody>
      </p:sp>
      <p:sp>
        <p:nvSpPr>
          <p:cNvPr id="1054" name="Google Shape;1054;g3b524566caf_0_5070"/>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pic>
        <p:nvPicPr>
          <p:cNvPr id="1055" name="Google Shape;1055;g3b524566caf_0_5070" title="Logo_VMO_Alten-Negative.png"/>
          <p:cNvPicPr preferRelativeResize="0"/>
          <p:nvPr/>
        </p:nvPicPr>
        <p:blipFill rotWithShape="1">
          <a:blip r:embed="rId5">
            <a:alphaModFix/>
          </a:blip>
          <a:srcRect b="0" l="0" r="0" t="0"/>
          <a:stretch/>
        </p:blipFill>
        <p:spPr>
          <a:xfrm>
            <a:off x="7618364" y="375727"/>
            <a:ext cx="1158885" cy="46867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3baff84d3b0_0_727"/>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t/>
            </a:r>
            <a:endParaRPr sz="1100">
              <a:latin typeface="Chakra Petch"/>
              <a:ea typeface="Chakra Petch"/>
              <a:cs typeface="Chakra Petch"/>
              <a:sym typeface="Chakra Petch"/>
            </a:endParaRPr>
          </a:p>
        </p:txBody>
      </p:sp>
      <p:sp>
        <p:nvSpPr>
          <p:cNvPr id="1062" name="Google Shape;1062;g3baff84d3b0_0_727"/>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4 | なぜVMOなのか？</a:t>
            </a:r>
            <a:r>
              <a:rPr b="1" lang="vi" sz="2000">
                <a:solidFill>
                  <a:schemeClr val="accent4"/>
                </a:solidFill>
                <a:latin typeface="Chakra Petch"/>
                <a:ea typeface="Chakra Petch"/>
                <a:cs typeface="Chakra Petch"/>
                <a:sym typeface="Chakra Petch"/>
              </a:rPr>
              <a:t/>
            </a:r>
            <a:r>
              <a:rPr b="1" lang="vi" sz="2000">
                <a:latin typeface="Chakra Petch"/>
                <a:ea typeface="Chakra Petch"/>
                <a:cs typeface="Chakra Petch"/>
                <a:sym typeface="Chakra Petch"/>
              </a:rPr>
              <a:t/>
            </a:r>
            <a:r>
              <a:rPr lang="vi" sz="2000">
                <a:latin typeface="Chakra Petch"/>
                <a:ea typeface="Chakra Petch"/>
                <a:cs typeface="Chakra Petch"/>
                <a:sym typeface="Chakra Petch"/>
              </a:rPr>
              <a:t/>
            </a:r>
            <a:endParaRPr b="1" sz="2000">
              <a:latin typeface="Chakra Petch"/>
              <a:ea typeface="Chakra Petch"/>
              <a:cs typeface="Chakra Petch"/>
              <a:sym typeface="Chakra Petch"/>
            </a:endParaRPr>
          </a:p>
        </p:txBody>
      </p:sp>
      <p:sp>
        <p:nvSpPr>
          <p:cNvPr id="1063" name="Google Shape;1063;g3baff84d3b0_0_727"/>
          <p:cNvSpPr/>
          <p:nvPr/>
        </p:nvSpPr>
        <p:spPr>
          <a:xfrm>
            <a:off x="326583" y="839126"/>
            <a:ext cx="307800" cy="307800"/>
          </a:xfrm>
          <a:prstGeom prst="roundRect">
            <a:avLst>
              <a:gd fmla="val 16667" name="adj"/>
            </a:avLst>
          </a:prstGeom>
          <a:solidFill>
            <a:srgbClr val="1575A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chemeClr val="lt1"/>
                </a:solidFill>
                <a:latin typeface="Chakra Petch"/>
                <a:ea typeface="Chakra Petch"/>
                <a:cs typeface="Chakra Petch"/>
                <a:sym typeface="Chakra Petch"/>
              </a:rPr>
              <a:t>1</a:t>
            </a:r>
            <a:endParaRPr b="0" i="0" sz="1200" u="none" cap="none" strike="noStrike">
              <a:solidFill>
                <a:schemeClr val="lt1"/>
              </a:solidFill>
              <a:latin typeface="Chakra Petch"/>
              <a:ea typeface="Chakra Petch"/>
              <a:cs typeface="Chakra Petch"/>
              <a:sym typeface="Chakra Petch"/>
            </a:endParaRPr>
          </a:p>
        </p:txBody>
      </p:sp>
      <p:sp>
        <p:nvSpPr>
          <p:cNvPr id="1064" name="Google Shape;1064;g3baff84d3b0_0_727"/>
          <p:cNvSpPr/>
          <p:nvPr/>
        </p:nvSpPr>
        <p:spPr>
          <a:xfrm>
            <a:off x="326583" y="1331326"/>
            <a:ext cx="307800" cy="307800"/>
          </a:xfrm>
          <a:prstGeom prst="roundRect">
            <a:avLst>
              <a:gd fmla="val 16667" name="adj"/>
            </a:avLst>
          </a:prstGeom>
          <a:solidFill>
            <a:srgbClr val="1575A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chemeClr val="lt1"/>
                </a:solidFill>
                <a:latin typeface="Chakra Petch"/>
                <a:ea typeface="Chakra Petch"/>
                <a:cs typeface="Chakra Petch"/>
                <a:sym typeface="Chakra Petch"/>
              </a:rPr>
              <a:t>2</a:t>
            </a:r>
            <a:endParaRPr b="0" i="0" sz="1200" u="none" cap="none" strike="noStrike">
              <a:solidFill>
                <a:schemeClr val="lt1"/>
              </a:solidFill>
              <a:latin typeface="Chakra Petch"/>
              <a:ea typeface="Chakra Petch"/>
              <a:cs typeface="Chakra Petch"/>
              <a:sym typeface="Chakra Petch"/>
            </a:endParaRPr>
          </a:p>
        </p:txBody>
      </p:sp>
      <p:sp>
        <p:nvSpPr>
          <p:cNvPr id="1065" name="Google Shape;1065;g3baff84d3b0_0_727"/>
          <p:cNvSpPr/>
          <p:nvPr/>
        </p:nvSpPr>
        <p:spPr>
          <a:xfrm>
            <a:off x="326583" y="1856351"/>
            <a:ext cx="307800" cy="307800"/>
          </a:xfrm>
          <a:prstGeom prst="roundRect">
            <a:avLst>
              <a:gd fmla="val 16667" name="adj"/>
            </a:avLst>
          </a:prstGeom>
          <a:solidFill>
            <a:srgbClr val="1575A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chemeClr val="lt1"/>
                </a:solidFill>
                <a:latin typeface="Chakra Petch"/>
                <a:ea typeface="Chakra Petch"/>
                <a:cs typeface="Chakra Petch"/>
                <a:sym typeface="Chakra Petch"/>
              </a:rPr>
              <a:t>3</a:t>
            </a:r>
            <a:endParaRPr b="0" i="0" sz="1200" u="none" cap="none" strike="noStrike">
              <a:solidFill>
                <a:schemeClr val="lt1"/>
              </a:solidFill>
              <a:latin typeface="Chakra Petch"/>
              <a:ea typeface="Chakra Petch"/>
              <a:cs typeface="Chakra Petch"/>
              <a:sym typeface="Chakra Petch"/>
            </a:endParaRPr>
          </a:p>
        </p:txBody>
      </p:sp>
      <p:sp>
        <p:nvSpPr>
          <p:cNvPr id="1066" name="Google Shape;1066;g3baff84d3b0_0_727"/>
          <p:cNvSpPr/>
          <p:nvPr/>
        </p:nvSpPr>
        <p:spPr>
          <a:xfrm>
            <a:off x="326583" y="2372513"/>
            <a:ext cx="307800" cy="307800"/>
          </a:xfrm>
          <a:prstGeom prst="roundRect">
            <a:avLst>
              <a:gd fmla="val 16667" name="adj"/>
            </a:avLst>
          </a:prstGeom>
          <a:solidFill>
            <a:srgbClr val="1575A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chemeClr val="lt1"/>
                </a:solidFill>
                <a:latin typeface="Chakra Petch"/>
                <a:ea typeface="Chakra Petch"/>
                <a:cs typeface="Chakra Petch"/>
                <a:sym typeface="Chakra Petch"/>
              </a:rPr>
              <a:t>4</a:t>
            </a:r>
            <a:endParaRPr b="0" i="0" sz="1200" u="none" cap="none" strike="noStrike">
              <a:solidFill>
                <a:schemeClr val="lt1"/>
              </a:solidFill>
              <a:latin typeface="Chakra Petch"/>
              <a:ea typeface="Chakra Petch"/>
              <a:cs typeface="Chakra Petch"/>
              <a:sym typeface="Chakra Petch"/>
            </a:endParaRPr>
          </a:p>
        </p:txBody>
      </p:sp>
      <p:sp>
        <p:nvSpPr>
          <p:cNvPr id="1067" name="Google Shape;1067;g3baff84d3b0_0_727"/>
          <p:cNvSpPr/>
          <p:nvPr/>
        </p:nvSpPr>
        <p:spPr>
          <a:xfrm>
            <a:off x="326583" y="2954430"/>
            <a:ext cx="307800" cy="307800"/>
          </a:xfrm>
          <a:prstGeom prst="roundRect">
            <a:avLst>
              <a:gd fmla="val 16667" name="adj"/>
            </a:avLst>
          </a:prstGeom>
          <a:solidFill>
            <a:srgbClr val="1575A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chemeClr val="lt1"/>
                </a:solidFill>
                <a:latin typeface="Chakra Petch"/>
                <a:ea typeface="Chakra Petch"/>
                <a:cs typeface="Chakra Petch"/>
                <a:sym typeface="Chakra Petch"/>
              </a:rPr>
              <a:t>5</a:t>
            </a:r>
            <a:endParaRPr b="0" i="0" sz="1200" u="none" cap="none" strike="noStrike">
              <a:solidFill>
                <a:schemeClr val="lt1"/>
              </a:solidFill>
              <a:latin typeface="Chakra Petch"/>
              <a:ea typeface="Chakra Petch"/>
              <a:cs typeface="Chakra Petch"/>
              <a:sym typeface="Chakra Petch"/>
            </a:endParaRPr>
          </a:p>
        </p:txBody>
      </p:sp>
      <p:sp>
        <p:nvSpPr>
          <p:cNvPr id="1068" name="Google Shape;1068;g3baff84d3b0_0_727"/>
          <p:cNvSpPr txBox="1"/>
          <p:nvPr/>
        </p:nvSpPr>
        <p:spPr>
          <a:xfrm>
            <a:off x="709633" y="884750"/>
            <a:ext cx="4740000" cy="32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900"/>
              <a:buFont typeface="Arial"/>
              <a:buNone/>
            </a:pPr>
            <a:r>
              <a:rPr b="1" i="0" lang="vi" sz="1000" u="none" cap="none" strike="noStrike">
                <a:solidFill>
                  <a:srgbClr val="0093D6"/>
                </a:solidFill>
                <a:latin typeface="Lato"/>
                <a:ea typeface="Lato"/>
                <a:cs typeface="Lato"/>
                <a:sym typeface="Lato"/>
              </a:rPr>
              <a:t>ALTENグループ57,700名のエンジニアネットワークとベトナムのデリバリー体制</a:t>
            </a:r>
            <a:r>
              <a:rPr b="0" i="0" lang="vi" sz="1000" u="none" cap="none" strike="noStrike">
                <a:solidFill>
                  <a:srgbClr val="000000"/>
                </a:solidFill>
                <a:latin typeface="Lato"/>
                <a:ea typeface="Lato"/>
                <a:cs typeface="Lato"/>
                <a:sym typeface="Lato"/>
              </a:rPr>
              <a:t/>
            </a:r>
            <a:r>
              <a:rPr b="1" i="0" lang="vi" sz="1000" u="none" cap="none" strike="noStrike">
                <a:solidFill>
                  <a:srgbClr val="0093D6"/>
                </a:solidFill>
                <a:latin typeface="Lato"/>
                <a:ea typeface="Lato"/>
                <a:cs typeface="Lato"/>
                <a:sym typeface="Lato"/>
              </a:rPr>
              <a:t/>
            </a:r>
            <a:r>
              <a:rPr b="1" i="0" lang="vi" sz="1000" u="none" cap="none" strike="noStrike">
                <a:solidFill>
                  <a:srgbClr val="000000"/>
                </a:solidFill>
                <a:latin typeface="Lato"/>
                <a:ea typeface="Lato"/>
                <a:cs typeface="Lato"/>
                <a:sym typeface="Lato"/>
              </a:rPr>
              <a:t/>
            </a:r>
            <a:r>
              <a:rPr b="0" i="0" lang="vi" sz="1000" u="none" cap="none" strike="noStrike">
                <a:solidFill>
                  <a:srgbClr val="000000"/>
                </a:solidFill>
                <a:latin typeface="Lato"/>
                <a:ea typeface="Lato"/>
                <a:cs typeface="Lato"/>
                <a:sym typeface="Lato"/>
              </a:rPr>
              <a:t/>
            </a:r>
            <a:r>
              <a:rPr b="1" i="0" lang="vi" sz="1000" u="none" cap="none" strike="noStrike">
                <a:solidFill>
                  <a:srgbClr val="0093D6"/>
                </a:solidFill>
                <a:latin typeface="Lato"/>
                <a:ea typeface="Lato"/>
                <a:cs typeface="Lato"/>
                <a:sym typeface="Lato"/>
              </a:rPr>
              <a:t/>
            </a:r>
            <a:r>
              <a:rPr b="0" i="0" lang="vi" sz="1000" u="none" cap="none" strike="noStrike">
                <a:solidFill>
                  <a:srgbClr val="000000"/>
                </a:solidFill>
                <a:latin typeface="Lato"/>
                <a:ea typeface="Lato"/>
                <a:cs typeface="Lato"/>
                <a:sym typeface="Lato"/>
              </a:rPr>
              <a:t/>
            </a:r>
            <a:endParaRPr b="0" i="0" sz="1000" u="none" cap="none" strike="noStrike">
              <a:solidFill>
                <a:srgbClr val="000000"/>
              </a:solidFill>
              <a:latin typeface="Lato"/>
              <a:ea typeface="Lato"/>
              <a:cs typeface="Lato"/>
              <a:sym typeface="Lato"/>
            </a:endParaRPr>
          </a:p>
        </p:txBody>
      </p:sp>
      <p:sp>
        <p:nvSpPr>
          <p:cNvPr id="1069" name="Google Shape;1069;g3baff84d3b0_0_727"/>
          <p:cNvSpPr txBox="1"/>
          <p:nvPr/>
        </p:nvSpPr>
        <p:spPr>
          <a:xfrm>
            <a:off x="709633" y="1355761"/>
            <a:ext cx="4740000" cy="32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900"/>
              <a:buFont typeface="Arial"/>
              <a:buNone/>
            </a:pPr>
            <a:r>
              <a:rPr b="0" i="0" lang="vi" sz="1000" u="none" cap="none" strike="noStrike">
                <a:solidFill>
                  <a:srgbClr val="000000"/>
                </a:solidFill>
                <a:latin typeface="Lato"/>
                <a:ea typeface="Lato"/>
                <a:cs typeface="Lato"/>
                <a:sym typeface="Lato"/>
              </a:rPr>
              <a:t>Power Platform・会計システムを含む多様なスタックで実績があります。</a:t>
            </a:r>
            <a:r>
              <a:rPr b="1" i="0" lang="vi" sz="1000" u="none" cap="none" strike="noStrike">
                <a:solidFill>
                  <a:srgbClr val="0093D6"/>
                </a:solidFill>
                <a:latin typeface="Lato"/>
                <a:ea typeface="Lato"/>
                <a:cs typeface="Lato"/>
                <a:sym typeface="Lato"/>
              </a:rPr>
              <a:t>30+ developer onsite teams</a:t>
            </a:r>
            <a:r>
              <a:rPr b="0" i="0" lang="vi" sz="1000" u="none" cap="none" strike="noStrike">
                <a:solidFill>
                  <a:srgbClr val="0093D6"/>
                </a:solidFill>
                <a:latin typeface="Lato"/>
                <a:ea typeface="Lato"/>
                <a:cs typeface="Lato"/>
                <a:sym typeface="Lato"/>
              </a:rPr>
              <a:t> </a:t>
            </a:r>
            <a:r>
              <a:rPr b="0" i="0" lang="vi" sz="1000" u="none" cap="none" strike="noStrike">
                <a:solidFill>
                  <a:srgbClr val="000000"/>
                </a:solidFill>
                <a:latin typeface="Lato"/>
                <a:ea typeface="Lato"/>
                <a:cs typeface="Lato"/>
                <a:sym typeface="Lato"/>
              </a:rPr>
              <a:t>and </a:t>
            </a:r>
            <a:r>
              <a:rPr b="1" i="0" lang="vi" sz="1000" u="none" cap="none" strike="noStrike">
                <a:solidFill>
                  <a:srgbClr val="000000"/>
                </a:solidFill>
                <a:latin typeface="Lato"/>
                <a:ea typeface="Lato"/>
                <a:cs typeface="Lato"/>
                <a:sym typeface="Lato"/>
              </a:rPr>
              <a:t>50+ team ramp-ups offshore</a:t>
            </a:r>
            <a:endParaRPr b="1" i="0" sz="1000" u="none" cap="none" strike="noStrike">
              <a:solidFill>
                <a:srgbClr val="000000"/>
              </a:solidFill>
              <a:latin typeface="Lato"/>
              <a:ea typeface="Lato"/>
              <a:cs typeface="Lato"/>
              <a:sym typeface="Lato"/>
            </a:endParaRPr>
          </a:p>
        </p:txBody>
      </p:sp>
      <p:sp>
        <p:nvSpPr>
          <p:cNvPr id="1070" name="Google Shape;1070;g3baff84d3b0_0_727"/>
          <p:cNvSpPr txBox="1"/>
          <p:nvPr/>
        </p:nvSpPr>
        <p:spPr>
          <a:xfrm>
            <a:off x="709633" y="1927975"/>
            <a:ext cx="4740000" cy="32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900"/>
              <a:buFont typeface="Arial"/>
              <a:buNone/>
            </a:pPr>
            <a:r>
              <a:rPr b="0" i="0" lang="vi" sz="1000" u="none" cap="none" strike="noStrike">
                <a:solidFill>
                  <a:srgbClr val="000000"/>
                </a:solidFill>
                <a:latin typeface="Lato"/>
                <a:ea typeface="Lato"/>
                <a:cs typeface="Lato"/>
                <a:sym typeface="Lato"/>
              </a:rPr>
              <a:t>CV提示3～5日、オンボーディング開始2～4週間で対応可能</a:t>
            </a:r>
            <a:r>
              <a:rPr b="1" i="0" lang="vi" sz="1000" u="none" cap="none" strike="noStrike">
                <a:solidFill>
                  <a:srgbClr val="0093D6"/>
                </a:solidFill>
                <a:latin typeface="Lato"/>
                <a:ea typeface="Lato"/>
                <a:cs typeface="Lato"/>
                <a:sym typeface="Lato"/>
              </a:rPr>
              <a:t/>
            </a:r>
            <a:endParaRPr b="1" i="0" sz="1000" u="none" cap="none" strike="noStrike">
              <a:solidFill>
                <a:srgbClr val="0093D6"/>
              </a:solidFill>
              <a:latin typeface="Lato"/>
              <a:ea typeface="Lato"/>
              <a:cs typeface="Lato"/>
              <a:sym typeface="Lato"/>
            </a:endParaRPr>
          </a:p>
        </p:txBody>
      </p:sp>
      <p:sp>
        <p:nvSpPr>
          <p:cNvPr id="1071" name="Google Shape;1071;g3baff84d3b0_0_727"/>
          <p:cNvSpPr txBox="1"/>
          <p:nvPr/>
        </p:nvSpPr>
        <p:spPr>
          <a:xfrm>
            <a:off x="709633" y="2365638"/>
            <a:ext cx="4740000" cy="32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900"/>
              <a:buFont typeface="Arial"/>
              <a:buNone/>
            </a:pPr>
            <a:r>
              <a:rPr b="1" i="0" lang="vi" sz="1000" u="none" cap="none" strike="noStrike">
                <a:solidFill>
                  <a:srgbClr val="0093D6"/>
                </a:solidFill>
                <a:latin typeface="Lato"/>
                <a:ea typeface="Lato"/>
                <a:cs typeface="Lato"/>
                <a:sym typeface="Lato"/>
              </a:rPr>
              <a:t>Power Platform・会計システム領域の業務知識と開発経験</a:t>
            </a:r>
            <a:r>
              <a:rPr b="0" i="0" lang="vi" sz="1000" u="none" cap="none" strike="noStrike">
                <a:solidFill>
                  <a:srgbClr val="0093D6"/>
                </a:solidFill>
                <a:latin typeface="Lato"/>
                <a:ea typeface="Lato"/>
                <a:cs typeface="Lato"/>
                <a:sym typeface="Lato"/>
              </a:rPr>
              <a:t/>
            </a:r>
            <a:r>
              <a:rPr b="0" i="0" lang="vi" sz="1000" u="none" cap="none" strike="noStrike">
                <a:solidFill>
                  <a:srgbClr val="063C67"/>
                </a:solidFill>
                <a:latin typeface="Lato"/>
                <a:ea typeface="Lato"/>
                <a:cs typeface="Lato"/>
                <a:sym typeface="Lato"/>
              </a:rPr>
              <a:t/>
            </a:r>
            <a:endParaRPr b="0" i="0" sz="1000" u="none" cap="none" strike="noStrike">
              <a:solidFill>
                <a:srgbClr val="000000"/>
              </a:solidFill>
              <a:latin typeface="Lato"/>
              <a:ea typeface="Lato"/>
              <a:cs typeface="Lato"/>
              <a:sym typeface="Lato"/>
            </a:endParaRPr>
          </a:p>
        </p:txBody>
      </p:sp>
      <p:sp>
        <p:nvSpPr>
          <p:cNvPr id="1072" name="Google Shape;1072;g3baff84d3b0_0_727"/>
          <p:cNvSpPr txBox="1"/>
          <p:nvPr/>
        </p:nvSpPr>
        <p:spPr>
          <a:xfrm>
            <a:off x="709633" y="2927538"/>
            <a:ext cx="4740000" cy="32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900"/>
              <a:buFont typeface="Arial"/>
              <a:buNone/>
            </a:pPr>
            <a:r>
              <a:rPr b="1" i="0" lang="vi" sz="1000" u="none" cap="none" strike="noStrike">
                <a:solidFill>
                  <a:srgbClr val="0093D6"/>
                </a:solidFill>
                <a:latin typeface="Lato"/>
                <a:ea typeface="Lato"/>
                <a:cs typeface="Lato"/>
                <a:sym typeface="Lato"/>
              </a:rPr>
              <a:t>社内ナレッジ共有・引継ぎ・キャリア成長プログラムで高い定着率</a:t>
            </a:r>
            <a:r>
              <a:rPr b="0" i="0" lang="vi" sz="1000" u="none" cap="none" strike="noStrike">
                <a:solidFill>
                  <a:srgbClr val="0093D6"/>
                </a:solidFill>
                <a:latin typeface="Lato"/>
                <a:ea typeface="Lato"/>
                <a:cs typeface="Lato"/>
                <a:sym typeface="Lato"/>
              </a:rPr>
              <a:t/>
            </a:r>
            <a:r>
              <a:rPr b="0" i="0" lang="vi" sz="1000" u="none" cap="none" strike="noStrike">
                <a:solidFill>
                  <a:srgbClr val="000000"/>
                </a:solidFill>
                <a:latin typeface="Lato"/>
                <a:ea typeface="Lato"/>
                <a:cs typeface="Lato"/>
                <a:sym typeface="Lato"/>
              </a:rPr>
              <a:t/>
            </a:r>
            <a:endParaRPr b="0" i="0" sz="1000" u="none" cap="none" strike="noStrike">
              <a:solidFill>
                <a:srgbClr val="000000"/>
              </a:solidFill>
              <a:latin typeface="Lato"/>
              <a:ea typeface="Lato"/>
              <a:cs typeface="Lato"/>
              <a:sym typeface="Lato"/>
            </a:endParaRPr>
          </a:p>
        </p:txBody>
      </p:sp>
      <p:pic>
        <p:nvPicPr>
          <p:cNvPr descr="1723770431868.jpeg" id="1073" name="Google Shape;1073;g3baff84d3b0_0_727"/>
          <p:cNvPicPr preferRelativeResize="0"/>
          <p:nvPr/>
        </p:nvPicPr>
        <p:blipFill rotWithShape="1">
          <a:blip r:embed="rId3">
            <a:alphaModFix/>
          </a:blip>
          <a:srcRect b="0" l="27312" r="27317" t="2342"/>
          <a:stretch/>
        </p:blipFill>
        <p:spPr>
          <a:xfrm>
            <a:off x="6259475" y="781750"/>
            <a:ext cx="2884518" cy="4005450"/>
          </a:xfrm>
          <a:custGeom>
            <a:rect b="b" l="l" r="r" t="t"/>
            <a:pathLst>
              <a:path extrusionOk="0" h="21600" w="21600">
                <a:moveTo>
                  <a:pt x="883" y="0"/>
                </a:moveTo>
                <a:cubicBezTo>
                  <a:pt x="395" y="0"/>
                  <a:pt x="0" y="275"/>
                  <a:pt x="0" y="615"/>
                </a:cubicBezTo>
                <a:lnTo>
                  <a:pt x="0" y="14773"/>
                </a:lnTo>
                <a:cubicBezTo>
                  <a:pt x="0" y="15113"/>
                  <a:pt x="395" y="15388"/>
                  <a:pt x="883" y="15388"/>
                </a:cubicBezTo>
                <a:lnTo>
                  <a:pt x="9623" y="15388"/>
                </a:lnTo>
                <a:cubicBezTo>
                  <a:pt x="10111" y="15388"/>
                  <a:pt x="10506" y="15113"/>
                  <a:pt x="10506" y="14773"/>
                </a:cubicBezTo>
                <a:lnTo>
                  <a:pt x="10506" y="615"/>
                </a:lnTo>
                <a:cubicBezTo>
                  <a:pt x="10506" y="275"/>
                  <a:pt x="10111" y="0"/>
                  <a:pt x="9623" y="0"/>
                </a:cubicBezTo>
                <a:lnTo>
                  <a:pt x="883" y="0"/>
                </a:lnTo>
                <a:close/>
                <a:moveTo>
                  <a:pt x="11855" y="0"/>
                </a:moveTo>
                <a:cubicBezTo>
                  <a:pt x="11435" y="0"/>
                  <a:pt x="11094" y="237"/>
                  <a:pt x="11094" y="530"/>
                </a:cubicBezTo>
                <a:lnTo>
                  <a:pt x="11094" y="5778"/>
                </a:lnTo>
                <a:cubicBezTo>
                  <a:pt x="11094" y="6071"/>
                  <a:pt x="11435" y="6309"/>
                  <a:pt x="11855" y="6309"/>
                </a:cubicBezTo>
                <a:lnTo>
                  <a:pt x="20839" y="6309"/>
                </a:lnTo>
                <a:cubicBezTo>
                  <a:pt x="21259" y="6309"/>
                  <a:pt x="21600" y="6071"/>
                  <a:pt x="21600" y="5778"/>
                </a:cubicBezTo>
                <a:lnTo>
                  <a:pt x="21600" y="530"/>
                </a:lnTo>
                <a:cubicBezTo>
                  <a:pt x="21600" y="237"/>
                  <a:pt x="21259" y="0"/>
                  <a:pt x="20839" y="0"/>
                </a:cubicBezTo>
                <a:lnTo>
                  <a:pt x="11855" y="0"/>
                </a:lnTo>
                <a:close/>
                <a:moveTo>
                  <a:pt x="11977" y="6732"/>
                </a:moveTo>
                <a:cubicBezTo>
                  <a:pt x="11489" y="6732"/>
                  <a:pt x="11094" y="7007"/>
                  <a:pt x="11094" y="7347"/>
                </a:cubicBezTo>
                <a:lnTo>
                  <a:pt x="11094" y="21504"/>
                </a:lnTo>
                <a:cubicBezTo>
                  <a:pt x="11094" y="21537"/>
                  <a:pt x="11101" y="21568"/>
                  <a:pt x="11108" y="21600"/>
                </a:cubicBezTo>
                <a:lnTo>
                  <a:pt x="21586" y="21600"/>
                </a:lnTo>
                <a:cubicBezTo>
                  <a:pt x="21593" y="21568"/>
                  <a:pt x="21600" y="21537"/>
                  <a:pt x="21600" y="21504"/>
                </a:cubicBezTo>
                <a:lnTo>
                  <a:pt x="21600" y="7347"/>
                </a:lnTo>
                <a:cubicBezTo>
                  <a:pt x="21600" y="7007"/>
                  <a:pt x="21205" y="6732"/>
                  <a:pt x="20717" y="6732"/>
                </a:cubicBezTo>
                <a:lnTo>
                  <a:pt x="11977" y="6732"/>
                </a:lnTo>
                <a:close/>
                <a:moveTo>
                  <a:pt x="761" y="15810"/>
                </a:moveTo>
                <a:cubicBezTo>
                  <a:pt x="341" y="15810"/>
                  <a:pt x="0" y="16048"/>
                  <a:pt x="0" y="16341"/>
                </a:cubicBezTo>
                <a:lnTo>
                  <a:pt x="0" y="21590"/>
                </a:lnTo>
                <a:cubicBezTo>
                  <a:pt x="0" y="21593"/>
                  <a:pt x="1" y="21596"/>
                  <a:pt x="1" y="21600"/>
                </a:cubicBezTo>
                <a:lnTo>
                  <a:pt x="10505" y="21600"/>
                </a:lnTo>
                <a:cubicBezTo>
                  <a:pt x="10505" y="21596"/>
                  <a:pt x="10506" y="21593"/>
                  <a:pt x="10506" y="21590"/>
                </a:cubicBezTo>
                <a:lnTo>
                  <a:pt x="10506" y="16341"/>
                </a:lnTo>
                <a:cubicBezTo>
                  <a:pt x="10506" y="16048"/>
                  <a:pt x="10165" y="15810"/>
                  <a:pt x="9745" y="15810"/>
                </a:cubicBezTo>
                <a:lnTo>
                  <a:pt x="761" y="15810"/>
                </a:lnTo>
                <a:close/>
              </a:path>
            </a:pathLst>
          </a:custGeom>
          <a:noFill/>
          <a:ln>
            <a:noFill/>
          </a:ln>
        </p:spPr>
      </p:pic>
      <p:sp>
        <p:nvSpPr>
          <p:cNvPr id="1074" name="Google Shape;1074;g3baff84d3b0_0_727"/>
          <p:cNvSpPr/>
          <p:nvPr/>
        </p:nvSpPr>
        <p:spPr>
          <a:xfrm>
            <a:off x="326583" y="3489038"/>
            <a:ext cx="307800" cy="307800"/>
          </a:xfrm>
          <a:prstGeom prst="roundRect">
            <a:avLst>
              <a:gd fmla="val 16667" name="adj"/>
            </a:avLst>
          </a:prstGeom>
          <a:solidFill>
            <a:srgbClr val="1575A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chemeClr val="lt1"/>
                </a:solidFill>
                <a:latin typeface="Chakra Petch"/>
                <a:ea typeface="Chakra Petch"/>
                <a:cs typeface="Chakra Petch"/>
                <a:sym typeface="Chakra Petch"/>
              </a:rPr>
              <a:t>6</a:t>
            </a:r>
            <a:endParaRPr b="0" i="0" sz="1200" u="none" cap="none" strike="noStrike">
              <a:solidFill>
                <a:schemeClr val="lt1"/>
              </a:solidFill>
              <a:latin typeface="Chakra Petch"/>
              <a:ea typeface="Chakra Petch"/>
              <a:cs typeface="Chakra Petch"/>
              <a:sym typeface="Chakra Petch"/>
            </a:endParaRPr>
          </a:p>
        </p:txBody>
      </p:sp>
      <p:sp>
        <p:nvSpPr>
          <p:cNvPr id="1075" name="Google Shape;1075;g3baff84d3b0_0_727"/>
          <p:cNvSpPr txBox="1"/>
          <p:nvPr/>
        </p:nvSpPr>
        <p:spPr>
          <a:xfrm>
            <a:off x="709633" y="3471787"/>
            <a:ext cx="47400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vi" sz="1000" u="none" cap="none" strike="noStrike">
                <a:solidFill>
                  <a:srgbClr val="0093D6"/>
                </a:solidFill>
                <a:latin typeface="Lato"/>
                <a:ea typeface="Lato"/>
                <a:cs typeface="Lato"/>
                <a:sym typeface="Lato"/>
              </a:rPr>
              <a:t>CMMI Lv3・ISO 9001・ISO/IEC 27001準拠、定期監査実施</a:t>
            </a:r>
            <a:r>
              <a:rPr b="0" i="0" lang="vi" sz="1000" u="none" cap="none" strike="noStrike">
                <a:solidFill>
                  <a:srgbClr val="063C67"/>
                </a:solidFill>
                <a:latin typeface="Lato"/>
                <a:ea typeface="Lato"/>
                <a:cs typeface="Lato"/>
                <a:sym typeface="Lato"/>
              </a:rPr>
              <a:t/>
            </a:r>
            <a:endParaRPr b="0" i="0" sz="1000" u="none" cap="none" strike="noStrike">
              <a:solidFill>
                <a:srgbClr val="000000"/>
              </a:solidFill>
              <a:latin typeface="Lato"/>
              <a:ea typeface="Lato"/>
              <a:cs typeface="Lato"/>
              <a:sym typeface="Lato"/>
            </a:endParaRPr>
          </a:p>
        </p:txBody>
      </p:sp>
      <p:sp>
        <p:nvSpPr>
          <p:cNvPr id="1076" name="Google Shape;1076;g3baff84d3b0_0_727"/>
          <p:cNvSpPr/>
          <p:nvPr/>
        </p:nvSpPr>
        <p:spPr>
          <a:xfrm>
            <a:off x="326583" y="4050313"/>
            <a:ext cx="307800" cy="307800"/>
          </a:xfrm>
          <a:prstGeom prst="roundRect">
            <a:avLst>
              <a:gd fmla="val 16667" name="adj"/>
            </a:avLst>
          </a:prstGeom>
          <a:solidFill>
            <a:srgbClr val="1575A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chemeClr val="lt1"/>
                </a:solidFill>
                <a:latin typeface="Chakra Petch"/>
                <a:ea typeface="Chakra Petch"/>
                <a:cs typeface="Chakra Petch"/>
                <a:sym typeface="Chakra Petch"/>
              </a:rPr>
              <a:t>7</a:t>
            </a:r>
            <a:endParaRPr b="0" i="0" sz="1200" u="none" cap="none" strike="noStrike">
              <a:solidFill>
                <a:schemeClr val="lt1"/>
              </a:solidFill>
              <a:latin typeface="Chakra Petch"/>
              <a:ea typeface="Chakra Petch"/>
              <a:cs typeface="Chakra Petch"/>
              <a:sym typeface="Chakra Petch"/>
            </a:endParaRPr>
          </a:p>
        </p:txBody>
      </p:sp>
      <p:sp>
        <p:nvSpPr>
          <p:cNvPr id="1077" name="Google Shape;1077;g3baff84d3b0_0_727"/>
          <p:cNvSpPr txBox="1"/>
          <p:nvPr/>
        </p:nvSpPr>
        <p:spPr>
          <a:xfrm>
            <a:off x="709633" y="4038617"/>
            <a:ext cx="4740000" cy="4617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Clr>
                <a:srgbClr val="000000"/>
              </a:buClr>
              <a:buSzPts val="1000"/>
              <a:buFont typeface="Arial"/>
              <a:buNone/>
            </a:pPr>
            <a:r>
              <a:rPr b="0" i="0" lang="vi" sz="1000" u="none" cap="none" strike="noStrike">
                <a:solidFill>
                  <a:srgbClr val="063C67"/>
                </a:solidFill>
                <a:latin typeface="Lato"/>
                <a:ea typeface="Lato"/>
                <a:cs typeface="Lato"/>
                <a:sym typeface="Lato"/>
              </a:rPr>
              <a:t>平均3～6年の長期パートナーシップ実績。安定したODC運用を実現します。</a:t>
            </a:r>
            <a:r>
              <a:rPr b="1" i="0" lang="vi" sz="1000" u="none" cap="none" strike="noStrike">
                <a:solidFill>
                  <a:srgbClr val="063C67"/>
                </a:solidFill>
                <a:latin typeface="Lato"/>
                <a:ea typeface="Lato"/>
                <a:cs typeface="Lato"/>
                <a:sym typeface="Lato"/>
              </a:rPr>
              <a:t>3-6 years</a:t>
            </a:r>
            <a:r>
              <a:rPr b="0" i="0" lang="vi" sz="1000" u="none" cap="none" strike="noStrike">
                <a:solidFill>
                  <a:srgbClr val="063C67"/>
                </a:solidFill>
                <a:latin typeface="Lato"/>
                <a:ea typeface="Lato"/>
                <a:cs typeface="Lato"/>
                <a:sym typeface="Lato"/>
              </a:rPr>
              <a:t>, demonstrating our ability to ensure stable ODC teams and scale delivery flexibly in line with customers’ software and AI roadmaps.</a:t>
            </a:r>
            <a:endParaRPr b="0" i="0" sz="1000" u="none" cap="none" strike="noStrike">
              <a:solidFill>
                <a:srgbClr val="000000"/>
              </a:solidFill>
              <a:latin typeface="Lato"/>
              <a:ea typeface="Lato"/>
              <a:cs typeface="Lato"/>
              <a:sym typeface="Lato"/>
            </a:endParaRPr>
          </a:p>
        </p:txBody>
      </p:sp>
      <p:sp>
        <p:nvSpPr>
          <p:cNvPr id="1078" name="Google Shape;1078;g3baff84d3b0_0_727"/>
          <p:cNvSpPr/>
          <p:nvPr/>
        </p:nvSpPr>
        <p:spPr>
          <a:xfrm>
            <a:off x="326583" y="4565762"/>
            <a:ext cx="307800" cy="307800"/>
          </a:xfrm>
          <a:prstGeom prst="roundRect">
            <a:avLst>
              <a:gd fmla="val 16667" name="adj"/>
            </a:avLst>
          </a:prstGeom>
          <a:solidFill>
            <a:srgbClr val="1575A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vi" sz="1200" u="none" cap="none" strike="noStrike">
                <a:solidFill>
                  <a:schemeClr val="lt1"/>
                </a:solidFill>
                <a:latin typeface="Chakra Petch"/>
                <a:ea typeface="Chakra Petch"/>
                <a:cs typeface="Chakra Petch"/>
                <a:sym typeface="Chakra Petch"/>
              </a:rPr>
              <a:t>8</a:t>
            </a:r>
            <a:endParaRPr b="0" i="0" sz="1200" u="none" cap="none" strike="noStrike">
              <a:solidFill>
                <a:schemeClr val="lt1"/>
              </a:solidFill>
              <a:latin typeface="Chakra Petch"/>
              <a:ea typeface="Chakra Petch"/>
              <a:cs typeface="Chakra Petch"/>
              <a:sym typeface="Chakra Petch"/>
            </a:endParaRPr>
          </a:p>
        </p:txBody>
      </p:sp>
      <p:sp>
        <p:nvSpPr>
          <p:cNvPr id="1079" name="Google Shape;1079;g3baff84d3b0_0_727"/>
          <p:cNvSpPr txBox="1"/>
          <p:nvPr/>
        </p:nvSpPr>
        <p:spPr>
          <a:xfrm>
            <a:off x="709633" y="4556464"/>
            <a:ext cx="4803600" cy="3078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Clr>
                <a:srgbClr val="000000"/>
              </a:buClr>
              <a:buSzPts val="1000"/>
              <a:buFont typeface="Arial"/>
              <a:buNone/>
            </a:pPr>
            <a:r>
              <a:rPr b="1" i="0" lang="vi" sz="1000" u="none" cap="none" strike="noStrike">
                <a:solidFill>
                  <a:srgbClr val="0093D6"/>
                </a:solidFill>
                <a:latin typeface="Lato"/>
                <a:ea typeface="Lato"/>
                <a:cs typeface="Lato"/>
                <a:sym typeface="Lato"/>
              </a:rPr>
              <a:t>Power Platform、会計システム、ERP領域での大企業向け開発実績</a:t>
            </a:r>
            <a:r>
              <a:rPr b="0" i="0" lang="vi" sz="1000" u="none" cap="none" strike="noStrike">
                <a:solidFill>
                  <a:srgbClr val="0093D6"/>
                </a:solidFill>
                <a:latin typeface="Lato"/>
                <a:ea typeface="Lato"/>
                <a:cs typeface="Lato"/>
                <a:sym typeface="Lato"/>
              </a:rPr>
              <a:t/>
            </a:r>
            <a:r>
              <a:rPr b="0" i="0" lang="vi" sz="1000" u="none" cap="none" strike="noStrike">
                <a:solidFill>
                  <a:srgbClr val="063C67"/>
                </a:solidFill>
                <a:latin typeface="Lato"/>
                <a:ea typeface="Lato"/>
                <a:cs typeface="Lato"/>
                <a:sym typeface="Lato"/>
              </a:rPr>
              <a:t/>
            </a:r>
            <a:endParaRPr b="0" i="0" sz="1000" u="none" cap="none" strike="noStrike">
              <a:solidFill>
                <a:srgbClr val="000000"/>
              </a:solidFill>
              <a:latin typeface="Lato"/>
              <a:ea typeface="Lato"/>
              <a:cs typeface="Lato"/>
              <a:sym typeface="Lato"/>
            </a:endParaRPr>
          </a:p>
        </p:txBody>
      </p:sp>
      <p:sp>
        <p:nvSpPr>
          <p:cNvPr id="1080" name="Google Shape;1080;g3baff84d3b0_0_72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pic>
        <p:nvPicPr>
          <p:cNvPr descr="A person standing on a rocky mountain top&#10;&#10;AI-generated content may be incorrect." id="1085" name="Google Shape;1085;g3bb00c4f728_0_8"/>
          <p:cNvPicPr preferRelativeResize="0"/>
          <p:nvPr>
            <p:ph idx="2" type="pic"/>
          </p:nvPr>
        </p:nvPicPr>
        <p:blipFill rotWithShape="1">
          <a:blip r:embed="rId3">
            <a:alphaModFix/>
          </a:blip>
          <a:srcRect b="0" l="0" r="0" t="0"/>
          <a:stretch/>
        </p:blipFill>
        <p:spPr>
          <a:xfrm>
            <a:off x="0" y="0"/>
            <a:ext cx="9144000" cy="4734925"/>
          </a:xfrm>
          <a:prstGeom prst="rect">
            <a:avLst/>
          </a:prstGeom>
          <a:noFill/>
          <a:ln>
            <a:noFill/>
          </a:ln>
        </p:spPr>
      </p:pic>
      <p:sp>
        <p:nvSpPr>
          <p:cNvPr id="1086" name="Google Shape;1086;g3bb00c4f728_0_8"/>
          <p:cNvSpPr/>
          <p:nvPr/>
        </p:nvSpPr>
        <p:spPr>
          <a:xfrm>
            <a:off x="0" y="8725"/>
            <a:ext cx="9144000" cy="4726200"/>
          </a:xfrm>
          <a:prstGeom prst="rect">
            <a:avLst/>
          </a:prstGeom>
          <a:solidFill>
            <a:srgbClr val="063C67">
              <a:alpha val="48235"/>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1087" name="Google Shape;1087;g3bb00c4f728_0_8"/>
          <p:cNvSpPr txBox="1"/>
          <p:nvPr/>
        </p:nvSpPr>
        <p:spPr>
          <a:xfrm>
            <a:off x="1338450" y="1540693"/>
            <a:ext cx="74727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200"/>
              <a:buFont typeface="Arial"/>
              <a:buNone/>
            </a:pPr>
            <a:r>
              <a:rPr b="1" i="0" lang="vi" sz="3900" u="none" cap="none" strike="noStrike">
                <a:solidFill>
                  <a:srgbClr val="FFFFFF"/>
                </a:solidFill>
                <a:latin typeface="Chakra Petch"/>
                <a:ea typeface="Chakra Petch"/>
                <a:cs typeface="Chakra Petch"/>
                <a:sym typeface="Chakra Petch"/>
              </a:rPr>
              <a:t>プロジェクト予算</a:t>
            </a:r>
            <a:endParaRPr b="1" i="0" sz="3900" u="none" cap="none" strike="noStrike">
              <a:solidFill>
                <a:srgbClr val="FFFFFF"/>
              </a:solidFill>
              <a:latin typeface="Chakra Petch"/>
              <a:ea typeface="Chakra Petch"/>
              <a:cs typeface="Chakra Petch"/>
              <a:sym typeface="Chakra Petch"/>
            </a:endParaRPr>
          </a:p>
        </p:txBody>
      </p:sp>
      <p:pic>
        <p:nvPicPr>
          <p:cNvPr descr="Une image contenant capture d’écran, Rectangle, carré, texte&#10;&#10;Description générée automatiquement" id="1088" name="Google Shape;1088;g3bb00c4f728_0_8"/>
          <p:cNvPicPr preferRelativeResize="0"/>
          <p:nvPr/>
        </p:nvPicPr>
        <p:blipFill rotWithShape="1">
          <a:blip r:embed="rId4">
            <a:alphaModFix/>
          </a:blip>
          <a:srcRect b="0" l="0" r="0" t="0"/>
          <a:stretch/>
        </p:blipFill>
        <p:spPr>
          <a:xfrm>
            <a:off x="937550" y="460675"/>
            <a:ext cx="1991051" cy="2849700"/>
          </a:xfrm>
          <a:prstGeom prst="rect">
            <a:avLst/>
          </a:prstGeom>
          <a:noFill/>
          <a:ln>
            <a:noFill/>
          </a:ln>
        </p:spPr>
      </p:pic>
      <p:sp>
        <p:nvSpPr>
          <p:cNvPr id="1089" name="Google Shape;1089;g3bb00c4f728_0_8"/>
          <p:cNvSpPr/>
          <p:nvPr/>
        </p:nvSpPr>
        <p:spPr>
          <a:xfrm>
            <a:off x="428200" y="1359200"/>
            <a:ext cx="786600" cy="963300"/>
          </a:xfrm>
          <a:prstGeom prst="roundRect">
            <a:avLst>
              <a:gd fmla="val 16851"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1" i="0" lang="vi" sz="3900" u="none" cap="none" strike="noStrike">
                <a:solidFill>
                  <a:schemeClr val="dk1"/>
                </a:solidFill>
                <a:latin typeface="Chakra Petch"/>
                <a:ea typeface="Chakra Petch"/>
                <a:cs typeface="Chakra Petch"/>
                <a:sym typeface="Chakra Petch"/>
              </a:rPr>
              <a:t>5</a:t>
            </a:r>
            <a:endParaRPr b="1" i="0" sz="3900" u="none" cap="none" strike="noStrike">
              <a:solidFill>
                <a:schemeClr val="dk1"/>
              </a:solidFill>
              <a:latin typeface="Chakra Petch"/>
              <a:ea typeface="Chakra Petch"/>
              <a:cs typeface="Chakra Petch"/>
              <a:sym typeface="Chakra Petch"/>
            </a:endParaRPr>
          </a:p>
        </p:txBody>
      </p:sp>
      <p:sp>
        <p:nvSpPr>
          <p:cNvPr id="1090" name="Google Shape;1090;g3bb00c4f728_0_8"/>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pic>
        <p:nvPicPr>
          <p:cNvPr id="1091" name="Google Shape;1091;g3bb00c4f728_0_8" title="Logo_VMO_Alten-Negative.png"/>
          <p:cNvPicPr preferRelativeResize="0"/>
          <p:nvPr/>
        </p:nvPicPr>
        <p:blipFill rotWithShape="1">
          <a:blip r:embed="rId5">
            <a:alphaModFix/>
          </a:blip>
          <a:srcRect b="0" l="0" r="0" t="0"/>
          <a:stretch/>
        </p:blipFill>
        <p:spPr>
          <a:xfrm>
            <a:off x="7618364" y="375727"/>
            <a:ext cx="1158885" cy="46867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3bb00c4f728_6_981"/>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リソースコスト</a:t>
            </a:r>
            <a:endParaRPr sz="1100">
              <a:latin typeface="Chakra Petch"/>
              <a:ea typeface="Chakra Petch"/>
              <a:cs typeface="Chakra Petch"/>
              <a:sym typeface="Chakra Petch"/>
            </a:endParaRPr>
          </a:p>
        </p:txBody>
      </p:sp>
      <p:sp>
        <p:nvSpPr>
          <p:cNvPr id="1098" name="Google Shape;1098;g3bb00c4f728_6_981"/>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5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プロジェクト予算</a:t>
            </a:r>
            <a:endParaRPr b="1" sz="2000">
              <a:latin typeface="Chakra Petch"/>
              <a:ea typeface="Chakra Petch"/>
              <a:cs typeface="Chakra Petch"/>
              <a:sym typeface="Chakra Petch"/>
            </a:endParaRPr>
          </a:p>
        </p:txBody>
      </p:sp>
      <p:sp>
        <p:nvSpPr>
          <p:cNvPr id="1099" name="Google Shape;1099;g3bb00c4f728_6_981"/>
          <p:cNvSpPr txBox="1"/>
          <p:nvPr/>
        </p:nvSpPr>
        <p:spPr>
          <a:xfrm>
            <a:off x="613800" y="723025"/>
            <a:ext cx="2393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vi" sz="1200" u="none" cap="none" strike="noStrike">
                <a:solidFill>
                  <a:srgbClr val="1F497D"/>
                </a:solidFill>
                <a:latin typeface="Lato"/>
                <a:ea typeface="Lato"/>
                <a:cs typeface="Lato"/>
                <a:sym typeface="Lato"/>
              </a:rPr>
              <a:t>総額：xxx (USD) </a:t>
            </a:r>
            <a:endParaRPr b="0" i="0" sz="1200" u="none" cap="none" strike="noStrike">
              <a:solidFill>
                <a:srgbClr val="1F497D"/>
              </a:solidFill>
              <a:latin typeface="Lato"/>
              <a:ea typeface="Lato"/>
              <a:cs typeface="Lato"/>
              <a:sym typeface="Lato"/>
            </a:endParaRPr>
          </a:p>
        </p:txBody>
      </p:sp>
      <p:sp>
        <p:nvSpPr>
          <p:cNvPr id="1100" name="Google Shape;1100;g3bb00c4f728_6_981"/>
          <p:cNvSpPr txBox="1"/>
          <p:nvPr/>
        </p:nvSpPr>
        <p:spPr>
          <a:xfrm>
            <a:off x="5694276" y="723025"/>
            <a:ext cx="2393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vi" sz="1200" u="none" cap="none" strike="noStrike">
                <a:solidFill>
                  <a:srgbClr val="1F497D"/>
                </a:solidFill>
                <a:latin typeface="Lato"/>
                <a:ea typeface="Lato"/>
                <a:cs typeface="Lato"/>
                <a:sym typeface="Lato"/>
              </a:rPr>
              <a:t>期間：xxヶ月</a:t>
            </a:r>
            <a:endParaRPr b="0" i="0" sz="1200" u="none" cap="none" strike="noStrike">
              <a:solidFill>
                <a:srgbClr val="1F497D"/>
              </a:solidFill>
              <a:latin typeface="Lato"/>
              <a:ea typeface="Lato"/>
              <a:cs typeface="Lato"/>
              <a:sym typeface="Lato"/>
            </a:endParaRPr>
          </a:p>
        </p:txBody>
      </p:sp>
      <p:graphicFrame>
        <p:nvGraphicFramePr>
          <p:cNvPr id="1101" name="Google Shape;1101;g3bb00c4f728_6_981"/>
          <p:cNvGraphicFramePr/>
          <p:nvPr/>
        </p:nvGraphicFramePr>
        <p:xfrm>
          <a:off x="613775" y="1071850"/>
          <a:ext cx="3000000" cy="3000000"/>
        </p:xfrm>
        <a:graphic>
          <a:graphicData uri="http://schemas.openxmlformats.org/drawingml/2006/table">
            <a:tbl>
              <a:tblPr>
                <a:noFill/>
                <a:tableStyleId>{4EFCD7D5-AB68-45F8-93BB-FE282B29CB2C}</a:tableStyleId>
              </a:tblPr>
              <a:tblGrid>
                <a:gridCol w="908000"/>
                <a:gridCol w="1552925"/>
                <a:gridCol w="1306825"/>
                <a:gridCol w="1332300"/>
                <a:gridCol w="967425"/>
                <a:gridCol w="1018325"/>
                <a:gridCol w="1060750"/>
              </a:tblGrid>
              <a:tr h="302250">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No</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Task</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人数</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工数（人日）</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単価（/時間）</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費用（USD）</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Note</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r>
              <a:tr h="30225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1</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要件分析</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1</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51.45</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r>
              <a:tr h="30225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2</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Solution design</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1</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4.00</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r>
              <a:tr h="30225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3</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Front-end</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3</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92.00</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r>
              <a:tr h="30225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4</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Back-end</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2</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71.50</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r>
              <a:tr h="30225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5</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テスト</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2</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66.60</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r>
              <a:tr h="30225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6</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開発者Ops</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1</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5.00</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r>
              <a:tr h="30225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7</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Comtor</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1</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5.00</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r>
              <a:tr h="30225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8</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プロジェクト管理</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1</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32.66</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1F497D"/>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FFFFFF"/>
                    </a:solidFill>
                  </a:tcPr>
                </a:tc>
              </a:tr>
              <a:tr h="30225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1575A0"/>
                    </a:solidFill>
                  </a:tcPr>
                </a:tc>
                <a:tc>
                  <a:txBody>
                    <a:bodyPr/>
                    <a:lstStyle/>
                    <a:p>
                      <a:pPr indent="0" lvl="0" marL="0" marR="0" rtl="0" algn="l">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Total Effort</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1575A0"/>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1575A0"/>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328.21</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1575A0"/>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1575A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0.00</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1575A0"/>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Lato"/>
                        <a:ea typeface="Lato"/>
                        <a:cs typeface="Lato"/>
                        <a:sym typeface="Lato"/>
                      </a:endParaRPr>
                    </a:p>
                  </a:txBody>
                  <a:tcPr marT="91425" marB="91425"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1575A0"/>
                    </a:solidFill>
                  </a:tcPr>
                </a:tc>
              </a:tr>
            </a:tbl>
          </a:graphicData>
        </a:graphic>
      </p:graphicFrame>
      <p:sp>
        <p:nvSpPr>
          <p:cNvPr id="1102" name="Google Shape;1102;g3bb00c4f728_6_981"/>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bb00c4f728_6_1008"/>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インフラコスト</a:t>
            </a:r>
            <a:endParaRPr sz="1100">
              <a:latin typeface="Chakra Petch"/>
              <a:ea typeface="Chakra Petch"/>
              <a:cs typeface="Chakra Petch"/>
              <a:sym typeface="Chakra Petch"/>
            </a:endParaRPr>
          </a:p>
        </p:txBody>
      </p:sp>
      <p:sp>
        <p:nvSpPr>
          <p:cNvPr id="1109" name="Google Shape;1109;g3bb00c4f728_6_1008"/>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5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プロジェクト予算</a:t>
            </a:r>
            <a:endParaRPr b="1" sz="2000">
              <a:latin typeface="Chakra Petch"/>
              <a:ea typeface="Chakra Petch"/>
              <a:cs typeface="Chakra Petch"/>
              <a:sym typeface="Chakra Petch"/>
            </a:endParaRPr>
          </a:p>
        </p:txBody>
      </p:sp>
      <p:sp>
        <p:nvSpPr>
          <p:cNvPr id="1110" name="Google Shape;1110;g3bb00c4f728_6_1008"/>
          <p:cNvSpPr txBox="1"/>
          <p:nvPr/>
        </p:nvSpPr>
        <p:spPr>
          <a:xfrm>
            <a:off x="625570" y="1057555"/>
            <a:ext cx="2393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vi" sz="1200" u="none" cap="none" strike="noStrike">
                <a:solidFill>
                  <a:srgbClr val="1F497D"/>
                </a:solidFill>
                <a:latin typeface="Lato"/>
                <a:ea typeface="Lato"/>
                <a:cs typeface="Lato"/>
                <a:sym typeface="Lato"/>
              </a:rPr>
              <a:t>総額：xxx (USD) </a:t>
            </a:r>
            <a:endParaRPr b="0" i="0" sz="1200" u="none" cap="none" strike="noStrike">
              <a:solidFill>
                <a:srgbClr val="1F497D"/>
              </a:solidFill>
              <a:latin typeface="Lato"/>
              <a:ea typeface="Lato"/>
              <a:cs typeface="Lato"/>
              <a:sym typeface="Lato"/>
            </a:endParaRPr>
          </a:p>
        </p:txBody>
      </p:sp>
      <p:sp>
        <p:nvSpPr>
          <p:cNvPr id="1111" name="Google Shape;1111;g3bb00c4f728_6_1008"/>
          <p:cNvSpPr txBox="1"/>
          <p:nvPr/>
        </p:nvSpPr>
        <p:spPr>
          <a:xfrm>
            <a:off x="5706046" y="1057555"/>
            <a:ext cx="2393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vi" sz="1200" u="none" cap="none" strike="noStrike">
                <a:solidFill>
                  <a:srgbClr val="1F497D"/>
                </a:solidFill>
                <a:latin typeface="Lato"/>
                <a:ea typeface="Lato"/>
                <a:cs typeface="Lato"/>
                <a:sym typeface="Lato"/>
              </a:rPr>
              <a:t>期間：xxヶ月</a:t>
            </a:r>
            <a:endParaRPr b="0" i="0" sz="1200" u="none" cap="none" strike="noStrike">
              <a:solidFill>
                <a:srgbClr val="1F497D"/>
              </a:solidFill>
              <a:latin typeface="Lato"/>
              <a:ea typeface="Lato"/>
              <a:cs typeface="Lato"/>
              <a:sym typeface="Lato"/>
            </a:endParaRPr>
          </a:p>
        </p:txBody>
      </p:sp>
      <p:graphicFrame>
        <p:nvGraphicFramePr>
          <p:cNvPr id="1112" name="Google Shape;1112;g3bb00c4f728_6_1008"/>
          <p:cNvGraphicFramePr/>
          <p:nvPr/>
        </p:nvGraphicFramePr>
        <p:xfrm>
          <a:off x="685745" y="1482580"/>
          <a:ext cx="3000000" cy="3000000"/>
        </p:xfrm>
        <a:graphic>
          <a:graphicData uri="http://schemas.openxmlformats.org/drawingml/2006/table">
            <a:tbl>
              <a:tblPr>
                <a:noFill/>
                <a:tableStyleId>{4EFCD7D5-AB68-45F8-93BB-FE282B29CB2C}</a:tableStyleId>
              </a:tblPr>
              <a:tblGrid>
                <a:gridCol w="695250"/>
                <a:gridCol w="4638725"/>
                <a:gridCol w="2447900"/>
              </a:tblGrid>
              <a:tr h="261075">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No</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Task</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費用（USD）</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r>
              <a:tr h="10000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1</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本番環境 見積額</a:t>
                      </a:r>
                      <a:endParaRPr sz="1000" u="none" cap="none" strike="noStrike">
                        <a:solidFill>
                          <a:schemeClr val="dk1"/>
                        </a:solidFill>
                        <a:latin typeface="Lato"/>
                        <a:ea typeface="Lato"/>
                        <a:cs typeface="Lato"/>
                        <a:sym typeface="Lato"/>
                      </a:endParaRPr>
                    </a:p>
                  </a:txBody>
                  <a:tcPr marT="91425" marB="91425"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$373</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281375">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2</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ステージング環境 見積額</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$171</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285250">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3</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開発環境 見積額</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vi" sz="1000" u="none" cap="none" strike="noStrike">
                          <a:solidFill>
                            <a:schemeClr val="dk1"/>
                          </a:solidFill>
                          <a:latin typeface="Lato"/>
                          <a:ea typeface="Lato"/>
                          <a:cs typeface="Lato"/>
                          <a:sym typeface="Lato"/>
                        </a:rPr>
                        <a:t>$171</a:t>
                      </a:r>
                      <a:endParaRPr sz="1000" u="none" cap="none" strike="noStrike">
                        <a:solidFill>
                          <a:schemeClr val="dk1"/>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185500">
                <a:tc gridSpan="2">
                  <a:txBody>
                    <a:bodyPr/>
                    <a:lstStyle/>
                    <a:p>
                      <a:pPr indent="0" lvl="0" marL="0" marR="0" rtl="0" algn="ctr">
                        <a:lnSpc>
                          <a:spcPct val="115000"/>
                        </a:lnSpc>
                        <a:spcBef>
                          <a:spcPts val="0"/>
                        </a:spcBef>
                        <a:spcAft>
                          <a:spcPts val="0"/>
                        </a:spcAft>
                        <a:buClr>
                          <a:srgbClr val="000000"/>
                        </a:buClr>
                        <a:buSzPts val="1000"/>
                        <a:buFont typeface="Arial"/>
                        <a:buNone/>
                      </a:pPr>
                      <a:r>
                        <a:rPr b="1" lang="vi" sz="1000" u="none" cap="none" strike="noStrike">
                          <a:solidFill>
                            <a:srgbClr val="FFFFFF"/>
                          </a:solidFill>
                          <a:latin typeface="Lato"/>
                          <a:ea typeface="Lato"/>
                          <a:cs typeface="Lato"/>
                          <a:sym typeface="Lato"/>
                        </a:rPr>
                        <a:t>総工数</a:t>
                      </a:r>
                      <a:endParaRPr b="1" sz="1000" u="none" cap="none" strike="noStrike">
                        <a:solidFill>
                          <a:srgbClr val="FFFFFF"/>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1575A0"/>
                    </a:solidFill>
                  </a:tcPr>
                </a:tc>
                <a:tc hMerge="1">
                  <a:txBody>
                    <a:bodyPr/>
                    <a:p/>
                  </a:txBody>
                </a:tc>
                <a:tc>
                  <a:txBody>
                    <a:bodyPr/>
                    <a:lstStyle/>
                    <a:p>
                      <a:pPr indent="0" lvl="0" marL="0" marR="0" rtl="0" algn="ctr">
                        <a:lnSpc>
                          <a:spcPct val="100000"/>
                        </a:lnSpc>
                        <a:spcBef>
                          <a:spcPts val="0"/>
                        </a:spcBef>
                        <a:spcAft>
                          <a:spcPts val="0"/>
                        </a:spcAft>
                        <a:buClr>
                          <a:srgbClr val="000000"/>
                        </a:buClr>
                        <a:buSzPts val="1000"/>
                        <a:buFont typeface="Arial"/>
                        <a:buNone/>
                      </a:pPr>
                      <a:r>
                        <a:rPr b="1" lang="vi" sz="1000" u="none" cap="none" strike="noStrike">
                          <a:solidFill>
                            <a:schemeClr val="lt1"/>
                          </a:solidFill>
                          <a:latin typeface="Lato"/>
                          <a:ea typeface="Lato"/>
                          <a:cs typeface="Lato"/>
                          <a:sym typeface="Lato"/>
                        </a:rPr>
                        <a:t>$715</a:t>
                      </a:r>
                      <a:endParaRPr b="1" sz="1000" u="none" cap="none" strike="noStrike">
                        <a:solidFill>
                          <a:schemeClr val="lt1"/>
                        </a:solidFill>
                        <a:latin typeface="Lato"/>
                        <a:ea typeface="Lato"/>
                        <a:cs typeface="Lato"/>
                        <a:sym typeface="Lato"/>
                      </a:endParaRPr>
                    </a:p>
                  </a:txBody>
                  <a:tcPr marT="91425" marB="91425" marR="28575" marL="2857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1575A0"/>
                    </a:solidFill>
                  </a:tcPr>
                </a:tc>
              </a:tr>
            </a:tbl>
          </a:graphicData>
        </a:graphic>
      </p:graphicFrame>
      <p:sp>
        <p:nvSpPr>
          <p:cNvPr id="1113" name="Google Shape;1113;g3bb00c4f728_6_1008"/>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pic>
        <p:nvPicPr>
          <p:cNvPr descr="A person standing on a rocky mountain top&#10;&#10;AI-generated content may be incorrect." id="1118" name="Google Shape;1118;g3baff84d3b0_0_677"/>
          <p:cNvPicPr preferRelativeResize="0"/>
          <p:nvPr>
            <p:ph idx="2" type="pic"/>
          </p:nvPr>
        </p:nvPicPr>
        <p:blipFill rotWithShape="1">
          <a:blip r:embed="rId3">
            <a:alphaModFix/>
          </a:blip>
          <a:srcRect b="0" l="0" r="0" t="0"/>
          <a:stretch/>
        </p:blipFill>
        <p:spPr>
          <a:xfrm>
            <a:off x="0" y="0"/>
            <a:ext cx="9144000" cy="4734925"/>
          </a:xfrm>
          <a:prstGeom prst="rect">
            <a:avLst/>
          </a:prstGeom>
          <a:noFill/>
          <a:ln>
            <a:noFill/>
          </a:ln>
        </p:spPr>
      </p:pic>
      <p:sp>
        <p:nvSpPr>
          <p:cNvPr id="1119" name="Google Shape;1119;g3baff84d3b0_0_677"/>
          <p:cNvSpPr/>
          <p:nvPr/>
        </p:nvSpPr>
        <p:spPr>
          <a:xfrm>
            <a:off x="0" y="8725"/>
            <a:ext cx="9144000" cy="4726200"/>
          </a:xfrm>
          <a:prstGeom prst="rect">
            <a:avLst/>
          </a:prstGeom>
          <a:solidFill>
            <a:srgbClr val="063C67">
              <a:alpha val="48235"/>
            </a:srgbClr>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07559"/>
              </a:solidFill>
              <a:latin typeface="Arial"/>
              <a:ea typeface="Arial"/>
              <a:cs typeface="Arial"/>
              <a:sym typeface="Arial"/>
            </a:endParaRPr>
          </a:p>
        </p:txBody>
      </p:sp>
      <p:sp>
        <p:nvSpPr>
          <p:cNvPr id="1120" name="Google Shape;1120;g3baff84d3b0_0_677"/>
          <p:cNvSpPr txBox="1"/>
          <p:nvPr/>
        </p:nvSpPr>
        <p:spPr>
          <a:xfrm>
            <a:off x="1396349" y="1519406"/>
            <a:ext cx="6949500" cy="600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200"/>
              <a:buFont typeface="Arial"/>
              <a:buNone/>
            </a:pPr>
            <a:r>
              <a:rPr b="1" i="0" lang="vi" sz="3900" u="none" cap="none" strike="noStrike">
                <a:solidFill>
                  <a:srgbClr val="FFFFFF"/>
                </a:solidFill>
                <a:latin typeface="Chakra Petch"/>
                <a:ea typeface="Chakra Petch"/>
                <a:cs typeface="Chakra Petch"/>
                <a:sym typeface="Chakra Petch"/>
              </a:rPr>
              <a:t>付録</a:t>
            </a:r>
            <a:endParaRPr b="0" i="0" sz="400" u="none" cap="none" strike="noStrike">
              <a:solidFill>
                <a:srgbClr val="000000"/>
              </a:solidFill>
              <a:latin typeface="Arial"/>
              <a:ea typeface="Arial"/>
              <a:cs typeface="Arial"/>
              <a:sym typeface="Arial"/>
            </a:endParaRPr>
          </a:p>
        </p:txBody>
      </p:sp>
      <p:pic>
        <p:nvPicPr>
          <p:cNvPr descr="Une image contenant capture d’écran, Rectangle, carré, texte&#10;&#10;Description générée automatiquement" id="1121" name="Google Shape;1121;g3baff84d3b0_0_677"/>
          <p:cNvPicPr preferRelativeResize="0"/>
          <p:nvPr/>
        </p:nvPicPr>
        <p:blipFill rotWithShape="1">
          <a:blip r:embed="rId4">
            <a:alphaModFix/>
          </a:blip>
          <a:srcRect b="0" l="0" r="0" t="0"/>
          <a:stretch/>
        </p:blipFill>
        <p:spPr>
          <a:xfrm>
            <a:off x="937550" y="460675"/>
            <a:ext cx="1991051" cy="2849700"/>
          </a:xfrm>
          <a:prstGeom prst="rect">
            <a:avLst/>
          </a:prstGeom>
          <a:noFill/>
          <a:ln>
            <a:noFill/>
          </a:ln>
        </p:spPr>
      </p:pic>
      <p:sp>
        <p:nvSpPr>
          <p:cNvPr id="1122" name="Google Shape;1122;g3baff84d3b0_0_677"/>
          <p:cNvSpPr/>
          <p:nvPr/>
        </p:nvSpPr>
        <p:spPr>
          <a:xfrm>
            <a:off x="428200" y="1359200"/>
            <a:ext cx="786600" cy="963300"/>
          </a:xfrm>
          <a:prstGeom prst="roundRect">
            <a:avLst>
              <a:gd fmla="val 16851"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1" i="0" lang="vi" sz="3900" u="none" cap="none" strike="noStrike">
                <a:solidFill>
                  <a:schemeClr val="dk1"/>
                </a:solidFill>
                <a:latin typeface="Chakra Petch"/>
                <a:ea typeface="Chakra Petch"/>
                <a:cs typeface="Chakra Petch"/>
                <a:sym typeface="Chakra Petch"/>
              </a:rPr>
              <a:t>6</a:t>
            </a:r>
            <a:endParaRPr b="1" i="0" sz="3900" u="none" cap="none" strike="noStrike">
              <a:solidFill>
                <a:schemeClr val="dk1"/>
              </a:solidFill>
              <a:latin typeface="Chakra Petch"/>
              <a:ea typeface="Chakra Petch"/>
              <a:cs typeface="Chakra Petch"/>
              <a:sym typeface="Chakra Petch"/>
            </a:endParaRPr>
          </a:p>
        </p:txBody>
      </p:sp>
      <p:sp>
        <p:nvSpPr>
          <p:cNvPr id="1123" name="Google Shape;1123;g3baff84d3b0_0_67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pic>
        <p:nvPicPr>
          <p:cNvPr id="1124" name="Google Shape;1124;g3baff84d3b0_0_677" title="Logo_VMO_Alten-Negative.png"/>
          <p:cNvPicPr preferRelativeResize="0"/>
          <p:nvPr/>
        </p:nvPicPr>
        <p:blipFill rotWithShape="1">
          <a:blip r:embed="rId5">
            <a:alphaModFix/>
          </a:blip>
          <a:srcRect b="0" l="0" r="0" t="0"/>
          <a:stretch/>
        </p:blipFill>
        <p:spPr>
          <a:xfrm>
            <a:off x="7618364" y="375727"/>
            <a:ext cx="1158885" cy="46867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g3bb00c4f728_6_1021"/>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セキュリティ準拠</a:t>
            </a:r>
            <a:endParaRPr sz="1100">
              <a:latin typeface="Chakra Petch"/>
              <a:ea typeface="Chakra Petch"/>
              <a:cs typeface="Chakra Petch"/>
              <a:sym typeface="Chakra Petch"/>
            </a:endParaRPr>
          </a:p>
        </p:txBody>
      </p:sp>
      <p:sp>
        <p:nvSpPr>
          <p:cNvPr id="1131" name="Google Shape;1131;g3bb00c4f728_6_1021"/>
          <p:cNvSpPr/>
          <p:nvPr/>
        </p:nvSpPr>
        <p:spPr>
          <a:xfrm>
            <a:off x="93250" y="748400"/>
            <a:ext cx="2671500" cy="4395000"/>
          </a:xfrm>
          <a:prstGeom prst="rect">
            <a:avLst/>
          </a:prstGeom>
          <a:solidFill>
            <a:srgbClr val="C9E9F8">
              <a:alpha val="80000"/>
            </a:srgbClr>
          </a:solidFill>
          <a:ln>
            <a:noFill/>
          </a:ln>
        </p:spPr>
        <p:txBody>
          <a:bodyPr anchorCtr="0" anchor="ctr" bIns="22850" lIns="45725" spcFirstLastPara="1" rIns="45725" wrap="square" tIns="22850">
            <a:noAutofit/>
          </a:bodyPr>
          <a:lstStyle/>
          <a:p>
            <a:pPr indent="0" lvl="0" marL="0" marR="0" rtl="0" algn="l">
              <a:lnSpc>
                <a:spcPct val="90000"/>
              </a:lnSpc>
              <a:spcBef>
                <a:spcPts val="0"/>
              </a:spcBef>
              <a:spcAft>
                <a:spcPts val="0"/>
              </a:spcAft>
              <a:buClr>
                <a:srgbClr val="FFFFFF"/>
              </a:buClr>
              <a:buSzPts val="1200"/>
              <a:buFont typeface="Calibri"/>
              <a:buNone/>
            </a:pPr>
            <a:r>
              <a:t/>
            </a:r>
            <a:endParaRPr b="1" i="0" sz="1100" u="none" cap="small" strike="noStrike">
              <a:solidFill>
                <a:srgbClr val="FFFFFF"/>
              </a:solidFill>
              <a:latin typeface="Chakra Petch"/>
              <a:ea typeface="Chakra Petch"/>
              <a:cs typeface="Chakra Petch"/>
              <a:sym typeface="Chakra Petch"/>
            </a:endParaRPr>
          </a:p>
        </p:txBody>
      </p:sp>
      <p:sp>
        <p:nvSpPr>
          <p:cNvPr id="1132" name="Google Shape;1132;g3bb00c4f728_6_1021"/>
          <p:cNvSpPr/>
          <p:nvPr/>
        </p:nvSpPr>
        <p:spPr>
          <a:xfrm>
            <a:off x="2892572" y="878250"/>
            <a:ext cx="2083200" cy="839700"/>
          </a:xfrm>
          <a:prstGeom prst="rect">
            <a:avLst/>
          </a:prstGeom>
          <a:noFill/>
          <a:ln>
            <a:noFill/>
          </a:ln>
        </p:spPr>
        <p:txBody>
          <a:bodyPr anchorCtr="0" anchor="ctr" bIns="22850" lIns="45725" spcFirstLastPara="1" rIns="45725" wrap="square" tIns="22850">
            <a:noAutofit/>
          </a:bodyPr>
          <a:lstStyle/>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VMOのセキュリティルールを適用</a:t>
            </a:r>
            <a:endParaRPr b="0" i="0" sz="1100" u="none" cap="none" strike="noStrike">
              <a:solidFill>
                <a:schemeClr val="dk1"/>
              </a:solidFill>
              <a:latin typeface="Lato"/>
              <a:ea typeface="Lato"/>
              <a:cs typeface="Lato"/>
              <a:sym typeface="Lato"/>
            </a:endParaRPr>
          </a:p>
        </p:txBody>
      </p:sp>
      <p:sp>
        <p:nvSpPr>
          <p:cNvPr id="1133" name="Google Shape;1133;g3bb00c4f728_6_1021"/>
          <p:cNvSpPr txBox="1"/>
          <p:nvPr/>
        </p:nvSpPr>
        <p:spPr>
          <a:xfrm>
            <a:off x="282263" y="851050"/>
            <a:ext cx="2416500" cy="901800"/>
          </a:xfrm>
          <a:prstGeom prst="rect">
            <a:avLst/>
          </a:prstGeom>
          <a:solidFill>
            <a:srgbClr val="7ECBEE"/>
          </a:solidFill>
          <a:ln>
            <a:noFill/>
          </a:ln>
        </p:spPr>
        <p:txBody>
          <a:bodyPr anchorCtr="0" anchor="ctr" bIns="22850" lIns="738000" spcFirstLastPara="1" rIns="45725" wrap="square" tIns="22850">
            <a:noAutofit/>
          </a:bodyPr>
          <a:lstStyle/>
          <a:p>
            <a:pPr indent="0" lvl="0" marL="0" marR="0" rtl="0" algn="l">
              <a:lnSpc>
                <a:spcPct val="90000"/>
              </a:lnSpc>
              <a:spcBef>
                <a:spcPts val="0"/>
              </a:spcBef>
              <a:spcAft>
                <a:spcPts val="0"/>
              </a:spcAft>
              <a:buClr>
                <a:srgbClr val="FFFFFF"/>
              </a:buClr>
              <a:buSzPts val="1200"/>
              <a:buFont typeface="Calibri"/>
              <a:buNone/>
            </a:pPr>
            <a:r>
              <a:rPr b="1" i="0" lang="vi" sz="1100" u="none" cap="small" strike="noStrike">
                <a:solidFill>
                  <a:srgbClr val="FFFFFF"/>
                </a:solidFill>
                <a:latin typeface="Lato"/>
                <a:ea typeface="Lato"/>
                <a:cs typeface="Lato"/>
                <a:sym typeface="Lato"/>
              </a:rPr>
              <a:t>組織層</a:t>
            </a:r>
            <a:endParaRPr b="1" i="0" sz="1100" u="none" cap="small" strike="noStrike">
              <a:solidFill>
                <a:srgbClr val="FFFFFF"/>
              </a:solidFill>
              <a:latin typeface="Lato"/>
              <a:ea typeface="Lato"/>
              <a:cs typeface="Lato"/>
              <a:sym typeface="Lato"/>
            </a:endParaRPr>
          </a:p>
        </p:txBody>
      </p:sp>
      <p:sp>
        <p:nvSpPr>
          <p:cNvPr id="1134" name="Google Shape;1134;g3bb00c4f728_6_1021"/>
          <p:cNvSpPr/>
          <p:nvPr/>
        </p:nvSpPr>
        <p:spPr>
          <a:xfrm>
            <a:off x="3088280" y="3122238"/>
            <a:ext cx="6055800" cy="151500"/>
          </a:xfrm>
          <a:prstGeom prst="rect">
            <a:avLst/>
          </a:prstGeom>
          <a:noFill/>
          <a:ln>
            <a:noFill/>
          </a:ln>
        </p:spPr>
        <p:txBody>
          <a:bodyPr anchorCtr="0" anchor="t" bIns="22850" lIns="45725" spcFirstLastPara="1" rIns="45725" wrap="square" tIns="22850">
            <a:noAutofit/>
          </a:bodyPr>
          <a:lstStyle/>
          <a:p>
            <a:pPr indent="-76200" lvl="1" marL="533400" marR="0" rtl="0" algn="l">
              <a:lnSpc>
                <a:spcPct val="100000"/>
              </a:lnSpc>
              <a:spcBef>
                <a:spcPts val="0"/>
              </a:spcBef>
              <a:spcAft>
                <a:spcPts val="0"/>
              </a:spcAft>
              <a:buClr>
                <a:srgbClr val="1F96CB"/>
              </a:buClr>
              <a:buSzPts val="1000"/>
              <a:buFont typeface="Arial"/>
              <a:buNone/>
            </a:pPr>
            <a:r>
              <a:t/>
            </a:r>
            <a:endParaRPr b="0" i="0" sz="800" u="none" cap="none" strike="noStrike">
              <a:solidFill>
                <a:srgbClr val="063C67"/>
              </a:solidFill>
              <a:highlight>
                <a:srgbClr val="FFFF00"/>
              </a:highlight>
              <a:latin typeface="Calibri"/>
              <a:ea typeface="Calibri"/>
              <a:cs typeface="Calibri"/>
              <a:sym typeface="Calibri"/>
            </a:endParaRPr>
          </a:p>
        </p:txBody>
      </p:sp>
      <p:sp>
        <p:nvSpPr>
          <p:cNvPr id="1135" name="Google Shape;1135;g3bb00c4f728_6_1021"/>
          <p:cNvSpPr txBox="1"/>
          <p:nvPr/>
        </p:nvSpPr>
        <p:spPr>
          <a:xfrm>
            <a:off x="268532" y="3194150"/>
            <a:ext cx="2415900" cy="901800"/>
          </a:xfrm>
          <a:prstGeom prst="rect">
            <a:avLst/>
          </a:prstGeom>
          <a:solidFill>
            <a:srgbClr val="1575A0"/>
          </a:solidFill>
          <a:ln>
            <a:noFill/>
          </a:ln>
        </p:spPr>
        <p:txBody>
          <a:bodyPr anchorCtr="0" anchor="ctr" bIns="22850" lIns="738000" spcFirstLastPara="1" rIns="45725" wrap="square" tIns="22850">
            <a:noAutofit/>
          </a:bodyPr>
          <a:lstStyle/>
          <a:p>
            <a:pPr indent="0" lvl="0" marL="0" marR="0" rtl="0" algn="l">
              <a:lnSpc>
                <a:spcPct val="90000"/>
              </a:lnSpc>
              <a:spcBef>
                <a:spcPts val="0"/>
              </a:spcBef>
              <a:spcAft>
                <a:spcPts val="0"/>
              </a:spcAft>
              <a:buClr>
                <a:srgbClr val="FFFFFF"/>
              </a:buClr>
              <a:buSzPts val="1200"/>
              <a:buFont typeface="Calibri"/>
              <a:buNone/>
            </a:pPr>
            <a:r>
              <a:rPr b="1" i="0" lang="vi" sz="1100" u="none" cap="small" strike="noStrike">
                <a:solidFill>
                  <a:srgbClr val="FFFFFF"/>
                </a:solidFill>
                <a:latin typeface="Lato"/>
                <a:ea typeface="Lato"/>
                <a:cs typeface="Lato"/>
                <a:sym typeface="Lato"/>
              </a:rPr>
              <a:t>インフラ層</a:t>
            </a:r>
            <a:endParaRPr b="1" i="0" sz="1100" u="none" cap="small" strike="noStrike">
              <a:solidFill>
                <a:srgbClr val="FFFFFF"/>
              </a:solidFill>
              <a:highlight>
                <a:srgbClr val="FFFF00"/>
              </a:highlight>
              <a:latin typeface="Lato"/>
              <a:ea typeface="Lato"/>
              <a:cs typeface="Lato"/>
              <a:sym typeface="Lato"/>
            </a:endParaRPr>
          </a:p>
        </p:txBody>
      </p:sp>
      <p:sp>
        <p:nvSpPr>
          <p:cNvPr id="1136" name="Google Shape;1136;g3bb00c4f728_6_1021"/>
          <p:cNvSpPr/>
          <p:nvPr/>
        </p:nvSpPr>
        <p:spPr>
          <a:xfrm>
            <a:off x="0" y="1846325"/>
            <a:ext cx="9144000" cy="1016400"/>
          </a:xfrm>
          <a:prstGeom prst="rect">
            <a:avLst/>
          </a:prstGeom>
          <a:solidFill>
            <a:srgbClr val="1D93C9">
              <a:alpha val="29803"/>
            </a:srgbClr>
          </a:solidFill>
          <a:ln>
            <a:noFill/>
          </a:ln>
        </p:spPr>
        <p:txBody>
          <a:bodyPr anchorCtr="0" anchor="ctr" bIns="22850" lIns="45725" spcFirstLastPara="1" rIns="45725" wrap="square" tIns="22850">
            <a:noAutofit/>
          </a:bodyPr>
          <a:lstStyle/>
          <a:p>
            <a:pPr indent="0" lvl="0" marL="0" marR="0" rtl="0" algn="l">
              <a:lnSpc>
                <a:spcPct val="100000"/>
              </a:lnSpc>
              <a:spcBef>
                <a:spcPts val="300"/>
              </a:spcBef>
              <a:spcAft>
                <a:spcPts val="0"/>
              </a:spcAft>
              <a:buClr>
                <a:srgbClr val="000000"/>
              </a:buClr>
              <a:buSzPts val="800"/>
              <a:buFont typeface="Arial"/>
              <a:buNone/>
            </a:pPr>
            <a:r>
              <a:t/>
            </a:r>
            <a:endParaRPr b="0" i="0" sz="800" u="none" cap="none" strike="noStrike">
              <a:solidFill>
                <a:srgbClr val="063C67"/>
              </a:solidFill>
              <a:latin typeface="Lato"/>
              <a:ea typeface="Lato"/>
              <a:cs typeface="Lato"/>
              <a:sym typeface="Lato"/>
            </a:endParaRPr>
          </a:p>
        </p:txBody>
      </p:sp>
      <p:sp>
        <p:nvSpPr>
          <p:cNvPr id="1137" name="Google Shape;1137;g3bb00c4f728_6_1021"/>
          <p:cNvSpPr txBox="1"/>
          <p:nvPr/>
        </p:nvSpPr>
        <p:spPr>
          <a:xfrm>
            <a:off x="282905" y="1922024"/>
            <a:ext cx="2415900" cy="900900"/>
          </a:xfrm>
          <a:prstGeom prst="rect">
            <a:avLst/>
          </a:prstGeom>
          <a:solidFill>
            <a:srgbClr val="2DAAE3"/>
          </a:solidFill>
          <a:ln>
            <a:noFill/>
          </a:ln>
        </p:spPr>
        <p:txBody>
          <a:bodyPr anchorCtr="0" anchor="ctr" bIns="22850" lIns="738000" spcFirstLastPara="1" rIns="45725" wrap="square" tIns="22850">
            <a:noAutofit/>
          </a:bodyPr>
          <a:lstStyle/>
          <a:p>
            <a:pPr indent="0" lvl="0" marL="0" marR="0" rtl="0" algn="l">
              <a:lnSpc>
                <a:spcPct val="90000"/>
              </a:lnSpc>
              <a:spcBef>
                <a:spcPts val="0"/>
              </a:spcBef>
              <a:spcAft>
                <a:spcPts val="0"/>
              </a:spcAft>
              <a:buClr>
                <a:srgbClr val="FFFFFF"/>
              </a:buClr>
              <a:buSzPts val="1200"/>
              <a:buFont typeface="Calibri"/>
              <a:buNone/>
            </a:pPr>
            <a:r>
              <a:rPr b="1" i="0" lang="vi" sz="1100" u="none" cap="small" strike="noStrike">
                <a:solidFill>
                  <a:srgbClr val="FFFFFF"/>
                </a:solidFill>
                <a:latin typeface="Lato"/>
                <a:ea typeface="Lato"/>
                <a:cs typeface="Lato"/>
                <a:sym typeface="Lato"/>
              </a:rPr>
              <a:t>物理層</a:t>
            </a:r>
            <a:endParaRPr b="1" i="0" sz="1100" u="none" cap="small" strike="noStrike">
              <a:solidFill>
                <a:srgbClr val="FFFFFF"/>
              </a:solidFill>
              <a:latin typeface="Lato"/>
              <a:ea typeface="Lato"/>
              <a:cs typeface="Lato"/>
              <a:sym typeface="Lato"/>
            </a:endParaRPr>
          </a:p>
        </p:txBody>
      </p:sp>
      <p:pic>
        <p:nvPicPr>
          <p:cNvPr id="1138" name="Google Shape;1138;g3bb00c4f728_6_1021"/>
          <p:cNvPicPr preferRelativeResize="0"/>
          <p:nvPr/>
        </p:nvPicPr>
        <p:blipFill rotWithShape="1">
          <a:blip r:embed="rId3">
            <a:alphaModFix/>
          </a:blip>
          <a:srcRect b="0" l="0" r="0" t="0"/>
          <a:stretch/>
        </p:blipFill>
        <p:spPr>
          <a:xfrm>
            <a:off x="405952" y="3419259"/>
            <a:ext cx="425436" cy="380621"/>
          </a:xfrm>
          <a:prstGeom prst="rect">
            <a:avLst/>
          </a:prstGeom>
          <a:noFill/>
          <a:ln>
            <a:noFill/>
          </a:ln>
        </p:spPr>
      </p:pic>
      <p:pic>
        <p:nvPicPr>
          <p:cNvPr id="1139" name="Google Shape;1139;g3bb00c4f728_6_1021"/>
          <p:cNvPicPr preferRelativeResize="0"/>
          <p:nvPr/>
        </p:nvPicPr>
        <p:blipFill rotWithShape="1">
          <a:blip r:embed="rId4">
            <a:alphaModFix/>
          </a:blip>
          <a:srcRect b="0" l="0" r="0" t="0"/>
          <a:stretch/>
        </p:blipFill>
        <p:spPr>
          <a:xfrm>
            <a:off x="423850" y="1121182"/>
            <a:ext cx="429681" cy="384420"/>
          </a:xfrm>
          <a:prstGeom prst="rect">
            <a:avLst/>
          </a:prstGeom>
          <a:noFill/>
          <a:ln>
            <a:noFill/>
          </a:ln>
        </p:spPr>
      </p:pic>
      <p:grpSp>
        <p:nvGrpSpPr>
          <p:cNvPr id="1140" name="Google Shape;1140;g3bb00c4f728_6_1021"/>
          <p:cNvGrpSpPr/>
          <p:nvPr/>
        </p:nvGrpSpPr>
        <p:grpSpPr>
          <a:xfrm>
            <a:off x="441751" y="2214421"/>
            <a:ext cx="393881" cy="327743"/>
            <a:chOff x="4462734" y="3841096"/>
            <a:chExt cx="787761" cy="732715"/>
          </a:xfrm>
        </p:grpSpPr>
        <p:sp>
          <p:nvSpPr>
            <p:cNvPr id="1141" name="Google Shape;1141;g3bb00c4f728_6_1021"/>
            <p:cNvSpPr/>
            <p:nvPr/>
          </p:nvSpPr>
          <p:spPr>
            <a:xfrm>
              <a:off x="4462734" y="4076501"/>
              <a:ext cx="787761" cy="497310"/>
            </a:xfrm>
            <a:custGeom>
              <a:rect b="b" l="l" r="r" t="t"/>
              <a:pathLst>
                <a:path extrusionOk="0" h="497310" w="787761">
                  <a:moveTo>
                    <a:pt x="772375" y="466195"/>
                  </a:moveTo>
                  <a:lnTo>
                    <a:pt x="723140" y="466195"/>
                  </a:lnTo>
                  <a:lnTo>
                    <a:pt x="723140" y="15386"/>
                  </a:lnTo>
                  <a:cubicBezTo>
                    <a:pt x="723140" y="6924"/>
                    <a:pt x="716216" y="0"/>
                    <a:pt x="707754" y="0"/>
                  </a:cubicBezTo>
                  <a:lnTo>
                    <a:pt x="609284" y="0"/>
                  </a:lnTo>
                  <a:cubicBezTo>
                    <a:pt x="600822" y="0"/>
                    <a:pt x="593898" y="6924"/>
                    <a:pt x="593898" y="15386"/>
                  </a:cubicBezTo>
                  <a:lnTo>
                    <a:pt x="593898" y="117087"/>
                  </a:lnTo>
                  <a:cubicBezTo>
                    <a:pt x="593898" y="125549"/>
                    <a:pt x="600822" y="132473"/>
                    <a:pt x="609284" y="132473"/>
                  </a:cubicBezTo>
                  <a:cubicBezTo>
                    <a:pt x="617746" y="132473"/>
                    <a:pt x="624670" y="125549"/>
                    <a:pt x="624670" y="117087"/>
                  </a:cubicBezTo>
                  <a:lnTo>
                    <a:pt x="624670" y="30772"/>
                  </a:lnTo>
                  <a:lnTo>
                    <a:pt x="692368" y="30772"/>
                  </a:lnTo>
                  <a:lnTo>
                    <a:pt x="692368" y="466195"/>
                  </a:lnTo>
                  <a:lnTo>
                    <a:pt x="624670" y="466195"/>
                  </a:lnTo>
                  <a:lnTo>
                    <a:pt x="624670" y="238636"/>
                  </a:lnTo>
                  <a:cubicBezTo>
                    <a:pt x="624670" y="230174"/>
                    <a:pt x="617746" y="223250"/>
                    <a:pt x="609284" y="223250"/>
                  </a:cubicBezTo>
                  <a:cubicBezTo>
                    <a:pt x="600822" y="223250"/>
                    <a:pt x="593898" y="230174"/>
                    <a:pt x="593898" y="238636"/>
                  </a:cubicBezTo>
                  <a:lnTo>
                    <a:pt x="593898" y="466195"/>
                  </a:lnTo>
                  <a:lnTo>
                    <a:pt x="543124" y="466195"/>
                  </a:lnTo>
                  <a:lnTo>
                    <a:pt x="543124" y="93393"/>
                  </a:lnTo>
                  <a:cubicBezTo>
                    <a:pt x="543124" y="84930"/>
                    <a:pt x="536201" y="78007"/>
                    <a:pt x="527738" y="78007"/>
                  </a:cubicBezTo>
                  <a:lnTo>
                    <a:pt x="429268" y="78007"/>
                  </a:lnTo>
                  <a:cubicBezTo>
                    <a:pt x="420806" y="78007"/>
                    <a:pt x="413882" y="84930"/>
                    <a:pt x="413882" y="93393"/>
                  </a:cubicBezTo>
                  <a:lnTo>
                    <a:pt x="413882" y="466195"/>
                  </a:lnTo>
                  <a:lnTo>
                    <a:pt x="363109" y="466195"/>
                  </a:lnTo>
                  <a:lnTo>
                    <a:pt x="363109" y="156937"/>
                  </a:lnTo>
                  <a:cubicBezTo>
                    <a:pt x="363109" y="148474"/>
                    <a:pt x="356185" y="141551"/>
                    <a:pt x="347723" y="141551"/>
                  </a:cubicBezTo>
                  <a:lnTo>
                    <a:pt x="249253" y="141551"/>
                  </a:lnTo>
                  <a:cubicBezTo>
                    <a:pt x="240790" y="141551"/>
                    <a:pt x="233867" y="148474"/>
                    <a:pt x="233867" y="156937"/>
                  </a:cubicBezTo>
                  <a:lnTo>
                    <a:pt x="233867" y="466195"/>
                  </a:lnTo>
                  <a:lnTo>
                    <a:pt x="181554" y="466195"/>
                  </a:lnTo>
                  <a:lnTo>
                    <a:pt x="181554" y="255407"/>
                  </a:lnTo>
                  <a:cubicBezTo>
                    <a:pt x="181554" y="246945"/>
                    <a:pt x="174631" y="240021"/>
                    <a:pt x="166168" y="240021"/>
                  </a:cubicBezTo>
                  <a:lnTo>
                    <a:pt x="67698" y="240021"/>
                  </a:lnTo>
                  <a:cubicBezTo>
                    <a:pt x="59236" y="240021"/>
                    <a:pt x="52312" y="246945"/>
                    <a:pt x="52312" y="255407"/>
                  </a:cubicBezTo>
                  <a:lnTo>
                    <a:pt x="52312" y="466195"/>
                  </a:lnTo>
                  <a:lnTo>
                    <a:pt x="30772" y="466195"/>
                  </a:lnTo>
                  <a:cubicBezTo>
                    <a:pt x="30772" y="466195"/>
                    <a:pt x="0" y="462963"/>
                    <a:pt x="0" y="481580"/>
                  </a:cubicBezTo>
                  <a:cubicBezTo>
                    <a:pt x="0" y="500197"/>
                    <a:pt x="20309" y="497120"/>
                    <a:pt x="28772" y="497120"/>
                  </a:cubicBezTo>
                  <a:lnTo>
                    <a:pt x="772375" y="496966"/>
                  </a:lnTo>
                  <a:cubicBezTo>
                    <a:pt x="780837" y="496966"/>
                    <a:pt x="787761" y="490043"/>
                    <a:pt x="787761" y="481580"/>
                  </a:cubicBezTo>
                  <a:cubicBezTo>
                    <a:pt x="787761" y="473118"/>
                    <a:pt x="780837" y="466195"/>
                    <a:pt x="772375" y="466195"/>
                  </a:cubicBezTo>
                  <a:close/>
                  <a:moveTo>
                    <a:pt x="150782" y="466195"/>
                  </a:moveTo>
                  <a:lnTo>
                    <a:pt x="83084" y="466195"/>
                  </a:lnTo>
                  <a:lnTo>
                    <a:pt x="83084" y="270793"/>
                  </a:lnTo>
                  <a:lnTo>
                    <a:pt x="150782" y="270793"/>
                  </a:lnTo>
                  <a:lnTo>
                    <a:pt x="150782" y="466195"/>
                  </a:lnTo>
                  <a:close/>
                  <a:moveTo>
                    <a:pt x="332337" y="466195"/>
                  </a:moveTo>
                  <a:lnTo>
                    <a:pt x="264638" y="466195"/>
                  </a:lnTo>
                  <a:lnTo>
                    <a:pt x="264638" y="172323"/>
                  </a:lnTo>
                  <a:lnTo>
                    <a:pt x="332337" y="172323"/>
                  </a:lnTo>
                  <a:lnTo>
                    <a:pt x="332337" y="466195"/>
                  </a:lnTo>
                  <a:close/>
                  <a:moveTo>
                    <a:pt x="512352" y="466195"/>
                  </a:moveTo>
                  <a:lnTo>
                    <a:pt x="444654" y="466195"/>
                  </a:lnTo>
                  <a:lnTo>
                    <a:pt x="444654" y="108779"/>
                  </a:lnTo>
                  <a:lnTo>
                    <a:pt x="512352" y="108779"/>
                  </a:lnTo>
                  <a:lnTo>
                    <a:pt x="512352" y="466195"/>
                  </a:lnTo>
                  <a:close/>
                </a:path>
              </a:pathLst>
            </a:custGeom>
            <a:solidFill>
              <a:srgbClr val="FFFFFF"/>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63C67"/>
                </a:solidFill>
                <a:highlight>
                  <a:srgbClr val="FF00FF"/>
                </a:highlight>
                <a:latin typeface="Calibri"/>
                <a:ea typeface="Calibri"/>
                <a:cs typeface="Calibri"/>
                <a:sym typeface="Calibri"/>
              </a:endParaRPr>
            </a:p>
          </p:txBody>
        </p:sp>
        <p:sp>
          <p:nvSpPr>
            <p:cNvPr id="1142" name="Google Shape;1142;g3bb00c4f728_6_1021"/>
            <p:cNvSpPr/>
            <p:nvPr/>
          </p:nvSpPr>
          <p:spPr>
            <a:xfrm>
              <a:off x="5056631" y="4236207"/>
              <a:ext cx="30771" cy="30771"/>
            </a:xfrm>
            <a:custGeom>
              <a:rect b="b" l="l" r="r" t="t"/>
              <a:pathLst>
                <a:path extrusionOk="0" h="30771" w="30771">
                  <a:moveTo>
                    <a:pt x="26310" y="4462"/>
                  </a:moveTo>
                  <a:cubicBezTo>
                    <a:pt x="23387" y="1539"/>
                    <a:pt x="19540" y="0"/>
                    <a:pt x="15386" y="0"/>
                  </a:cubicBezTo>
                  <a:cubicBezTo>
                    <a:pt x="11232" y="0"/>
                    <a:pt x="7385" y="1692"/>
                    <a:pt x="4462" y="4462"/>
                  </a:cubicBezTo>
                  <a:cubicBezTo>
                    <a:pt x="1539" y="7385"/>
                    <a:pt x="0" y="11232"/>
                    <a:pt x="0" y="15386"/>
                  </a:cubicBezTo>
                  <a:cubicBezTo>
                    <a:pt x="0" y="19540"/>
                    <a:pt x="1692" y="23387"/>
                    <a:pt x="4462" y="26310"/>
                  </a:cubicBezTo>
                  <a:cubicBezTo>
                    <a:pt x="7385" y="29233"/>
                    <a:pt x="11232" y="30772"/>
                    <a:pt x="15386" y="30772"/>
                  </a:cubicBezTo>
                  <a:cubicBezTo>
                    <a:pt x="19540" y="30772"/>
                    <a:pt x="23387" y="29079"/>
                    <a:pt x="26310" y="26310"/>
                  </a:cubicBezTo>
                  <a:cubicBezTo>
                    <a:pt x="29233" y="23541"/>
                    <a:pt x="30772" y="19540"/>
                    <a:pt x="30772" y="15386"/>
                  </a:cubicBezTo>
                  <a:cubicBezTo>
                    <a:pt x="30772" y="11232"/>
                    <a:pt x="29079" y="7385"/>
                    <a:pt x="26310" y="4462"/>
                  </a:cubicBezTo>
                  <a:close/>
                </a:path>
              </a:pathLst>
            </a:custGeom>
            <a:solidFill>
              <a:srgbClr val="FFFFFF"/>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63C67"/>
                </a:solidFill>
                <a:highlight>
                  <a:srgbClr val="FF00FF"/>
                </a:highlight>
                <a:latin typeface="Calibri"/>
                <a:ea typeface="Calibri"/>
                <a:cs typeface="Calibri"/>
                <a:sym typeface="Calibri"/>
              </a:endParaRPr>
            </a:p>
          </p:txBody>
        </p:sp>
        <p:sp>
          <p:nvSpPr>
            <p:cNvPr id="1143" name="Google Shape;1143;g3bb00c4f728_6_1021"/>
            <p:cNvSpPr/>
            <p:nvPr/>
          </p:nvSpPr>
          <p:spPr>
            <a:xfrm>
              <a:off x="4518123" y="3841096"/>
              <a:ext cx="632362" cy="326182"/>
            </a:xfrm>
            <a:custGeom>
              <a:rect b="b" l="l" r="r" t="t"/>
              <a:pathLst>
                <a:path extrusionOk="0" h="326182" w="632362">
                  <a:moveTo>
                    <a:pt x="616977" y="0"/>
                  </a:moveTo>
                  <a:lnTo>
                    <a:pt x="538201" y="0"/>
                  </a:lnTo>
                  <a:cubicBezTo>
                    <a:pt x="529739" y="0"/>
                    <a:pt x="522815" y="6924"/>
                    <a:pt x="522815" y="15386"/>
                  </a:cubicBezTo>
                  <a:cubicBezTo>
                    <a:pt x="522815" y="23848"/>
                    <a:pt x="529739" y="30772"/>
                    <a:pt x="538201" y="30772"/>
                  </a:cubicBezTo>
                  <a:lnTo>
                    <a:pt x="583282" y="30772"/>
                  </a:lnTo>
                  <a:cubicBezTo>
                    <a:pt x="441731" y="199248"/>
                    <a:pt x="235867" y="295410"/>
                    <a:pt x="15386" y="295410"/>
                  </a:cubicBezTo>
                  <a:cubicBezTo>
                    <a:pt x="6924" y="295410"/>
                    <a:pt x="0" y="302334"/>
                    <a:pt x="0" y="310796"/>
                  </a:cubicBezTo>
                  <a:cubicBezTo>
                    <a:pt x="0" y="319259"/>
                    <a:pt x="6924" y="326182"/>
                    <a:pt x="15386" y="326182"/>
                  </a:cubicBezTo>
                  <a:cubicBezTo>
                    <a:pt x="134627" y="326182"/>
                    <a:pt x="248945" y="299718"/>
                    <a:pt x="355108" y="247560"/>
                  </a:cubicBezTo>
                  <a:cubicBezTo>
                    <a:pt x="448655" y="201710"/>
                    <a:pt x="533277" y="136012"/>
                    <a:pt x="601591" y="56620"/>
                  </a:cubicBezTo>
                  <a:lnTo>
                    <a:pt x="601591" y="94162"/>
                  </a:lnTo>
                  <a:cubicBezTo>
                    <a:pt x="601591" y="102624"/>
                    <a:pt x="608515" y="109548"/>
                    <a:pt x="616977" y="109548"/>
                  </a:cubicBezTo>
                  <a:cubicBezTo>
                    <a:pt x="625439" y="109548"/>
                    <a:pt x="632363" y="102624"/>
                    <a:pt x="632363" y="94162"/>
                  </a:cubicBezTo>
                  <a:lnTo>
                    <a:pt x="632363" y="15386"/>
                  </a:lnTo>
                  <a:cubicBezTo>
                    <a:pt x="632363" y="6924"/>
                    <a:pt x="625439" y="0"/>
                    <a:pt x="616977" y="0"/>
                  </a:cubicBezTo>
                  <a:close/>
                </a:path>
              </a:pathLst>
            </a:custGeom>
            <a:solidFill>
              <a:srgbClr val="FFFFFF"/>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63C67"/>
                </a:solidFill>
                <a:highlight>
                  <a:srgbClr val="FF00FF"/>
                </a:highlight>
                <a:latin typeface="Calibri"/>
                <a:ea typeface="Calibri"/>
                <a:cs typeface="Calibri"/>
                <a:sym typeface="Calibri"/>
              </a:endParaRPr>
            </a:p>
          </p:txBody>
        </p:sp>
      </p:grpSp>
      <p:sp>
        <p:nvSpPr>
          <p:cNvPr id="1144" name="Google Shape;1144;g3bb00c4f728_6_1021"/>
          <p:cNvSpPr/>
          <p:nvPr/>
        </p:nvSpPr>
        <p:spPr>
          <a:xfrm>
            <a:off x="5203474" y="827800"/>
            <a:ext cx="3583500" cy="839700"/>
          </a:xfrm>
          <a:prstGeom prst="rect">
            <a:avLst/>
          </a:prstGeom>
          <a:noFill/>
          <a:ln>
            <a:noFill/>
          </a:ln>
        </p:spPr>
        <p:txBody>
          <a:bodyPr anchorCtr="0" anchor="ctr" bIns="22850" lIns="45725" spcFirstLastPara="1" rIns="45725" wrap="square" tIns="22850">
            <a:noAutofit/>
          </a:bodyPr>
          <a:lstStyle/>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認証：ISO/IEC 27001:2013</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ポリシー：セキュリティ研修義務化</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監査：定期セキュリティ監査</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データ保護：GDPR準拠</a:t>
            </a:r>
            <a:endParaRPr b="0" i="0" sz="800" u="none" cap="none" strike="noStrike">
              <a:solidFill>
                <a:srgbClr val="063C67"/>
              </a:solidFill>
              <a:latin typeface="Lato"/>
              <a:ea typeface="Lato"/>
              <a:cs typeface="Lato"/>
              <a:sym typeface="Lato"/>
            </a:endParaRPr>
          </a:p>
        </p:txBody>
      </p:sp>
      <p:sp>
        <p:nvSpPr>
          <p:cNvPr id="1145" name="Google Shape;1145;g3bb00c4f728_6_1021"/>
          <p:cNvSpPr/>
          <p:nvPr/>
        </p:nvSpPr>
        <p:spPr>
          <a:xfrm>
            <a:off x="2915172" y="1926665"/>
            <a:ext cx="2083200" cy="839700"/>
          </a:xfrm>
          <a:prstGeom prst="rect">
            <a:avLst/>
          </a:prstGeom>
          <a:noFill/>
          <a:ln>
            <a:noFill/>
          </a:ln>
        </p:spPr>
        <p:txBody>
          <a:bodyPr anchorCtr="0" anchor="ctr" bIns="22850" lIns="45725" spcFirstLastPara="1" rIns="45725" wrap="square" tIns="22850">
            <a:noAutofit/>
          </a:bodyPr>
          <a:lstStyle/>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物理的バリアの設置</a:t>
            </a:r>
            <a:endParaRPr b="0" i="0" sz="800" u="none" cap="none" strike="noStrike">
              <a:solidFill>
                <a:srgbClr val="063C67"/>
              </a:solidFill>
              <a:latin typeface="Lato"/>
              <a:ea typeface="Lato"/>
              <a:cs typeface="Lato"/>
              <a:sym typeface="Lato"/>
            </a:endParaRPr>
          </a:p>
        </p:txBody>
      </p:sp>
      <p:sp>
        <p:nvSpPr>
          <p:cNvPr id="1146" name="Google Shape;1146;g3bb00c4f728_6_1021"/>
          <p:cNvSpPr/>
          <p:nvPr/>
        </p:nvSpPr>
        <p:spPr>
          <a:xfrm>
            <a:off x="5203475" y="1893487"/>
            <a:ext cx="3466500" cy="839700"/>
          </a:xfrm>
          <a:prstGeom prst="rect">
            <a:avLst/>
          </a:prstGeom>
          <a:noFill/>
          <a:ln>
            <a:noFill/>
          </a:ln>
        </p:spPr>
        <p:txBody>
          <a:bodyPr anchorCtr="0" anchor="ctr" bIns="22850" lIns="45725" spcFirstLastPara="1" rIns="45725" wrap="square" tIns="22850">
            <a:noAutofit/>
          </a:bodyPr>
          <a:lstStyle/>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施錠可能な個室</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建物の警備体制</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生体認証（顔認証</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監視：監視カメラ設置</a:t>
            </a:r>
            <a:r>
              <a:rPr b="0" i="0" lang="vi" sz="1000" u="none" cap="none" strike="noStrike">
                <a:solidFill>
                  <a:schemeClr val="dk1"/>
                </a:solidFill>
                <a:latin typeface="Lato"/>
                <a:ea typeface="Lato"/>
                <a:cs typeface="Lato"/>
                <a:sym typeface="Lato"/>
              </a:rPr>
              <a:t/>
            </a:r>
            <a:endParaRPr b="0" i="0" sz="800" u="none" cap="none" strike="noStrike">
              <a:solidFill>
                <a:srgbClr val="063C67"/>
              </a:solidFill>
              <a:latin typeface="Lato"/>
              <a:ea typeface="Lato"/>
              <a:cs typeface="Lato"/>
              <a:sym typeface="Lato"/>
            </a:endParaRPr>
          </a:p>
        </p:txBody>
      </p:sp>
      <p:sp>
        <p:nvSpPr>
          <p:cNvPr id="1147" name="Google Shape;1147;g3bb00c4f728_6_1021"/>
          <p:cNvSpPr/>
          <p:nvPr/>
        </p:nvSpPr>
        <p:spPr>
          <a:xfrm>
            <a:off x="2892572" y="3160400"/>
            <a:ext cx="2083200" cy="839700"/>
          </a:xfrm>
          <a:prstGeom prst="rect">
            <a:avLst/>
          </a:prstGeom>
          <a:noFill/>
          <a:ln>
            <a:noFill/>
          </a:ln>
        </p:spPr>
        <p:txBody>
          <a:bodyPr anchorCtr="0" anchor="ctr" bIns="22850" lIns="45725" spcFirstLastPara="1" rIns="45725" wrap="square" tIns="22850">
            <a:noAutofit/>
          </a:bodyPr>
          <a:lstStyle/>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論理的バリアの実装</a:t>
            </a:r>
            <a:endParaRPr b="0" i="0" sz="900" u="none" cap="none" strike="noStrike">
              <a:solidFill>
                <a:schemeClr val="dk1"/>
              </a:solidFill>
              <a:latin typeface="Lato"/>
              <a:ea typeface="Lato"/>
              <a:cs typeface="Lato"/>
              <a:sym typeface="Lato"/>
            </a:endParaRPr>
          </a:p>
          <a:p>
            <a:pPr indent="0" lvl="0" marL="914400" marR="0" rtl="0" algn="l">
              <a:lnSpc>
                <a:spcPct val="100000"/>
              </a:lnSpc>
              <a:spcBef>
                <a:spcPts val="300"/>
              </a:spcBef>
              <a:spcAft>
                <a:spcPts val="0"/>
              </a:spcAft>
              <a:buClr>
                <a:srgbClr val="000000"/>
              </a:buClr>
              <a:buSzPts val="800"/>
              <a:buFont typeface="Arial"/>
              <a:buNone/>
            </a:pPr>
            <a:r>
              <a:t/>
            </a:r>
            <a:endParaRPr b="0" i="0" sz="800" u="none" cap="none" strike="noStrike">
              <a:solidFill>
                <a:srgbClr val="063C67"/>
              </a:solidFill>
              <a:latin typeface="Lato"/>
              <a:ea typeface="Lato"/>
              <a:cs typeface="Lato"/>
              <a:sym typeface="Lato"/>
            </a:endParaRPr>
          </a:p>
        </p:txBody>
      </p:sp>
      <p:sp>
        <p:nvSpPr>
          <p:cNvPr id="1148" name="Google Shape;1148;g3bb00c4f728_6_1021"/>
          <p:cNvSpPr/>
          <p:nvPr/>
        </p:nvSpPr>
        <p:spPr>
          <a:xfrm>
            <a:off x="5240435" y="3080637"/>
            <a:ext cx="3583500" cy="839700"/>
          </a:xfrm>
          <a:prstGeom prst="rect">
            <a:avLst/>
          </a:prstGeom>
          <a:noFill/>
          <a:ln>
            <a:noFill/>
          </a:ln>
        </p:spPr>
        <p:txBody>
          <a:bodyPr anchorCtr="0" anchor="ctr" bIns="22850" lIns="45725" spcFirstLastPara="1" rIns="45725" wrap="square" tIns="22850">
            <a:noAutofit/>
          </a:bodyPr>
          <a:lstStyle/>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VPN利用</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資産監査</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外部デバイス制限（USB不可</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アクセス権限制御</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ホワイトリスト</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サブネット設定</a:t>
            </a:r>
            <a:endParaRPr b="0" i="0" sz="800" u="none" cap="none" strike="noStrike">
              <a:solidFill>
                <a:srgbClr val="063C67"/>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1000"/>
              <a:buFont typeface="Lato"/>
              <a:buChar char="•"/>
            </a:pPr>
            <a:r>
              <a:rPr b="0" i="0" lang="vi" sz="800" u="none" cap="none" strike="noStrike">
                <a:solidFill>
                  <a:srgbClr val="063C67"/>
                </a:solidFill>
                <a:latin typeface="Lato"/>
                <a:ea typeface="Lato"/>
                <a:cs typeface="Lato"/>
                <a:sym typeface="Lato"/>
              </a:rPr>
              <a:t>アンチウイルスソフト（全</a:t>
            </a:r>
            <a:endParaRPr b="0" i="0" sz="800" u="none" cap="none" strike="noStrike">
              <a:solidFill>
                <a:srgbClr val="063C67"/>
              </a:solidFill>
              <a:latin typeface="Lato"/>
              <a:ea typeface="Lato"/>
              <a:cs typeface="Lato"/>
              <a:sym typeface="Lato"/>
            </a:endParaRPr>
          </a:p>
        </p:txBody>
      </p:sp>
      <p:sp>
        <p:nvSpPr>
          <p:cNvPr id="1149" name="Google Shape;1149;g3bb00c4f728_6_1021"/>
          <p:cNvSpPr/>
          <p:nvPr/>
        </p:nvSpPr>
        <p:spPr>
          <a:xfrm>
            <a:off x="-7625" y="4210352"/>
            <a:ext cx="9144000" cy="901800"/>
          </a:xfrm>
          <a:prstGeom prst="rect">
            <a:avLst/>
          </a:prstGeom>
          <a:solidFill>
            <a:srgbClr val="1D93C9">
              <a:alpha val="29803"/>
            </a:srgbClr>
          </a:solidFill>
          <a:ln>
            <a:noFill/>
          </a:ln>
        </p:spPr>
        <p:txBody>
          <a:bodyPr anchorCtr="0" anchor="ctr" bIns="22850" lIns="45725" spcFirstLastPara="1" rIns="45725" wrap="square" tIns="22850">
            <a:noAutofit/>
          </a:bodyPr>
          <a:lstStyle/>
          <a:p>
            <a:pPr indent="0" lvl="0" marL="914400" marR="0" rtl="0" algn="l">
              <a:lnSpc>
                <a:spcPct val="100000"/>
              </a:lnSpc>
              <a:spcBef>
                <a:spcPts val="0"/>
              </a:spcBef>
              <a:spcAft>
                <a:spcPts val="0"/>
              </a:spcAft>
              <a:buClr>
                <a:srgbClr val="000000"/>
              </a:buClr>
              <a:buSzPts val="800"/>
              <a:buFont typeface="Arial"/>
              <a:buNone/>
            </a:pPr>
            <a:r>
              <a:t/>
            </a:r>
            <a:endParaRPr b="0" i="0" sz="800" u="none" cap="none" strike="noStrike">
              <a:solidFill>
                <a:srgbClr val="063C67"/>
              </a:solidFill>
              <a:latin typeface="Lato"/>
              <a:ea typeface="Lato"/>
              <a:cs typeface="Lato"/>
              <a:sym typeface="Lato"/>
            </a:endParaRPr>
          </a:p>
        </p:txBody>
      </p:sp>
      <p:sp>
        <p:nvSpPr>
          <p:cNvPr id="1150" name="Google Shape;1150;g3bb00c4f728_6_1021"/>
          <p:cNvSpPr txBox="1"/>
          <p:nvPr/>
        </p:nvSpPr>
        <p:spPr>
          <a:xfrm>
            <a:off x="276075" y="4261151"/>
            <a:ext cx="2415900" cy="839700"/>
          </a:xfrm>
          <a:prstGeom prst="rect">
            <a:avLst/>
          </a:prstGeom>
          <a:solidFill>
            <a:srgbClr val="2DAAE3"/>
          </a:solidFill>
          <a:ln>
            <a:noFill/>
          </a:ln>
        </p:spPr>
        <p:txBody>
          <a:bodyPr anchorCtr="0" anchor="ctr" bIns="22850" lIns="738000" spcFirstLastPara="1" rIns="45725" wrap="square" tIns="22850">
            <a:noAutofit/>
          </a:bodyPr>
          <a:lstStyle/>
          <a:p>
            <a:pPr indent="0" lvl="0" marL="0" marR="0" rtl="0" algn="l">
              <a:lnSpc>
                <a:spcPct val="90000"/>
              </a:lnSpc>
              <a:spcBef>
                <a:spcPts val="0"/>
              </a:spcBef>
              <a:spcAft>
                <a:spcPts val="0"/>
              </a:spcAft>
              <a:buClr>
                <a:srgbClr val="FFFFFF"/>
              </a:buClr>
              <a:buSzPts val="1200"/>
              <a:buFont typeface="Calibri"/>
              <a:buNone/>
            </a:pPr>
            <a:r>
              <a:rPr b="1" i="0" lang="vi" sz="1100" u="none" cap="small" strike="noStrike">
                <a:solidFill>
                  <a:srgbClr val="FFFFFF"/>
                </a:solidFill>
                <a:latin typeface="Lato"/>
                <a:ea typeface="Lato"/>
                <a:cs typeface="Lato"/>
                <a:sym typeface="Lato"/>
              </a:rPr>
              <a:t>従業員層</a:t>
            </a:r>
            <a:endParaRPr b="1" i="0" sz="1100" u="none" cap="small" strike="noStrike">
              <a:solidFill>
                <a:srgbClr val="FFFFFF"/>
              </a:solidFill>
              <a:latin typeface="Lato"/>
              <a:ea typeface="Lato"/>
              <a:cs typeface="Lato"/>
              <a:sym typeface="Lato"/>
            </a:endParaRPr>
          </a:p>
        </p:txBody>
      </p:sp>
      <p:grpSp>
        <p:nvGrpSpPr>
          <p:cNvPr id="1151" name="Google Shape;1151;g3bb00c4f728_6_1021"/>
          <p:cNvGrpSpPr/>
          <p:nvPr/>
        </p:nvGrpSpPr>
        <p:grpSpPr>
          <a:xfrm>
            <a:off x="434136" y="4527098"/>
            <a:ext cx="393881" cy="327743"/>
            <a:chOff x="4462734" y="3841096"/>
            <a:chExt cx="787761" cy="732715"/>
          </a:xfrm>
        </p:grpSpPr>
        <p:sp>
          <p:nvSpPr>
            <p:cNvPr id="1152" name="Google Shape;1152;g3bb00c4f728_6_1021"/>
            <p:cNvSpPr/>
            <p:nvPr/>
          </p:nvSpPr>
          <p:spPr>
            <a:xfrm>
              <a:off x="4462734" y="4076501"/>
              <a:ext cx="787761" cy="497310"/>
            </a:xfrm>
            <a:custGeom>
              <a:rect b="b" l="l" r="r" t="t"/>
              <a:pathLst>
                <a:path extrusionOk="0" h="497310" w="787761">
                  <a:moveTo>
                    <a:pt x="772375" y="466195"/>
                  </a:moveTo>
                  <a:lnTo>
                    <a:pt x="723140" y="466195"/>
                  </a:lnTo>
                  <a:lnTo>
                    <a:pt x="723140" y="15386"/>
                  </a:lnTo>
                  <a:cubicBezTo>
                    <a:pt x="723140" y="6924"/>
                    <a:pt x="716216" y="0"/>
                    <a:pt x="707754" y="0"/>
                  </a:cubicBezTo>
                  <a:lnTo>
                    <a:pt x="609284" y="0"/>
                  </a:lnTo>
                  <a:cubicBezTo>
                    <a:pt x="600822" y="0"/>
                    <a:pt x="593898" y="6924"/>
                    <a:pt x="593898" y="15386"/>
                  </a:cubicBezTo>
                  <a:lnTo>
                    <a:pt x="593898" y="117087"/>
                  </a:lnTo>
                  <a:cubicBezTo>
                    <a:pt x="593898" y="125549"/>
                    <a:pt x="600822" y="132473"/>
                    <a:pt x="609284" y="132473"/>
                  </a:cubicBezTo>
                  <a:cubicBezTo>
                    <a:pt x="617746" y="132473"/>
                    <a:pt x="624670" y="125549"/>
                    <a:pt x="624670" y="117087"/>
                  </a:cubicBezTo>
                  <a:lnTo>
                    <a:pt x="624670" y="30772"/>
                  </a:lnTo>
                  <a:lnTo>
                    <a:pt x="692368" y="30772"/>
                  </a:lnTo>
                  <a:lnTo>
                    <a:pt x="692368" y="466195"/>
                  </a:lnTo>
                  <a:lnTo>
                    <a:pt x="624670" y="466195"/>
                  </a:lnTo>
                  <a:lnTo>
                    <a:pt x="624670" y="238636"/>
                  </a:lnTo>
                  <a:cubicBezTo>
                    <a:pt x="624670" y="230174"/>
                    <a:pt x="617746" y="223250"/>
                    <a:pt x="609284" y="223250"/>
                  </a:cubicBezTo>
                  <a:cubicBezTo>
                    <a:pt x="600822" y="223250"/>
                    <a:pt x="593898" y="230174"/>
                    <a:pt x="593898" y="238636"/>
                  </a:cubicBezTo>
                  <a:lnTo>
                    <a:pt x="593898" y="466195"/>
                  </a:lnTo>
                  <a:lnTo>
                    <a:pt x="543124" y="466195"/>
                  </a:lnTo>
                  <a:lnTo>
                    <a:pt x="543124" y="93393"/>
                  </a:lnTo>
                  <a:cubicBezTo>
                    <a:pt x="543124" y="84930"/>
                    <a:pt x="536201" y="78007"/>
                    <a:pt x="527738" y="78007"/>
                  </a:cubicBezTo>
                  <a:lnTo>
                    <a:pt x="429268" y="78007"/>
                  </a:lnTo>
                  <a:cubicBezTo>
                    <a:pt x="420806" y="78007"/>
                    <a:pt x="413882" y="84930"/>
                    <a:pt x="413882" y="93393"/>
                  </a:cubicBezTo>
                  <a:lnTo>
                    <a:pt x="413882" y="466195"/>
                  </a:lnTo>
                  <a:lnTo>
                    <a:pt x="363109" y="466195"/>
                  </a:lnTo>
                  <a:lnTo>
                    <a:pt x="363109" y="156937"/>
                  </a:lnTo>
                  <a:cubicBezTo>
                    <a:pt x="363109" y="148474"/>
                    <a:pt x="356185" y="141551"/>
                    <a:pt x="347723" y="141551"/>
                  </a:cubicBezTo>
                  <a:lnTo>
                    <a:pt x="249253" y="141551"/>
                  </a:lnTo>
                  <a:cubicBezTo>
                    <a:pt x="240790" y="141551"/>
                    <a:pt x="233867" y="148474"/>
                    <a:pt x="233867" y="156937"/>
                  </a:cubicBezTo>
                  <a:lnTo>
                    <a:pt x="233867" y="466195"/>
                  </a:lnTo>
                  <a:lnTo>
                    <a:pt x="181554" y="466195"/>
                  </a:lnTo>
                  <a:lnTo>
                    <a:pt x="181554" y="255407"/>
                  </a:lnTo>
                  <a:cubicBezTo>
                    <a:pt x="181554" y="246945"/>
                    <a:pt x="174631" y="240021"/>
                    <a:pt x="166168" y="240021"/>
                  </a:cubicBezTo>
                  <a:lnTo>
                    <a:pt x="67698" y="240021"/>
                  </a:lnTo>
                  <a:cubicBezTo>
                    <a:pt x="59236" y="240021"/>
                    <a:pt x="52312" y="246945"/>
                    <a:pt x="52312" y="255407"/>
                  </a:cubicBezTo>
                  <a:lnTo>
                    <a:pt x="52312" y="466195"/>
                  </a:lnTo>
                  <a:lnTo>
                    <a:pt x="30772" y="466195"/>
                  </a:lnTo>
                  <a:cubicBezTo>
                    <a:pt x="30772" y="466195"/>
                    <a:pt x="0" y="462963"/>
                    <a:pt x="0" y="481580"/>
                  </a:cubicBezTo>
                  <a:cubicBezTo>
                    <a:pt x="0" y="500197"/>
                    <a:pt x="20309" y="497120"/>
                    <a:pt x="28772" y="497120"/>
                  </a:cubicBezTo>
                  <a:lnTo>
                    <a:pt x="772375" y="496966"/>
                  </a:lnTo>
                  <a:cubicBezTo>
                    <a:pt x="780837" y="496966"/>
                    <a:pt x="787761" y="490043"/>
                    <a:pt x="787761" y="481580"/>
                  </a:cubicBezTo>
                  <a:cubicBezTo>
                    <a:pt x="787761" y="473118"/>
                    <a:pt x="780837" y="466195"/>
                    <a:pt x="772375" y="466195"/>
                  </a:cubicBezTo>
                  <a:close/>
                  <a:moveTo>
                    <a:pt x="150782" y="466195"/>
                  </a:moveTo>
                  <a:lnTo>
                    <a:pt x="83084" y="466195"/>
                  </a:lnTo>
                  <a:lnTo>
                    <a:pt x="83084" y="270793"/>
                  </a:lnTo>
                  <a:lnTo>
                    <a:pt x="150782" y="270793"/>
                  </a:lnTo>
                  <a:lnTo>
                    <a:pt x="150782" y="466195"/>
                  </a:lnTo>
                  <a:close/>
                  <a:moveTo>
                    <a:pt x="332337" y="466195"/>
                  </a:moveTo>
                  <a:lnTo>
                    <a:pt x="264638" y="466195"/>
                  </a:lnTo>
                  <a:lnTo>
                    <a:pt x="264638" y="172323"/>
                  </a:lnTo>
                  <a:lnTo>
                    <a:pt x="332337" y="172323"/>
                  </a:lnTo>
                  <a:lnTo>
                    <a:pt x="332337" y="466195"/>
                  </a:lnTo>
                  <a:close/>
                  <a:moveTo>
                    <a:pt x="512352" y="466195"/>
                  </a:moveTo>
                  <a:lnTo>
                    <a:pt x="444654" y="466195"/>
                  </a:lnTo>
                  <a:lnTo>
                    <a:pt x="444654" y="108779"/>
                  </a:lnTo>
                  <a:lnTo>
                    <a:pt x="512352" y="108779"/>
                  </a:lnTo>
                  <a:lnTo>
                    <a:pt x="512352" y="466195"/>
                  </a:lnTo>
                  <a:close/>
                </a:path>
              </a:pathLst>
            </a:custGeom>
            <a:solidFill>
              <a:srgbClr val="FFFFFF"/>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63C67"/>
                </a:solidFill>
                <a:highlight>
                  <a:srgbClr val="FF00FF"/>
                </a:highlight>
                <a:latin typeface="Calibri"/>
                <a:ea typeface="Calibri"/>
                <a:cs typeface="Calibri"/>
                <a:sym typeface="Calibri"/>
              </a:endParaRPr>
            </a:p>
          </p:txBody>
        </p:sp>
        <p:sp>
          <p:nvSpPr>
            <p:cNvPr id="1153" name="Google Shape;1153;g3bb00c4f728_6_1021"/>
            <p:cNvSpPr/>
            <p:nvPr/>
          </p:nvSpPr>
          <p:spPr>
            <a:xfrm>
              <a:off x="5056631" y="4236207"/>
              <a:ext cx="30771" cy="30771"/>
            </a:xfrm>
            <a:custGeom>
              <a:rect b="b" l="l" r="r" t="t"/>
              <a:pathLst>
                <a:path extrusionOk="0" h="30771" w="30771">
                  <a:moveTo>
                    <a:pt x="26310" y="4462"/>
                  </a:moveTo>
                  <a:cubicBezTo>
                    <a:pt x="23387" y="1539"/>
                    <a:pt x="19540" y="0"/>
                    <a:pt x="15386" y="0"/>
                  </a:cubicBezTo>
                  <a:cubicBezTo>
                    <a:pt x="11232" y="0"/>
                    <a:pt x="7385" y="1692"/>
                    <a:pt x="4462" y="4462"/>
                  </a:cubicBezTo>
                  <a:cubicBezTo>
                    <a:pt x="1539" y="7385"/>
                    <a:pt x="0" y="11232"/>
                    <a:pt x="0" y="15386"/>
                  </a:cubicBezTo>
                  <a:cubicBezTo>
                    <a:pt x="0" y="19540"/>
                    <a:pt x="1692" y="23387"/>
                    <a:pt x="4462" y="26310"/>
                  </a:cubicBezTo>
                  <a:cubicBezTo>
                    <a:pt x="7385" y="29233"/>
                    <a:pt x="11232" y="30772"/>
                    <a:pt x="15386" y="30772"/>
                  </a:cubicBezTo>
                  <a:cubicBezTo>
                    <a:pt x="19540" y="30772"/>
                    <a:pt x="23387" y="29079"/>
                    <a:pt x="26310" y="26310"/>
                  </a:cubicBezTo>
                  <a:cubicBezTo>
                    <a:pt x="29233" y="23541"/>
                    <a:pt x="30772" y="19540"/>
                    <a:pt x="30772" y="15386"/>
                  </a:cubicBezTo>
                  <a:cubicBezTo>
                    <a:pt x="30772" y="11232"/>
                    <a:pt x="29079" y="7385"/>
                    <a:pt x="26310" y="4462"/>
                  </a:cubicBezTo>
                  <a:close/>
                </a:path>
              </a:pathLst>
            </a:custGeom>
            <a:solidFill>
              <a:srgbClr val="FFFFFF"/>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63C67"/>
                </a:solidFill>
                <a:highlight>
                  <a:srgbClr val="FF00FF"/>
                </a:highlight>
                <a:latin typeface="Calibri"/>
                <a:ea typeface="Calibri"/>
                <a:cs typeface="Calibri"/>
                <a:sym typeface="Calibri"/>
              </a:endParaRPr>
            </a:p>
          </p:txBody>
        </p:sp>
        <p:sp>
          <p:nvSpPr>
            <p:cNvPr id="1154" name="Google Shape;1154;g3bb00c4f728_6_1021"/>
            <p:cNvSpPr/>
            <p:nvPr/>
          </p:nvSpPr>
          <p:spPr>
            <a:xfrm>
              <a:off x="4518123" y="3841096"/>
              <a:ext cx="632362" cy="326182"/>
            </a:xfrm>
            <a:custGeom>
              <a:rect b="b" l="l" r="r" t="t"/>
              <a:pathLst>
                <a:path extrusionOk="0" h="326182" w="632362">
                  <a:moveTo>
                    <a:pt x="616977" y="0"/>
                  </a:moveTo>
                  <a:lnTo>
                    <a:pt x="538201" y="0"/>
                  </a:lnTo>
                  <a:cubicBezTo>
                    <a:pt x="529739" y="0"/>
                    <a:pt x="522815" y="6924"/>
                    <a:pt x="522815" y="15386"/>
                  </a:cubicBezTo>
                  <a:cubicBezTo>
                    <a:pt x="522815" y="23848"/>
                    <a:pt x="529739" y="30772"/>
                    <a:pt x="538201" y="30772"/>
                  </a:cubicBezTo>
                  <a:lnTo>
                    <a:pt x="583282" y="30772"/>
                  </a:lnTo>
                  <a:cubicBezTo>
                    <a:pt x="441731" y="199248"/>
                    <a:pt x="235867" y="295410"/>
                    <a:pt x="15386" y="295410"/>
                  </a:cubicBezTo>
                  <a:cubicBezTo>
                    <a:pt x="6924" y="295410"/>
                    <a:pt x="0" y="302334"/>
                    <a:pt x="0" y="310796"/>
                  </a:cubicBezTo>
                  <a:cubicBezTo>
                    <a:pt x="0" y="319259"/>
                    <a:pt x="6924" y="326182"/>
                    <a:pt x="15386" y="326182"/>
                  </a:cubicBezTo>
                  <a:cubicBezTo>
                    <a:pt x="134627" y="326182"/>
                    <a:pt x="248945" y="299718"/>
                    <a:pt x="355108" y="247560"/>
                  </a:cubicBezTo>
                  <a:cubicBezTo>
                    <a:pt x="448655" y="201710"/>
                    <a:pt x="533277" y="136012"/>
                    <a:pt x="601591" y="56620"/>
                  </a:cubicBezTo>
                  <a:lnTo>
                    <a:pt x="601591" y="94162"/>
                  </a:lnTo>
                  <a:cubicBezTo>
                    <a:pt x="601591" y="102624"/>
                    <a:pt x="608515" y="109548"/>
                    <a:pt x="616977" y="109548"/>
                  </a:cubicBezTo>
                  <a:cubicBezTo>
                    <a:pt x="625439" y="109548"/>
                    <a:pt x="632363" y="102624"/>
                    <a:pt x="632363" y="94162"/>
                  </a:cubicBezTo>
                  <a:lnTo>
                    <a:pt x="632363" y="15386"/>
                  </a:lnTo>
                  <a:cubicBezTo>
                    <a:pt x="632363" y="6924"/>
                    <a:pt x="625439" y="0"/>
                    <a:pt x="616977" y="0"/>
                  </a:cubicBezTo>
                  <a:close/>
                </a:path>
              </a:pathLst>
            </a:custGeom>
            <a:solidFill>
              <a:srgbClr val="FFFFFF"/>
            </a:solidFill>
            <a:ln>
              <a:noFill/>
            </a:ln>
          </p:spPr>
          <p:txBody>
            <a:bodyPr anchorCtr="0" anchor="ctr" bIns="22850" lIns="45725" spcFirstLastPara="1" rIns="45725" wrap="square" tIns="2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63C67"/>
                </a:solidFill>
                <a:highlight>
                  <a:srgbClr val="FF00FF"/>
                </a:highlight>
                <a:latin typeface="Calibri"/>
                <a:ea typeface="Calibri"/>
                <a:cs typeface="Calibri"/>
                <a:sym typeface="Calibri"/>
              </a:endParaRPr>
            </a:p>
          </p:txBody>
        </p:sp>
      </p:grpSp>
      <p:sp>
        <p:nvSpPr>
          <p:cNvPr id="1155" name="Google Shape;1155;g3bb00c4f728_6_1021"/>
          <p:cNvSpPr/>
          <p:nvPr/>
        </p:nvSpPr>
        <p:spPr>
          <a:xfrm>
            <a:off x="2907549" y="4384850"/>
            <a:ext cx="2083200" cy="839700"/>
          </a:xfrm>
          <a:prstGeom prst="rect">
            <a:avLst/>
          </a:prstGeom>
          <a:noFill/>
          <a:ln>
            <a:noFill/>
          </a:ln>
        </p:spPr>
        <p:txBody>
          <a:bodyPr anchorCtr="0" anchor="ctr" bIns="22850" lIns="45725" spcFirstLastPara="1" rIns="45725" wrap="square" tIns="22850">
            <a:noAutofit/>
          </a:bodyPr>
          <a:lstStyle/>
          <a:p>
            <a:pPr indent="-179999" lvl="3" marL="179999" marR="0" rtl="0" algn="l">
              <a:lnSpc>
                <a:spcPct val="100000"/>
              </a:lnSpc>
              <a:spcBef>
                <a:spcPts val="0"/>
              </a:spcBef>
              <a:spcAft>
                <a:spcPts val="0"/>
              </a:spcAft>
              <a:buClr>
                <a:srgbClr val="1F96CB"/>
              </a:buClr>
              <a:buSzPts val="800"/>
              <a:buFont typeface="Lato"/>
              <a:buChar char="•"/>
            </a:pPr>
            <a:r>
              <a:rPr b="0" i="0" lang="vi" sz="800" u="none" cap="none" strike="noStrike">
                <a:solidFill>
                  <a:schemeClr val="dk1"/>
                </a:solidFill>
                <a:latin typeface="Lato"/>
                <a:ea typeface="Lato"/>
                <a:cs typeface="Lato"/>
                <a:sym typeface="Lato"/>
              </a:rPr>
              <a:t>セキュリティ意識の徹底</a:t>
            </a:r>
            <a:r>
              <a:rPr b="0" i="0" lang="vi" sz="800" u="none" cap="none" strike="noStrike">
                <a:solidFill>
                  <a:srgbClr val="063C67"/>
                </a:solidFill>
                <a:latin typeface="Lato"/>
                <a:ea typeface="Lato"/>
                <a:cs typeface="Lato"/>
                <a:sym typeface="Lato"/>
              </a:rPr>
              <a:t/>
            </a:r>
            <a:endParaRPr b="0" i="0" sz="800" u="none" cap="none" strike="noStrike">
              <a:solidFill>
                <a:srgbClr val="063C67"/>
              </a:solidFill>
              <a:latin typeface="Lato"/>
              <a:ea typeface="Lato"/>
              <a:cs typeface="Lato"/>
              <a:sym typeface="Lato"/>
            </a:endParaRPr>
          </a:p>
        </p:txBody>
      </p:sp>
      <p:sp>
        <p:nvSpPr>
          <p:cNvPr id="1156" name="Google Shape;1156;g3bb00c4f728_6_1021"/>
          <p:cNvSpPr/>
          <p:nvPr/>
        </p:nvSpPr>
        <p:spPr>
          <a:xfrm>
            <a:off x="5195175" y="4270430"/>
            <a:ext cx="3770100" cy="839700"/>
          </a:xfrm>
          <a:prstGeom prst="rect">
            <a:avLst/>
          </a:prstGeom>
          <a:noFill/>
          <a:ln>
            <a:noFill/>
          </a:ln>
        </p:spPr>
        <p:txBody>
          <a:bodyPr anchorCtr="0" anchor="ctr" bIns="22850" lIns="45725" spcFirstLastPara="1" rIns="45725" wrap="square" tIns="22850">
            <a:noAutofit/>
          </a:bodyPr>
          <a:lstStyle/>
          <a:p>
            <a:pPr indent="-179999" lvl="3" marL="179999" marR="0" rtl="0" algn="l">
              <a:lnSpc>
                <a:spcPct val="100000"/>
              </a:lnSpc>
              <a:spcBef>
                <a:spcPts val="0"/>
              </a:spcBef>
              <a:spcAft>
                <a:spcPts val="0"/>
              </a:spcAft>
              <a:buClr>
                <a:srgbClr val="1F96CB"/>
              </a:buClr>
              <a:buSzPts val="800"/>
              <a:buFont typeface="Lato"/>
              <a:buChar char="•"/>
            </a:pPr>
            <a:r>
              <a:rPr b="0" i="0" lang="vi" sz="800" u="none" cap="none" strike="noStrike">
                <a:solidFill>
                  <a:schemeClr val="dk1"/>
                </a:solidFill>
                <a:latin typeface="Lato"/>
                <a:ea typeface="Lato"/>
                <a:cs typeface="Lato"/>
                <a:sym typeface="Lato"/>
              </a:rPr>
              <a:t>採用時セキュリティ面接</a:t>
            </a:r>
            <a:endParaRPr b="0" i="0" sz="800" u="none" cap="none" strike="noStrike">
              <a:solidFill>
                <a:schemeClr val="dk1"/>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800"/>
              <a:buFont typeface="Lato"/>
              <a:buChar char="•"/>
            </a:pPr>
            <a:r>
              <a:rPr b="0" i="0" lang="vi" sz="800" u="none" cap="none" strike="noStrike">
                <a:solidFill>
                  <a:schemeClr val="dk1"/>
                </a:solidFill>
                <a:latin typeface="Lato"/>
                <a:ea typeface="Lato"/>
                <a:cs typeface="Lato"/>
                <a:sym typeface="Lato"/>
              </a:rPr>
              <a:t>新規メンバーセキュリティ研修</a:t>
            </a:r>
            <a:endParaRPr b="0" i="0" sz="800" u="none" cap="none" strike="noStrike">
              <a:solidFill>
                <a:schemeClr val="dk1"/>
              </a:solidFill>
              <a:latin typeface="Lato"/>
              <a:ea typeface="Lato"/>
              <a:cs typeface="Lato"/>
              <a:sym typeface="Lato"/>
            </a:endParaRPr>
          </a:p>
          <a:p>
            <a:pPr indent="-179999" lvl="3" marL="179999" marR="0" rtl="0" algn="l">
              <a:lnSpc>
                <a:spcPct val="100000"/>
              </a:lnSpc>
              <a:spcBef>
                <a:spcPts val="0"/>
              </a:spcBef>
              <a:spcAft>
                <a:spcPts val="0"/>
              </a:spcAft>
              <a:buClr>
                <a:srgbClr val="1F96CB"/>
              </a:buClr>
              <a:buSzPts val="800"/>
              <a:buFont typeface="Lato"/>
              <a:buChar char="•"/>
            </a:pPr>
            <a:r>
              <a:rPr b="0" i="0" lang="vi" sz="800" u="none" cap="none" strike="noStrike">
                <a:solidFill>
                  <a:schemeClr val="dk1"/>
                </a:solidFill>
                <a:latin typeface="Lato"/>
                <a:ea typeface="Lato"/>
                <a:cs typeface="Lato"/>
                <a:sym typeface="Lato"/>
              </a:rPr>
              <a:t>四半期セキュリティチェック</a:t>
            </a:r>
            <a:endParaRPr b="0" i="0" sz="800" u="none" cap="none" strike="noStrike">
              <a:solidFill>
                <a:schemeClr val="dk1"/>
              </a:solidFill>
              <a:latin typeface="Lato"/>
              <a:ea typeface="Lato"/>
              <a:cs typeface="Lato"/>
              <a:sym typeface="Lato"/>
            </a:endParaRPr>
          </a:p>
        </p:txBody>
      </p:sp>
      <p:sp>
        <p:nvSpPr>
          <p:cNvPr id="1157" name="Google Shape;1157;g3bb00c4f728_6_1021"/>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6</a:t>
            </a:r>
            <a:r>
              <a:rPr b="1" lang="vi" sz="2000">
                <a:latin typeface="Chakra Petch"/>
                <a:ea typeface="Chakra Petch"/>
                <a:cs typeface="Chakra Petch"/>
                <a:sym typeface="Chakra Petch"/>
              </a:rPr>
              <a:t>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付録| セキュリティ準拠</a:t>
            </a:r>
            <a:endParaRPr b="1" sz="2000">
              <a:latin typeface="Chakra Petch"/>
              <a:ea typeface="Chakra Petch"/>
              <a:cs typeface="Chakra Petch"/>
              <a:sym typeface="Chakra Petch"/>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baff84d3b0_0_714"/>
          <p:cNvSpPr/>
          <p:nvPr/>
        </p:nvSpPr>
        <p:spPr>
          <a:xfrm>
            <a:off x="1397621" y="2623702"/>
            <a:ext cx="3157800" cy="1898100"/>
          </a:xfrm>
          <a:prstGeom prst="roundRect">
            <a:avLst>
              <a:gd fmla="val 16667" name="adj"/>
            </a:avLst>
          </a:prstGeom>
          <a:noFill/>
          <a:ln cap="flat" cmpd="sng" w="20800">
            <a:solidFill>
              <a:srgbClr val="0093D6"/>
            </a:solidFill>
            <a:prstDash val="dash"/>
            <a:round/>
            <a:headEnd len="sm" w="sm" type="none"/>
            <a:tailEnd len="sm" w="sm" type="none"/>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092"/>
              <a:buFont typeface="Arial"/>
              <a:buNone/>
            </a:pPr>
            <a:r>
              <a:t/>
            </a:r>
            <a:endParaRPr b="1" i="0" sz="1092" u="none" cap="none" strike="noStrike">
              <a:solidFill>
                <a:srgbClr val="FFFFFF"/>
              </a:solidFill>
              <a:latin typeface="Arial"/>
              <a:ea typeface="Arial"/>
              <a:cs typeface="Arial"/>
              <a:sym typeface="Arial"/>
            </a:endParaRPr>
          </a:p>
        </p:txBody>
      </p:sp>
      <p:sp>
        <p:nvSpPr>
          <p:cNvPr id="1164" name="Google Shape;1164;g3baff84d3b0_0_714"/>
          <p:cNvSpPr/>
          <p:nvPr/>
        </p:nvSpPr>
        <p:spPr>
          <a:xfrm>
            <a:off x="1522056" y="3860656"/>
            <a:ext cx="1423200" cy="507300"/>
          </a:xfrm>
          <a:prstGeom prst="roundRect">
            <a:avLst>
              <a:gd fmla="val 16667" name="adj"/>
            </a:avLst>
          </a:prstGeom>
          <a:solidFill>
            <a:srgbClr val="44B2E4"/>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092"/>
              <a:buFont typeface="Arial"/>
              <a:buNone/>
            </a:pPr>
            <a:r>
              <a:t/>
            </a:r>
            <a:endParaRPr b="1" i="0" sz="1092" u="none" cap="none" strike="noStrike">
              <a:solidFill>
                <a:srgbClr val="FFFFFF"/>
              </a:solidFill>
              <a:latin typeface="Arial"/>
              <a:ea typeface="Arial"/>
              <a:cs typeface="Arial"/>
              <a:sym typeface="Arial"/>
            </a:endParaRPr>
          </a:p>
        </p:txBody>
      </p:sp>
      <p:sp>
        <p:nvSpPr>
          <p:cNvPr id="1165" name="Google Shape;1165;g3baff84d3b0_0_714"/>
          <p:cNvSpPr txBox="1"/>
          <p:nvPr/>
        </p:nvSpPr>
        <p:spPr>
          <a:xfrm>
            <a:off x="1522056" y="3974819"/>
            <a:ext cx="1423200" cy="336300"/>
          </a:xfrm>
          <a:prstGeom prst="rect">
            <a:avLst/>
          </a:prstGeom>
          <a:noFill/>
          <a:ln>
            <a:noFill/>
          </a:ln>
        </p:spPr>
        <p:txBody>
          <a:bodyPr anchorCtr="0" anchor="t" bIns="99875" lIns="99875" spcFirstLastPara="1" rIns="99875" wrap="square" tIns="99875">
            <a:spAutoFit/>
          </a:bodyPr>
          <a:lstStyle/>
          <a:p>
            <a:pPr indent="0" lvl="0" marL="0" marR="0" rtl="0" algn="ctr">
              <a:lnSpc>
                <a:spcPct val="100000"/>
              </a:lnSpc>
              <a:spcBef>
                <a:spcPts val="0"/>
              </a:spcBef>
              <a:spcAft>
                <a:spcPts val="0"/>
              </a:spcAft>
              <a:buClr>
                <a:srgbClr val="000000"/>
              </a:buClr>
              <a:buSzPts val="872"/>
              <a:buFont typeface="Arial"/>
              <a:buNone/>
            </a:pPr>
            <a:r>
              <a:rPr b="1" i="0" lang="vi" sz="872" u="none" cap="none" strike="noStrike">
                <a:solidFill>
                  <a:srgbClr val="FFFFFF"/>
                </a:solidFill>
                <a:latin typeface="Noto Sans JP"/>
                <a:ea typeface="Noto Sans JP"/>
                <a:cs typeface="Noto Sans JP"/>
                <a:sym typeface="Noto Sans JP"/>
              </a:rPr>
              <a:t>スプリントレビュー</a:t>
            </a:r>
            <a:endParaRPr b="1" i="0" sz="872" u="none" cap="none" strike="noStrike">
              <a:solidFill>
                <a:srgbClr val="FFFFFF"/>
              </a:solidFill>
              <a:latin typeface="Noto Sans JP"/>
              <a:ea typeface="Noto Sans JP"/>
              <a:cs typeface="Noto Sans JP"/>
              <a:sym typeface="Noto Sans JP"/>
            </a:endParaRPr>
          </a:p>
        </p:txBody>
      </p:sp>
      <p:sp>
        <p:nvSpPr>
          <p:cNvPr id="1166" name="Google Shape;1166;g3baff84d3b0_0_714"/>
          <p:cNvSpPr/>
          <p:nvPr/>
        </p:nvSpPr>
        <p:spPr>
          <a:xfrm>
            <a:off x="1522067" y="2754826"/>
            <a:ext cx="2911200" cy="633600"/>
          </a:xfrm>
          <a:prstGeom prst="roundRect">
            <a:avLst>
              <a:gd fmla="val 16667" name="adj"/>
            </a:avLst>
          </a:prstGeom>
          <a:solidFill>
            <a:srgbClr val="44B2E4"/>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092"/>
              <a:buFont typeface="Arial"/>
              <a:buNone/>
            </a:pPr>
            <a:r>
              <a:t/>
            </a:r>
            <a:endParaRPr b="1" i="0" sz="1092" u="none" cap="none" strike="noStrike">
              <a:solidFill>
                <a:srgbClr val="FFFFFF"/>
              </a:solidFill>
              <a:latin typeface="Arial"/>
              <a:ea typeface="Arial"/>
              <a:cs typeface="Arial"/>
              <a:sym typeface="Arial"/>
            </a:endParaRPr>
          </a:p>
        </p:txBody>
      </p:sp>
      <p:sp>
        <p:nvSpPr>
          <p:cNvPr id="1167" name="Google Shape;1167;g3baff84d3b0_0_714"/>
          <p:cNvSpPr txBox="1"/>
          <p:nvPr/>
        </p:nvSpPr>
        <p:spPr>
          <a:xfrm>
            <a:off x="1522066" y="2774068"/>
            <a:ext cx="2911200" cy="524700"/>
          </a:xfrm>
          <a:prstGeom prst="rect">
            <a:avLst/>
          </a:prstGeom>
          <a:solidFill>
            <a:srgbClr val="44B2E4"/>
          </a:solidFill>
          <a:ln>
            <a:noFill/>
          </a:ln>
        </p:spPr>
        <p:txBody>
          <a:bodyPr anchorCtr="0" anchor="t" bIns="99875" lIns="99875" spcFirstLastPara="1" rIns="99875" wrap="square" tIns="99875">
            <a:spAutoFit/>
          </a:bodyPr>
          <a:lstStyle/>
          <a:p>
            <a:pPr indent="0" lvl="0" marL="0" marR="0" rtl="0" algn="ctr">
              <a:lnSpc>
                <a:spcPct val="80000"/>
              </a:lnSpc>
              <a:spcBef>
                <a:spcPts val="0"/>
              </a:spcBef>
              <a:spcAft>
                <a:spcPts val="0"/>
              </a:spcAft>
              <a:buClr>
                <a:srgbClr val="000000"/>
              </a:buClr>
              <a:buSzPts val="872"/>
              <a:buFont typeface="Arial"/>
              <a:buNone/>
            </a:pPr>
            <a:r>
              <a:rPr b="1" i="0" lang="vi" sz="872" u="none" cap="none" strike="noStrike">
                <a:solidFill>
                  <a:srgbClr val="FFFFFF"/>
                </a:solidFill>
                <a:latin typeface="Noto Sans JP"/>
                <a:ea typeface="Noto Sans JP"/>
                <a:cs typeface="Noto Sans JP"/>
                <a:sym typeface="Noto Sans JP"/>
              </a:rPr>
              <a:t>反復開発</a:t>
            </a:r>
            <a:endParaRPr b="1" i="0" sz="872" u="none" cap="none" strike="noStrike">
              <a:solidFill>
                <a:srgbClr val="FFFFFF"/>
              </a:solidFill>
              <a:latin typeface="Noto Sans JP"/>
              <a:ea typeface="Noto Sans JP"/>
              <a:cs typeface="Noto Sans JP"/>
              <a:sym typeface="Noto Sans JP"/>
            </a:endParaRPr>
          </a:p>
          <a:p>
            <a:pPr indent="0" lvl="0" marL="0" marR="0" rtl="0" algn="ctr">
              <a:lnSpc>
                <a:spcPct val="80000"/>
              </a:lnSpc>
              <a:spcBef>
                <a:spcPts val="0"/>
              </a:spcBef>
              <a:spcAft>
                <a:spcPts val="0"/>
              </a:spcAft>
              <a:buClr>
                <a:srgbClr val="000000"/>
              </a:buClr>
              <a:buSzPts val="873"/>
              <a:buFont typeface="Arial"/>
              <a:buNone/>
            </a:pPr>
            <a:r>
              <a:t/>
            </a:r>
            <a:endParaRPr b="1" i="0" sz="872" u="none" cap="none" strike="noStrike">
              <a:solidFill>
                <a:srgbClr val="FFFFFF"/>
              </a:solidFill>
              <a:latin typeface="Noto Sans JP"/>
              <a:ea typeface="Noto Sans JP"/>
              <a:cs typeface="Noto Sans JP"/>
              <a:sym typeface="Noto Sans JP"/>
            </a:endParaRPr>
          </a:p>
          <a:p>
            <a:pPr indent="0" lvl="0" marL="0" marR="0" rtl="0" algn="ctr">
              <a:lnSpc>
                <a:spcPct val="80000"/>
              </a:lnSpc>
              <a:spcBef>
                <a:spcPts val="0"/>
              </a:spcBef>
              <a:spcAft>
                <a:spcPts val="0"/>
              </a:spcAft>
              <a:buClr>
                <a:srgbClr val="000000"/>
              </a:buClr>
              <a:buSzPts val="872"/>
              <a:buFont typeface="Arial"/>
              <a:buNone/>
            </a:pPr>
            <a:r>
              <a:rPr b="0" i="0" lang="vi" sz="872" u="none" cap="none" strike="noStrike">
                <a:solidFill>
                  <a:srgbClr val="FFFFFF"/>
                </a:solidFill>
                <a:latin typeface="Noto Sans JP"/>
                <a:ea typeface="Noto Sans JP"/>
                <a:cs typeface="Noto Sans JP"/>
                <a:sym typeface="Noto Sans JP"/>
              </a:rPr>
              <a:t>プロダクトバックログの詳細化</a:t>
            </a:r>
            <a:endParaRPr b="0" i="0" sz="872" u="none" cap="none" strike="noStrike">
              <a:solidFill>
                <a:srgbClr val="FFFFFF"/>
              </a:solidFill>
              <a:latin typeface="Noto Sans JP"/>
              <a:ea typeface="Noto Sans JP"/>
              <a:cs typeface="Noto Sans JP"/>
              <a:sym typeface="Noto Sans JP"/>
            </a:endParaRPr>
          </a:p>
        </p:txBody>
      </p:sp>
      <p:sp>
        <p:nvSpPr>
          <p:cNvPr id="1168" name="Google Shape;1168;g3baff84d3b0_0_714"/>
          <p:cNvSpPr/>
          <p:nvPr/>
        </p:nvSpPr>
        <p:spPr>
          <a:xfrm>
            <a:off x="5434750" y="1641405"/>
            <a:ext cx="2070300" cy="714900"/>
          </a:xfrm>
          <a:prstGeom prst="roundRect">
            <a:avLst>
              <a:gd fmla="val 16667" name="adj"/>
            </a:avLst>
          </a:prstGeom>
          <a:noFill/>
          <a:ln cap="flat" cmpd="sng" w="20800">
            <a:solidFill>
              <a:srgbClr val="36BCB3"/>
            </a:solidFill>
            <a:prstDash val="dash"/>
            <a:round/>
            <a:headEnd len="sm" w="sm" type="none"/>
            <a:tailEnd len="sm" w="sm" type="none"/>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201"/>
              <a:buFont typeface="Arial"/>
              <a:buNone/>
            </a:pPr>
            <a:r>
              <a:t/>
            </a:r>
            <a:endParaRPr b="1" i="0" sz="1201" u="none" cap="none" strike="noStrike">
              <a:solidFill>
                <a:srgbClr val="FFFFFF"/>
              </a:solidFill>
              <a:latin typeface="Noto Sans JP"/>
              <a:ea typeface="Noto Sans JP"/>
              <a:cs typeface="Noto Sans JP"/>
              <a:sym typeface="Noto Sans JP"/>
            </a:endParaRPr>
          </a:p>
        </p:txBody>
      </p:sp>
      <p:sp>
        <p:nvSpPr>
          <p:cNvPr id="1169" name="Google Shape;1169;g3baff84d3b0_0_714"/>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プロジェクトライフサイクルと開発アプローチ</a:t>
            </a:r>
            <a:endParaRPr sz="1100">
              <a:latin typeface="Chakra Petch"/>
              <a:ea typeface="Chakra Petch"/>
              <a:cs typeface="Chakra Petch"/>
              <a:sym typeface="Chakra Petch"/>
            </a:endParaRPr>
          </a:p>
        </p:txBody>
      </p:sp>
      <p:sp>
        <p:nvSpPr>
          <p:cNvPr id="1170" name="Google Shape;1170;g3baff84d3b0_0_714"/>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6</a:t>
            </a:r>
            <a:r>
              <a:rPr b="1" lang="vi" sz="2000">
                <a:latin typeface="Chakra Petch"/>
                <a:ea typeface="Chakra Petch"/>
                <a:cs typeface="Chakra Petch"/>
                <a:sym typeface="Chakra Petch"/>
              </a:rPr>
              <a:t> </a:t>
            </a:r>
            <a:r>
              <a:rPr b="1" lang="vi" sz="2000">
                <a:solidFill>
                  <a:schemeClr val="accent4"/>
                </a:solidFill>
                <a:latin typeface="Chakra Petch"/>
                <a:ea typeface="Chakra Petch"/>
                <a:cs typeface="Chakra Petch"/>
                <a:sym typeface="Chakra Petch"/>
              </a:rPr>
              <a:t>|</a:t>
            </a:r>
            <a:r>
              <a:rPr b="1" lang="vi" sz="2000">
                <a:latin typeface="Chakra Petch"/>
                <a:ea typeface="Chakra Petch"/>
                <a:cs typeface="Chakra Petch"/>
                <a:sym typeface="Chakra Petch"/>
              </a:rPr>
              <a:t> </a:t>
            </a:r>
            <a:r>
              <a:rPr lang="vi" sz="2000">
                <a:latin typeface="Chakra Petch"/>
                <a:ea typeface="Chakra Petch"/>
                <a:cs typeface="Chakra Petch"/>
                <a:sym typeface="Chakra Petch"/>
              </a:rPr>
              <a:t>付録| プロジェクトライフサイクル</a:t>
            </a:r>
            <a:endParaRPr b="1" sz="2000">
              <a:latin typeface="Chakra Petch"/>
              <a:ea typeface="Chakra Petch"/>
              <a:cs typeface="Chakra Petch"/>
              <a:sym typeface="Chakra Petch"/>
            </a:endParaRPr>
          </a:p>
        </p:txBody>
      </p:sp>
      <p:sp>
        <p:nvSpPr>
          <p:cNvPr id="1171" name="Google Shape;1171;g3baff84d3b0_0_714"/>
          <p:cNvSpPr/>
          <p:nvPr/>
        </p:nvSpPr>
        <p:spPr>
          <a:xfrm>
            <a:off x="447828" y="1594317"/>
            <a:ext cx="490200" cy="453900"/>
          </a:xfrm>
          <a:prstGeom prst="octagon">
            <a:avLst>
              <a:gd fmla="val 29289" name="adj"/>
            </a:avLst>
          </a:prstGeom>
          <a:solidFill>
            <a:srgbClr val="D4F0FD"/>
          </a:solid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529"/>
              <a:buFont typeface="Arial"/>
              <a:buNone/>
            </a:pPr>
            <a:r>
              <a:t/>
            </a:r>
            <a:endParaRPr b="0" i="0" sz="1529" u="none" cap="none" strike="noStrike">
              <a:solidFill>
                <a:srgbClr val="000000"/>
              </a:solidFill>
              <a:latin typeface="Arial"/>
              <a:ea typeface="Arial"/>
              <a:cs typeface="Arial"/>
              <a:sym typeface="Arial"/>
            </a:endParaRPr>
          </a:p>
        </p:txBody>
      </p:sp>
      <p:sp>
        <p:nvSpPr>
          <p:cNvPr id="1172" name="Google Shape;1172;g3baff84d3b0_0_714"/>
          <p:cNvSpPr/>
          <p:nvPr/>
        </p:nvSpPr>
        <p:spPr>
          <a:xfrm>
            <a:off x="1490307" y="2133782"/>
            <a:ext cx="2974800" cy="294300"/>
          </a:xfrm>
          <a:prstGeom prst="roundRect">
            <a:avLst>
              <a:gd fmla="val 16667" name="adj"/>
            </a:avLst>
          </a:prstGeom>
          <a:solidFill>
            <a:srgbClr val="3070B9"/>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872"/>
              <a:buFont typeface="Arial"/>
              <a:buNone/>
            </a:pPr>
            <a:r>
              <a:rPr b="1" i="0" lang="vi" sz="872" u="none" cap="none" strike="noStrike">
                <a:solidFill>
                  <a:srgbClr val="FFFFFF"/>
                </a:solidFill>
                <a:latin typeface="Lato"/>
                <a:ea typeface="Lato"/>
                <a:cs typeface="Lato"/>
                <a:sym typeface="Lato"/>
              </a:rPr>
              <a:t>システム分析</a:t>
            </a:r>
            <a:endParaRPr b="1" i="0" sz="872" u="none" cap="none" strike="noStrike">
              <a:solidFill>
                <a:srgbClr val="FFFFFF"/>
              </a:solidFill>
              <a:latin typeface="Lato"/>
              <a:ea typeface="Lato"/>
              <a:cs typeface="Lato"/>
              <a:sym typeface="Lato"/>
            </a:endParaRPr>
          </a:p>
        </p:txBody>
      </p:sp>
      <p:sp>
        <p:nvSpPr>
          <p:cNvPr id="1173" name="Google Shape;1173;g3baff84d3b0_0_714"/>
          <p:cNvSpPr/>
          <p:nvPr/>
        </p:nvSpPr>
        <p:spPr>
          <a:xfrm>
            <a:off x="5445002" y="4210718"/>
            <a:ext cx="2070300" cy="266700"/>
          </a:xfrm>
          <a:prstGeom prst="roundRect">
            <a:avLst>
              <a:gd fmla="val 16667" name="adj"/>
            </a:avLst>
          </a:prstGeom>
          <a:solidFill>
            <a:srgbClr val="5CCFDE"/>
          </a:solid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872"/>
              <a:buFont typeface="Arial"/>
              <a:buNone/>
            </a:pPr>
            <a:r>
              <a:rPr b="1" i="0" lang="vi" sz="872" u="none" cap="none" strike="noStrike">
                <a:solidFill>
                  <a:srgbClr val="FFFFFF"/>
                </a:solidFill>
                <a:latin typeface="Lato"/>
                <a:ea typeface="Lato"/>
                <a:cs typeface="Lato"/>
                <a:sym typeface="Lato"/>
              </a:rPr>
              <a:t>システムテスト</a:t>
            </a:r>
            <a:endParaRPr b="1" i="0" sz="872" u="none" cap="none" strike="noStrike">
              <a:solidFill>
                <a:srgbClr val="FFFFFF"/>
              </a:solidFill>
              <a:latin typeface="Lato"/>
              <a:ea typeface="Lato"/>
              <a:cs typeface="Lato"/>
              <a:sym typeface="Lato"/>
            </a:endParaRPr>
          </a:p>
        </p:txBody>
      </p:sp>
      <p:sp>
        <p:nvSpPr>
          <p:cNvPr id="1174" name="Google Shape;1174;g3baff84d3b0_0_714"/>
          <p:cNvSpPr/>
          <p:nvPr/>
        </p:nvSpPr>
        <p:spPr>
          <a:xfrm>
            <a:off x="5521830" y="1692686"/>
            <a:ext cx="1907700" cy="612600"/>
          </a:xfrm>
          <a:prstGeom prst="roundRect">
            <a:avLst>
              <a:gd fmla="val 16667" name="adj"/>
            </a:avLst>
          </a:prstGeom>
          <a:solidFill>
            <a:srgbClr val="36BCB3"/>
          </a:solid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764"/>
              <a:buFont typeface="Arial"/>
              <a:buNone/>
            </a:pPr>
            <a:r>
              <a:rPr b="1" i="0" lang="vi" sz="764" u="none" cap="none" strike="noStrike">
                <a:solidFill>
                  <a:srgbClr val="FFFFFF"/>
                </a:solidFill>
                <a:latin typeface="Lato"/>
                <a:ea typeface="Lato"/>
                <a:cs typeface="Lato"/>
                <a:sym typeface="Lato"/>
              </a:rPr>
              <a:t>ハイパーケア</a:t>
            </a:r>
            <a:endParaRPr b="1" i="0" sz="764" u="none" cap="none" strike="noStrike">
              <a:solidFill>
                <a:srgbClr val="FFFFFF"/>
              </a:solidFill>
              <a:latin typeface="Lato"/>
              <a:ea typeface="Lato"/>
              <a:cs typeface="Lato"/>
              <a:sym typeface="Lato"/>
            </a:endParaRPr>
          </a:p>
        </p:txBody>
      </p:sp>
      <p:sp>
        <p:nvSpPr>
          <p:cNvPr id="1175" name="Google Shape;1175;g3baff84d3b0_0_714"/>
          <p:cNvSpPr/>
          <p:nvPr/>
        </p:nvSpPr>
        <p:spPr>
          <a:xfrm>
            <a:off x="1522064" y="3443030"/>
            <a:ext cx="681000" cy="336300"/>
          </a:xfrm>
          <a:prstGeom prst="roundRect">
            <a:avLst>
              <a:gd fmla="val 16667" name="adj"/>
            </a:avLst>
          </a:prstGeom>
          <a:solidFill>
            <a:srgbClr val="44B2E4"/>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764"/>
              <a:buFont typeface="Arial"/>
              <a:buNone/>
            </a:pPr>
            <a:r>
              <a:rPr b="1" i="0" lang="vi" sz="764" u="none" cap="none" strike="noStrike">
                <a:solidFill>
                  <a:srgbClr val="FFFFFF"/>
                </a:solidFill>
                <a:latin typeface="Lato"/>
                <a:ea typeface="Lato"/>
                <a:cs typeface="Lato"/>
                <a:sym typeface="Lato"/>
              </a:rPr>
              <a:t>ソフトウェア設計</a:t>
            </a:r>
            <a:endParaRPr b="1" i="0" sz="764" u="none" cap="none" strike="noStrike">
              <a:solidFill>
                <a:srgbClr val="FFFFFF"/>
              </a:solidFill>
              <a:latin typeface="Lato"/>
              <a:ea typeface="Lato"/>
              <a:cs typeface="Lato"/>
              <a:sym typeface="Lato"/>
            </a:endParaRPr>
          </a:p>
        </p:txBody>
      </p:sp>
      <p:sp>
        <p:nvSpPr>
          <p:cNvPr id="1176" name="Google Shape;1176;g3baff84d3b0_0_714"/>
          <p:cNvSpPr/>
          <p:nvPr/>
        </p:nvSpPr>
        <p:spPr>
          <a:xfrm>
            <a:off x="2267525" y="3443050"/>
            <a:ext cx="747600" cy="336300"/>
          </a:xfrm>
          <a:prstGeom prst="roundRect">
            <a:avLst>
              <a:gd fmla="val 16667" name="adj"/>
            </a:avLst>
          </a:prstGeom>
          <a:solidFill>
            <a:srgbClr val="44B2E4"/>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946"/>
              <a:buFont typeface="Arial"/>
              <a:buNone/>
            </a:pPr>
            <a:r>
              <a:rPr b="1" i="0" lang="vi" sz="946" u="none" cap="none" strike="noStrike">
                <a:solidFill>
                  <a:srgbClr val="FFFFFF"/>
                </a:solidFill>
                <a:latin typeface="Lato"/>
                <a:ea typeface="Lato"/>
                <a:cs typeface="Lato"/>
                <a:sym typeface="Lato"/>
              </a:rPr>
              <a:t>開発</a:t>
            </a:r>
            <a:endParaRPr b="1" i="0" sz="946" u="none" cap="none" strike="noStrike">
              <a:solidFill>
                <a:srgbClr val="FFFFFF"/>
              </a:solidFill>
              <a:latin typeface="Lato"/>
              <a:ea typeface="Lato"/>
              <a:cs typeface="Lato"/>
              <a:sym typeface="Lato"/>
            </a:endParaRPr>
          </a:p>
        </p:txBody>
      </p:sp>
      <p:sp>
        <p:nvSpPr>
          <p:cNvPr id="1177" name="Google Shape;1177;g3baff84d3b0_0_714"/>
          <p:cNvSpPr/>
          <p:nvPr/>
        </p:nvSpPr>
        <p:spPr>
          <a:xfrm>
            <a:off x="3685882" y="3443030"/>
            <a:ext cx="747600" cy="336300"/>
          </a:xfrm>
          <a:prstGeom prst="roundRect">
            <a:avLst>
              <a:gd fmla="val 16667" name="adj"/>
            </a:avLst>
          </a:prstGeom>
          <a:solidFill>
            <a:srgbClr val="44B2E4"/>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983"/>
              <a:buFont typeface="Arial"/>
              <a:buNone/>
            </a:pPr>
            <a:r>
              <a:rPr b="1" i="0" lang="vi" sz="983" u="none" cap="none" strike="noStrike">
                <a:solidFill>
                  <a:srgbClr val="FFFFFF"/>
                </a:solidFill>
                <a:latin typeface="Lato"/>
                <a:ea typeface="Lato"/>
                <a:cs typeface="Lato"/>
                <a:sym typeface="Lato"/>
              </a:rPr>
              <a:t>中間リリース</a:t>
            </a:r>
            <a:endParaRPr b="1" i="0" sz="983" u="none" cap="none" strike="noStrike">
              <a:solidFill>
                <a:srgbClr val="FFFFFF"/>
              </a:solidFill>
              <a:latin typeface="Lato"/>
              <a:ea typeface="Lato"/>
              <a:cs typeface="Lato"/>
              <a:sym typeface="Lato"/>
            </a:endParaRPr>
          </a:p>
        </p:txBody>
      </p:sp>
      <p:sp>
        <p:nvSpPr>
          <p:cNvPr id="1178" name="Google Shape;1178;g3baff84d3b0_0_714"/>
          <p:cNvSpPr txBox="1"/>
          <p:nvPr/>
        </p:nvSpPr>
        <p:spPr>
          <a:xfrm>
            <a:off x="-69893" y="2059137"/>
            <a:ext cx="1518300" cy="369900"/>
          </a:xfrm>
          <a:prstGeom prst="rect">
            <a:avLst/>
          </a:prstGeom>
          <a:noFill/>
          <a:ln>
            <a:noFill/>
          </a:ln>
        </p:spPr>
        <p:txBody>
          <a:bodyPr anchorCtr="0" anchor="t" bIns="99875" lIns="99875" spcFirstLastPara="1" rIns="99875" wrap="square" tIns="99875">
            <a:spAutoFit/>
          </a:bodyPr>
          <a:lstStyle/>
          <a:p>
            <a:pPr indent="0" lvl="0" marL="0" marR="0" rtl="0" algn="ctr">
              <a:lnSpc>
                <a:spcPct val="100000"/>
              </a:lnSpc>
              <a:spcBef>
                <a:spcPts val="0"/>
              </a:spcBef>
              <a:spcAft>
                <a:spcPts val="0"/>
              </a:spcAft>
              <a:buClr>
                <a:srgbClr val="000000"/>
              </a:buClr>
              <a:buSzPts val="1092"/>
              <a:buFont typeface="Arial"/>
              <a:buNone/>
            </a:pPr>
            <a:r>
              <a:rPr b="1" i="0" lang="vi" sz="1092" u="none" cap="none" strike="noStrike">
                <a:solidFill>
                  <a:srgbClr val="0093D6"/>
                </a:solidFill>
                <a:latin typeface="Lato"/>
                <a:ea typeface="Lato"/>
                <a:cs typeface="Lato"/>
                <a:sym typeface="Lato"/>
              </a:rPr>
              <a:t>ウォーターフォールフェーズ</a:t>
            </a:r>
            <a:endParaRPr b="1" i="0" sz="1092" u="none" cap="none" strike="noStrike">
              <a:solidFill>
                <a:srgbClr val="0093D6"/>
              </a:solidFill>
              <a:latin typeface="Lato"/>
              <a:ea typeface="Lato"/>
              <a:cs typeface="Lato"/>
              <a:sym typeface="Lato"/>
            </a:endParaRPr>
          </a:p>
        </p:txBody>
      </p:sp>
      <p:sp>
        <p:nvSpPr>
          <p:cNvPr id="1179" name="Google Shape;1179;g3baff84d3b0_0_714"/>
          <p:cNvSpPr txBox="1"/>
          <p:nvPr/>
        </p:nvSpPr>
        <p:spPr>
          <a:xfrm>
            <a:off x="1758682" y="2707632"/>
            <a:ext cx="747600" cy="353100"/>
          </a:xfrm>
          <a:prstGeom prst="rect">
            <a:avLst/>
          </a:prstGeom>
          <a:noFill/>
          <a:ln>
            <a:noFill/>
          </a:ln>
        </p:spPr>
        <p:txBody>
          <a:bodyPr anchorCtr="0" anchor="t" bIns="99875" lIns="99875" spcFirstLastPara="1" rIns="99875" wrap="square" tIns="99875">
            <a:spAutoFit/>
          </a:bodyPr>
          <a:lstStyle/>
          <a:p>
            <a:pPr indent="0" lvl="0" marL="0" marR="0" rtl="0" algn="l">
              <a:lnSpc>
                <a:spcPct val="100000"/>
              </a:lnSpc>
              <a:spcBef>
                <a:spcPts val="0"/>
              </a:spcBef>
              <a:spcAft>
                <a:spcPts val="0"/>
              </a:spcAft>
              <a:buClr>
                <a:srgbClr val="000000"/>
              </a:buClr>
              <a:buSzPts val="983"/>
              <a:buFont typeface="Arial"/>
              <a:buNone/>
            </a:pPr>
            <a:r>
              <a:rPr b="1" i="0" lang="vi" sz="983" u="none" cap="none" strike="noStrike">
                <a:solidFill>
                  <a:schemeClr val="lt1"/>
                </a:solidFill>
                <a:latin typeface="Lato"/>
                <a:ea typeface="Lato"/>
                <a:cs typeface="Lato"/>
                <a:sym typeface="Lato"/>
              </a:rPr>
              <a:t>スクラム</a:t>
            </a:r>
            <a:endParaRPr b="1" i="0" sz="983" u="none" cap="none" strike="noStrike">
              <a:solidFill>
                <a:schemeClr val="lt1"/>
              </a:solidFill>
              <a:latin typeface="Lato"/>
              <a:ea typeface="Lato"/>
              <a:cs typeface="Lato"/>
              <a:sym typeface="Lato"/>
            </a:endParaRPr>
          </a:p>
        </p:txBody>
      </p:sp>
      <p:sp>
        <p:nvSpPr>
          <p:cNvPr id="1180" name="Google Shape;1180;g3baff84d3b0_0_714"/>
          <p:cNvSpPr txBox="1"/>
          <p:nvPr/>
        </p:nvSpPr>
        <p:spPr>
          <a:xfrm>
            <a:off x="1697116" y="3778809"/>
            <a:ext cx="967500" cy="353100"/>
          </a:xfrm>
          <a:prstGeom prst="rect">
            <a:avLst/>
          </a:prstGeom>
          <a:noFill/>
          <a:ln>
            <a:noFill/>
          </a:ln>
        </p:spPr>
        <p:txBody>
          <a:bodyPr anchorCtr="0" anchor="t" bIns="99875" lIns="99875" spcFirstLastPara="1" rIns="99875" wrap="square" tIns="99875">
            <a:spAutoFit/>
          </a:bodyPr>
          <a:lstStyle/>
          <a:p>
            <a:pPr indent="0" lvl="0" marL="0" marR="0" rtl="0" algn="l">
              <a:lnSpc>
                <a:spcPct val="100000"/>
              </a:lnSpc>
              <a:spcBef>
                <a:spcPts val="0"/>
              </a:spcBef>
              <a:spcAft>
                <a:spcPts val="0"/>
              </a:spcAft>
              <a:buClr>
                <a:srgbClr val="000000"/>
              </a:buClr>
              <a:buSzPts val="983"/>
              <a:buFont typeface="Arial"/>
              <a:buNone/>
            </a:pPr>
            <a:r>
              <a:rPr b="1" i="0" lang="vi" sz="983" u="none" cap="none" strike="noStrike">
                <a:solidFill>
                  <a:schemeClr val="lt1"/>
                </a:solidFill>
                <a:latin typeface="Lato"/>
                <a:ea typeface="Lato"/>
                <a:cs typeface="Lato"/>
                <a:sym typeface="Lato"/>
              </a:rPr>
              <a:t>スクラム</a:t>
            </a:r>
            <a:endParaRPr b="1" i="0" sz="983" u="none" cap="none" strike="noStrike">
              <a:solidFill>
                <a:schemeClr val="lt1"/>
              </a:solidFill>
              <a:latin typeface="Lato"/>
              <a:ea typeface="Lato"/>
              <a:cs typeface="Lato"/>
              <a:sym typeface="Lato"/>
            </a:endParaRPr>
          </a:p>
        </p:txBody>
      </p:sp>
      <p:sp>
        <p:nvSpPr>
          <p:cNvPr id="1181" name="Google Shape;1181;g3baff84d3b0_0_714"/>
          <p:cNvSpPr/>
          <p:nvPr/>
        </p:nvSpPr>
        <p:spPr>
          <a:xfrm rot="-8309265">
            <a:off x="2053769" y="2574086"/>
            <a:ext cx="94149" cy="94149"/>
          </a:xfrm>
          <a:prstGeom prst="rtTriangle">
            <a:avLst/>
          </a:prstGeom>
          <a:solidFill>
            <a:srgbClr val="002060"/>
          </a:solidFill>
          <a:ln cap="flat" cmpd="sng" w="10400">
            <a:solidFill>
              <a:srgbClr val="595959"/>
            </a:solidFill>
            <a:prstDash val="solid"/>
            <a:round/>
            <a:headEnd len="sm" w="sm" type="none"/>
            <a:tailEnd len="sm" w="sm" type="none"/>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529"/>
              <a:buFont typeface="Arial"/>
              <a:buNone/>
            </a:pPr>
            <a:r>
              <a:t/>
            </a:r>
            <a:endParaRPr b="0" i="0" sz="1529" u="none" cap="none" strike="noStrike">
              <a:solidFill>
                <a:srgbClr val="000000"/>
              </a:solidFill>
              <a:latin typeface="Arial"/>
              <a:ea typeface="Arial"/>
              <a:cs typeface="Arial"/>
              <a:sym typeface="Arial"/>
            </a:endParaRPr>
          </a:p>
        </p:txBody>
      </p:sp>
      <p:pic>
        <p:nvPicPr>
          <p:cNvPr id="1182" name="Google Shape;1182;g3baff84d3b0_0_714"/>
          <p:cNvPicPr preferRelativeResize="0"/>
          <p:nvPr/>
        </p:nvPicPr>
        <p:blipFill rotWithShape="1">
          <a:blip r:embed="rId3">
            <a:alphaModFix/>
          </a:blip>
          <a:srcRect b="0" l="0" r="0" t="0"/>
          <a:stretch/>
        </p:blipFill>
        <p:spPr>
          <a:xfrm>
            <a:off x="523510" y="2544770"/>
            <a:ext cx="234280" cy="234257"/>
          </a:xfrm>
          <a:prstGeom prst="rect">
            <a:avLst/>
          </a:prstGeom>
          <a:noFill/>
          <a:ln>
            <a:noFill/>
          </a:ln>
        </p:spPr>
      </p:pic>
      <p:sp>
        <p:nvSpPr>
          <p:cNvPr id="1183" name="Google Shape;1183;g3baff84d3b0_0_714"/>
          <p:cNvSpPr/>
          <p:nvPr/>
        </p:nvSpPr>
        <p:spPr>
          <a:xfrm>
            <a:off x="3067729" y="3443050"/>
            <a:ext cx="579900" cy="336300"/>
          </a:xfrm>
          <a:prstGeom prst="roundRect">
            <a:avLst>
              <a:gd fmla="val 16667" name="adj"/>
            </a:avLst>
          </a:prstGeom>
          <a:solidFill>
            <a:srgbClr val="44B2E4"/>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983"/>
              <a:buFont typeface="Arial"/>
              <a:buNone/>
            </a:pPr>
            <a:r>
              <a:rPr b="1" i="0" lang="vi" sz="983" u="none" cap="none" strike="noStrike">
                <a:solidFill>
                  <a:srgbClr val="FFFFFF"/>
                </a:solidFill>
                <a:latin typeface="Lato"/>
                <a:ea typeface="Lato"/>
                <a:cs typeface="Lato"/>
                <a:sym typeface="Lato"/>
              </a:rPr>
              <a:t>テスト</a:t>
            </a:r>
            <a:endParaRPr b="1" i="0" sz="983" u="none" cap="none" strike="noStrike">
              <a:solidFill>
                <a:srgbClr val="FFFFFF"/>
              </a:solidFill>
              <a:latin typeface="Lato"/>
              <a:ea typeface="Lato"/>
              <a:cs typeface="Lato"/>
              <a:sym typeface="Lato"/>
            </a:endParaRPr>
          </a:p>
        </p:txBody>
      </p:sp>
      <p:sp>
        <p:nvSpPr>
          <p:cNvPr id="1184" name="Google Shape;1184;g3baff84d3b0_0_714"/>
          <p:cNvSpPr/>
          <p:nvPr/>
        </p:nvSpPr>
        <p:spPr>
          <a:xfrm>
            <a:off x="5445002" y="3740864"/>
            <a:ext cx="2070300" cy="266700"/>
          </a:xfrm>
          <a:prstGeom prst="roundRect">
            <a:avLst>
              <a:gd fmla="val 16667" name="adj"/>
            </a:avLst>
          </a:prstGeom>
          <a:solidFill>
            <a:srgbClr val="5CCFDE"/>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872"/>
              <a:buFont typeface="Arial"/>
              <a:buNone/>
            </a:pPr>
            <a:r>
              <a:rPr b="1" i="0" lang="vi" sz="872" u="none" cap="none" strike="noStrike">
                <a:solidFill>
                  <a:srgbClr val="FFFFFF"/>
                </a:solidFill>
                <a:latin typeface="Lato"/>
                <a:ea typeface="Lato"/>
                <a:cs typeface="Lato"/>
                <a:sym typeface="Lato"/>
              </a:rPr>
              <a:t>トレーニング</a:t>
            </a:r>
            <a:endParaRPr b="1" i="0" sz="872" u="none" cap="none" strike="noStrike">
              <a:solidFill>
                <a:srgbClr val="FFFFFF"/>
              </a:solidFill>
              <a:latin typeface="Lato"/>
              <a:ea typeface="Lato"/>
              <a:cs typeface="Lato"/>
              <a:sym typeface="Lato"/>
            </a:endParaRPr>
          </a:p>
        </p:txBody>
      </p:sp>
      <p:sp>
        <p:nvSpPr>
          <p:cNvPr id="1185" name="Google Shape;1185;g3baff84d3b0_0_714"/>
          <p:cNvSpPr/>
          <p:nvPr/>
        </p:nvSpPr>
        <p:spPr>
          <a:xfrm>
            <a:off x="5445002" y="2746093"/>
            <a:ext cx="2060100" cy="294300"/>
          </a:xfrm>
          <a:prstGeom prst="roundRect">
            <a:avLst>
              <a:gd fmla="val 16667" name="adj"/>
            </a:avLst>
          </a:prstGeom>
          <a:solidFill>
            <a:srgbClr val="5CCFDE"/>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872"/>
              <a:buFont typeface="Arial"/>
              <a:buNone/>
            </a:pPr>
            <a:r>
              <a:rPr b="1" i="0" lang="vi" sz="872" u="none" cap="none" strike="noStrike">
                <a:solidFill>
                  <a:srgbClr val="FFFFFF"/>
                </a:solidFill>
                <a:latin typeface="Lato"/>
                <a:ea typeface="Lato"/>
                <a:cs typeface="Lato"/>
                <a:sym typeface="Lato"/>
              </a:rPr>
              <a:t>リリース/デプロイ</a:t>
            </a:r>
            <a:endParaRPr b="1" i="0" sz="872" u="none" cap="none" strike="noStrike">
              <a:solidFill>
                <a:srgbClr val="FFFFFF"/>
              </a:solidFill>
              <a:latin typeface="Lato"/>
              <a:ea typeface="Lato"/>
              <a:cs typeface="Lato"/>
              <a:sym typeface="Lato"/>
            </a:endParaRPr>
          </a:p>
        </p:txBody>
      </p:sp>
      <p:sp>
        <p:nvSpPr>
          <p:cNvPr id="1186" name="Google Shape;1186;g3baff84d3b0_0_714"/>
          <p:cNvSpPr/>
          <p:nvPr/>
        </p:nvSpPr>
        <p:spPr>
          <a:xfrm>
            <a:off x="1490331" y="1608082"/>
            <a:ext cx="2974800" cy="266700"/>
          </a:xfrm>
          <a:prstGeom prst="roundRect">
            <a:avLst>
              <a:gd fmla="val 16667" name="adj"/>
            </a:avLst>
          </a:prstGeom>
          <a:solidFill>
            <a:srgbClr val="3070B9"/>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872"/>
              <a:buFont typeface="Arial"/>
              <a:buNone/>
            </a:pPr>
            <a:r>
              <a:rPr b="1" i="0" lang="vi" sz="872" u="none" cap="none" strike="noStrike">
                <a:solidFill>
                  <a:srgbClr val="FFFFFF"/>
                </a:solidFill>
                <a:latin typeface="Lato"/>
                <a:ea typeface="Lato"/>
                <a:cs typeface="Lato"/>
                <a:sym typeface="Lato"/>
              </a:rPr>
              <a:t>立上げ・計画</a:t>
            </a:r>
            <a:endParaRPr b="1" i="0" sz="872" u="none" cap="none" strike="noStrike">
              <a:solidFill>
                <a:srgbClr val="FFFFFF"/>
              </a:solidFill>
              <a:latin typeface="Lato"/>
              <a:ea typeface="Lato"/>
              <a:cs typeface="Lato"/>
              <a:sym typeface="Lato"/>
            </a:endParaRPr>
          </a:p>
        </p:txBody>
      </p:sp>
      <p:sp>
        <p:nvSpPr>
          <p:cNvPr id="1187" name="Google Shape;1187;g3baff84d3b0_0_714"/>
          <p:cNvSpPr/>
          <p:nvPr/>
        </p:nvSpPr>
        <p:spPr>
          <a:xfrm>
            <a:off x="5434760" y="3243479"/>
            <a:ext cx="2070300" cy="294300"/>
          </a:xfrm>
          <a:prstGeom prst="roundRect">
            <a:avLst>
              <a:gd fmla="val 16667" name="adj"/>
            </a:avLst>
          </a:prstGeom>
          <a:solidFill>
            <a:srgbClr val="5CCFDE"/>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872"/>
              <a:buFont typeface="Arial"/>
              <a:buNone/>
            </a:pPr>
            <a:r>
              <a:rPr b="1" i="0" lang="vi" sz="872" u="none" cap="none" strike="noStrike">
                <a:solidFill>
                  <a:srgbClr val="FFFFFF"/>
                </a:solidFill>
                <a:latin typeface="Lato"/>
                <a:ea typeface="Lato"/>
                <a:cs typeface="Lato"/>
                <a:sym typeface="Lato"/>
              </a:rPr>
              <a:t>UAT</a:t>
            </a:r>
            <a:endParaRPr b="1" i="0" sz="872" u="none" cap="none" strike="noStrike">
              <a:solidFill>
                <a:srgbClr val="FFFFFF"/>
              </a:solidFill>
              <a:latin typeface="Lato"/>
              <a:ea typeface="Lato"/>
              <a:cs typeface="Lato"/>
              <a:sym typeface="Lato"/>
            </a:endParaRPr>
          </a:p>
        </p:txBody>
      </p:sp>
      <p:cxnSp>
        <p:nvCxnSpPr>
          <p:cNvPr id="1188" name="Google Shape;1188;g3baff84d3b0_0_714"/>
          <p:cNvCxnSpPr>
            <a:stCxn id="1186" idx="2"/>
          </p:cNvCxnSpPr>
          <p:nvPr/>
        </p:nvCxnSpPr>
        <p:spPr>
          <a:xfrm>
            <a:off x="2977731" y="1874782"/>
            <a:ext cx="0" cy="208200"/>
          </a:xfrm>
          <a:prstGeom prst="straightConnector1">
            <a:avLst/>
          </a:prstGeom>
          <a:noFill/>
          <a:ln cap="flat" cmpd="sng" w="20800">
            <a:solidFill>
              <a:srgbClr val="595959"/>
            </a:solidFill>
            <a:prstDash val="solid"/>
            <a:round/>
            <a:headEnd len="sm" w="sm" type="none"/>
            <a:tailEnd len="med" w="med" type="stealth"/>
          </a:ln>
        </p:spPr>
      </p:cxnSp>
      <p:cxnSp>
        <p:nvCxnSpPr>
          <p:cNvPr id="1189" name="Google Shape;1189;g3baff84d3b0_0_714"/>
          <p:cNvCxnSpPr>
            <a:stCxn id="1172" idx="2"/>
            <a:endCxn id="1163" idx="0"/>
          </p:cNvCxnSpPr>
          <p:nvPr/>
        </p:nvCxnSpPr>
        <p:spPr>
          <a:xfrm flipH="1">
            <a:off x="2976507" y="2428082"/>
            <a:ext cx="1200" cy="195600"/>
          </a:xfrm>
          <a:prstGeom prst="straightConnector1">
            <a:avLst/>
          </a:prstGeom>
          <a:noFill/>
          <a:ln cap="flat" cmpd="sng" w="20800">
            <a:solidFill>
              <a:srgbClr val="595959"/>
            </a:solidFill>
            <a:prstDash val="solid"/>
            <a:round/>
            <a:headEnd len="sm" w="sm" type="none"/>
            <a:tailEnd len="med" w="med" type="stealth"/>
          </a:ln>
        </p:spPr>
      </p:cxnSp>
      <p:cxnSp>
        <p:nvCxnSpPr>
          <p:cNvPr id="1190" name="Google Shape;1190;g3baff84d3b0_0_714"/>
          <p:cNvCxnSpPr/>
          <p:nvPr/>
        </p:nvCxnSpPr>
        <p:spPr>
          <a:xfrm>
            <a:off x="4586840" y="3149286"/>
            <a:ext cx="862500" cy="0"/>
          </a:xfrm>
          <a:prstGeom prst="straightConnector1">
            <a:avLst/>
          </a:prstGeom>
          <a:noFill/>
          <a:ln cap="flat" cmpd="sng" w="20800">
            <a:solidFill>
              <a:srgbClr val="595959"/>
            </a:solidFill>
            <a:prstDash val="solid"/>
            <a:round/>
            <a:headEnd len="sm" w="sm" type="none"/>
            <a:tailEnd len="med" w="med" type="stealth"/>
          </a:ln>
        </p:spPr>
      </p:cxnSp>
      <p:cxnSp>
        <p:nvCxnSpPr>
          <p:cNvPr id="1191" name="Google Shape;1191;g3baff84d3b0_0_714"/>
          <p:cNvCxnSpPr>
            <a:stCxn id="1173" idx="0"/>
            <a:endCxn id="1184" idx="2"/>
          </p:cNvCxnSpPr>
          <p:nvPr/>
        </p:nvCxnSpPr>
        <p:spPr>
          <a:xfrm rot="10800000">
            <a:off x="6480152" y="4007618"/>
            <a:ext cx="0" cy="203100"/>
          </a:xfrm>
          <a:prstGeom prst="straightConnector1">
            <a:avLst/>
          </a:prstGeom>
          <a:noFill/>
          <a:ln cap="flat" cmpd="sng" w="20800">
            <a:solidFill>
              <a:srgbClr val="595959"/>
            </a:solidFill>
            <a:prstDash val="solid"/>
            <a:round/>
            <a:headEnd len="sm" w="sm" type="none"/>
            <a:tailEnd len="med" w="med" type="stealth"/>
          </a:ln>
        </p:spPr>
      </p:cxnSp>
      <p:cxnSp>
        <p:nvCxnSpPr>
          <p:cNvPr id="1192" name="Google Shape;1192;g3baff84d3b0_0_714"/>
          <p:cNvCxnSpPr>
            <a:stCxn id="1184" idx="0"/>
            <a:endCxn id="1187" idx="2"/>
          </p:cNvCxnSpPr>
          <p:nvPr/>
        </p:nvCxnSpPr>
        <p:spPr>
          <a:xfrm rot="10800000">
            <a:off x="6469952" y="3537764"/>
            <a:ext cx="10200" cy="203100"/>
          </a:xfrm>
          <a:prstGeom prst="straightConnector1">
            <a:avLst/>
          </a:prstGeom>
          <a:noFill/>
          <a:ln cap="flat" cmpd="sng" w="20800">
            <a:solidFill>
              <a:srgbClr val="595959"/>
            </a:solidFill>
            <a:prstDash val="solid"/>
            <a:round/>
            <a:headEnd len="sm" w="sm" type="none"/>
            <a:tailEnd len="med" w="med" type="stealth"/>
          </a:ln>
        </p:spPr>
      </p:cxnSp>
      <p:cxnSp>
        <p:nvCxnSpPr>
          <p:cNvPr id="1193" name="Google Shape;1193;g3baff84d3b0_0_714"/>
          <p:cNvCxnSpPr>
            <a:stCxn id="1187" idx="0"/>
            <a:endCxn id="1185" idx="2"/>
          </p:cNvCxnSpPr>
          <p:nvPr/>
        </p:nvCxnSpPr>
        <p:spPr>
          <a:xfrm flipH="1" rot="10800000">
            <a:off x="6469910" y="3040379"/>
            <a:ext cx="5100" cy="203100"/>
          </a:xfrm>
          <a:prstGeom prst="straightConnector1">
            <a:avLst/>
          </a:prstGeom>
          <a:noFill/>
          <a:ln cap="flat" cmpd="sng" w="20800">
            <a:solidFill>
              <a:srgbClr val="595959"/>
            </a:solidFill>
            <a:prstDash val="solid"/>
            <a:round/>
            <a:headEnd len="sm" w="sm" type="none"/>
            <a:tailEnd len="med" w="med" type="stealth"/>
          </a:ln>
        </p:spPr>
      </p:cxnSp>
      <p:pic>
        <p:nvPicPr>
          <p:cNvPr id="1194" name="Google Shape;1194;g3baff84d3b0_0_714"/>
          <p:cNvPicPr preferRelativeResize="0"/>
          <p:nvPr/>
        </p:nvPicPr>
        <p:blipFill rotWithShape="1">
          <a:blip r:embed="rId4">
            <a:alphaModFix/>
          </a:blip>
          <a:srcRect b="0" l="0" r="0" t="0"/>
          <a:stretch/>
        </p:blipFill>
        <p:spPr>
          <a:xfrm rot="3567367">
            <a:off x="1687072" y="2804238"/>
            <a:ext cx="131328" cy="141169"/>
          </a:xfrm>
          <a:prstGeom prst="rect">
            <a:avLst/>
          </a:prstGeom>
          <a:noFill/>
          <a:ln>
            <a:noFill/>
          </a:ln>
        </p:spPr>
      </p:pic>
      <p:pic>
        <p:nvPicPr>
          <p:cNvPr id="1195" name="Google Shape;1195;g3baff84d3b0_0_714"/>
          <p:cNvPicPr preferRelativeResize="0"/>
          <p:nvPr/>
        </p:nvPicPr>
        <p:blipFill rotWithShape="1">
          <a:blip r:embed="rId4">
            <a:alphaModFix/>
          </a:blip>
          <a:srcRect b="0" l="0" r="0" t="0"/>
          <a:stretch/>
        </p:blipFill>
        <p:spPr>
          <a:xfrm rot="3567367">
            <a:off x="1640375" y="3884709"/>
            <a:ext cx="131328" cy="141169"/>
          </a:xfrm>
          <a:prstGeom prst="rect">
            <a:avLst/>
          </a:prstGeom>
          <a:noFill/>
          <a:ln>
            <a:noFill/>
          </a:ln>
        </p:spPr>
      </p:pic>
      <p:sp>
        <p:nvSpPr>
          <p:cNvPr id="1196" name="Google Shape;1196;g3baff84d3b0_0_714"/>
          <p:cNvSpPr/>
          <p:nvPr/>
        </p:nvSpPr>
        <p:spPr>
          <a:xfrm>
            <a:off x="3010487" y="3860650"/>
            <a:ext cx="1423200" cy="507300"/>
          </a:xfrm>
          <a:prstGeom prst="roundRect">
            <a:avLst>
              <a:gd fmla="val 16667" name="adj"/>
            </a:avLst>
          </a:prstGeom>
          <a:solidFill>
            <a:srgbClr val="44B2E4"/>
          </a:solidFill>
          <a:ln>
            <a:noFill/>
          </a:ln>
          <a:effectLst>
            <a:outerShdw blurRad="156087" rotWithShape="0" algn="bl" dir="5400000" dist="20812">
              <a:srgbClr val="000000">
                <a:alpha val="27450"/>
              </a:srgbClr>
            </a:outerShdw>
          </a:effectLst>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092"/>
              <a:buFont typeface="Arial"/>
              <a:buNone/>
            </a:pPr>
            <a:r>
              <a:t/>
            </a:r>
            <a:endParaRPr b="1" i="0" sz="1092" u="none" cap="none" strike="noStrike">
              <a:solidFill>
                <a:srgbClr val="FFFFFF"/>
              </a:solidFill>
              <a:latin typeface="Arial"/>
              <a:ea typeface="Arial"/>
              <a:cs typeface="Arial"/>
              <a:sym typeface="Arial"/>
            </a:endParaRPr>
          </a:p>
        </p:txBody>
      </p:sp>
      <p:sp>
        <p:nvSpPr>
          <p:cNvPr id="1197" name="Google Shape;1197;g3baff84d3b0_0_714"/>
          <p:cNvSpPr txBox="1"/>
          <p:nvPr/>
        </p:nvSpPr>
        <p:spPr>
          <a:xfrm>
            <a:off x="3185546" y="3778802"/>
            <a:ext cx="967500" cy="353100"/>
          </a:xfrm>
          <a:prstGeom prst="rect">
            <a:avLst/>
          </a:prstGeom>
          <a:noFill/>
          <a:ln>
            <a:noFill/>
          </a:ln>
        </p:spPr>
        <p:txBody>
          <a:bodyPr anchorCtr="0" anchor="t" bIns="99875" lIns="99875" spcFirstLastPara="1" rIns="99875" wrap="square" tIns="99875">
            <a:spAutoFit/>
          </a:bodyPr>
          <a:lstStyle/>
          <a:p>
            <a:pPr indent="0" lvl="0" marL="0" marR="0" rtl="0" algn="l">
              <a:lnSpc>
                <a:spcPct val="100000"/>
              </a:lnSpc>
              <a:spcBef>
                <a:spcPts val="0"/>
              </a:spcBef>
              <a:spcAft>
                <a:spcPts val="0"/>
              </a:spcAft>
              <a:buClr>
                <a:srgbClr val="000000"/>
              </a:buClr>
              <a:buSzPts val="983"/>
              <a:buFont typeface="Arial"/>
              <a:buNone/>
            </a:pPr>
            <a:r>
              <a:rPr b="1" i="0" lang="vi" sz="983" u="none" cap="none" strike="noStrike">
                <a:solidFill>
                  <a:schemeClr val="lt1"/>
                </a:solidFill>
                <a:latin typeface="Noto Sans JP"/>
                <a:ea typeface="Noto Sans JP"/>
                <a:cs typeface="Noto Sans JP"/>
                <a:sym typeface="Noto Sans JP"/>
              </a:rPr>
              <a:t>スクラム</a:t>
            </a:r>
            <a:endParaRPr b="1" i="0" sz="983" u="none" cap="none" strike="noStrike">
              <a:solidFill>
                <a:schemeClr val="lt1"/>
              </a:solidFill>
              <a:latin typeface="Noto Sans JP"/>
              <a:ea typeface="Noto Sans JP"/>
              <a:cs typeface="Noto Sans JP"/>
              <a:sym typeface="Noto Sans JP"/>
            </a:endParaRPr>
          </a:p>
        </p:txBody>
      </p:sp>
      <p:sp>
        <p:nvSpPr>
          <p:cNvPr id="1198" name="Google Shape;1198;g3baff84d3b0_0_714"/>
          <p:cNvSpPr txBox="1"/>
          <p:nvPr/>
        </p:nvSpPr>
        <p:spPr>
          <a:xfrm>
            <a:off x="3010487" y="4016384"/>
            <a:ext cx="1423200" cy="336300"/>
          </a:xfrm>
          <a:prstGeom prst="rect">
            <a:avLst/>
          </a:prstGeom>
          <a:solidFill>
            <a:srgbClr val="44B2E4"/>
          </a:solidFill>
          <a:ln>
            <a:noFill/>
          </a:ln>
        </p:spPr>
        <p:txBody>
          <a:bodyPr anchorCtr="0" anchor="t" bIns="99875" lIns="99875" spcFirstLastPara="1" rIns="99875" wrap="square" tIns="99875">
            <a:spAutoFit/>
          </a:bodyPr>
          <a:lstStyle/>
          <a:p>
            <a:pPr indent="0" lvl="0" marL="0" marR="0" rtl="0" algn="ctr">
              <a:lnSpc>
                <a:spcPct val="100000"/>
              </a:lnSpc>
              <a:spcBef>
                <a:spcPts val="0"/>
              </a:spcBef>
              <a:spcAft>
                <a:spcPts val="0"/>
              </a:spcAft>
              <a:buClr>
                <a:srgbClr val="000000"/>
              </a:buClr>
              <a:buSzPts val="872"/>
              <a:buFont typeface="Arial"/>
              <a:buNone/>
            </a:pPr>
            <a:r>
              <a:rPr b="1" i="0" lang="vi" sz="872" u="none" cap="none" strike="noStrike">
                <a:solidFill>
                  <a:srgbClr val="FFFFFF"/>
                </a:solidFill>
                <a:latin typeface="Lato"/>
                <a:ea typeface="Lato"/>
                <a:cs typeface="Lato"/>
                <a:sym typeface="Lato"/>
              </a:rPr>
              <a:t>レトロスペクティブ</a:t>
            </a:r>
            <a:endParaRPr b="1" i="0" sz="872" u="none" cap="none" strike="noStrike">
              <a:solidFill>
                <a:srgbClr val="FFFFFF"/>
              </a:solidFill>
              <a:latin typeface="Lato"/>
              <a:ea typeface="Lato"/>
              <a:cs typeface="Lato"/>
              <a:sym typeface="Lato"/>
            </a:endParaRPr>
          </a:p>
        </p:txBody>
      </p:sp>
      <p:pic>
        <p:nvPicPr>
          <p:cNvPr id="1199" name="Google Shape;1199;g3baff84d3b0_0_714"/>
          <p:cNvPicPr preferRelativeResize="0"/>
          <p:nvPr/>
        </p:nvPicPr>
        <p:blipFill rotWithShape="1">
          <a:blip r:embed="rId4">
            <a:alphaModFix/>
          </a:blip>
          <a:srcRect b="0" l="0" r="0" t="0"/>
          <a:stretch/>
        </p:blipFill>
        <p:spPr>
          <a:xfrm rot="3567367">
            <a:off x="3127002" y="3884695"/>
            <a:ext cx="131328" cy="141169"/>
          </a:xfrm>
          <a:prstGeom prst="rect">
            <a:avLst/>
          </a:prstGeom>
          <a:noFill/>
          <a:ln>
            <a:noFill/>
          </a:ln>
        </p:spPr>
      </p:pic>
      <p:sp>
        <p:nvSpPr>
          <p:cNvPr id="1200" name="Google Shape;1200;g3baff84d3b0_0_714"/>
          <p:cNvSpPr/>
          <p:nvPr/>
        </p:nvSpPr>
        <p:spPr>
          <a:xfrm rot="2480566">
            <a:off x="3543075" y="4465915"/>
            <a:ext cx="103094" cy="103094"/>
          </a:xfrm>
          <a:prstGeom prst="rtTriangle">
            <a:avLst/>
          </a:prstGeom>
          <a:solidFill>
            <a:srgbClr val="002060"/>
          </a:solidFill>
          <a:ln cap="flat" cmpd="sng" w="10400">
            <a:solidFill>
              <a:srgbClr val="595959"/>
            </a:solidFill>
            <a:prstDash val="solid"/>
            <a:round/>
            <a:headEnd len="sm" w="sm" type="none"/>
            <a:tailEnd len="sm" w="sm" type="none"/>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529"/>
              <a:buFont typeface="Arial"/>
              <a:buNone/>
            </a:pPr>
            <a:r>
              <a:t/>
            </a:r>
            <a:endParaRPr b="0" i="0" sz="1529" u="none" cap="none" strike="noStrike">
              <a:solidFill>
                <a:srgbClr val="000000"/>
              </a:solidFill>
              <a:latin typeface="Arial"/>
              <a:ea typeface="Arial"/>
              <a:cs typeface="Arial"/>
              <a:sym typeface="Arial"/>
            </a:endParaRPr>
          </a:p>
        </p:txBody>
      </p:sp>
      <p:sp>
        <p:nvSpPr>
          <p:cNvPr id="1201" name="Google Shape;1201;g3baff84d3b0_0_714"/>
          <p:cNvSpPr txBox="1"/>
          <p:nvPr/>
        </p:nvSpPr>
        <p:spPr>
          <a:xfrm flipH="1">
            <a:off x="447928" y="1594317"/>
            <a:ext cx="490200" cy="453900"/>
          </a:xfrm>
          <a:prstGeom prst="rect">
            <a:avLst/>
          </a:prstGeom>
          <a:no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2184"/>
              <a:buFont typeface="Arial"/>
              <a:buNone/>
            </a:pPr>
            <a:r>
              <a:rPr b="1" i="0" lang="vi" sz="2184" u="none" cap="none" strike="noStrike">
                <a:solidFill>
                  <a:srgbClr val="0093D6"/>
                </a:solidFill>
                <a:latin typeface="Arial"/>
                <a:ea typeface="Arial"/>
                <a:cs typeface="Arial"/>
                <a:sym typeface="Arial"/>
              </a:rPr>
              <a:t>1</a:t>
            </a:r>
            <a:endParaRPr b="1" i="0" sz="2184" u="none" cap="none" strike="noStrike">
              <a:solidFill>
                <a:srgbClr val="0093D6"/>
              </a:solidFill>
              <a:latin typeface="Arial"/>
              <a:ea typeface="Arial"/>
              <a:cs typeface="Arial"/>
              <a:sym typeface="Arial"/>
            </a:endParaRPr>
          </a:p>
        </p:txBody>
      </p:sp>
      <p:cxnSp>
        <p:nvCxnSpPr>
          <p:cNvPr id="1202" name="Google Shape;1202;g3baff84d3b0_0_714"/>
          <p:cNvCxnSpPr>
            <a:stCxn id="1185" idx="0"/>
            <a:endCxn id="1168" idx="2"/>
          </p:cNvCxnSpPr>
          <p:nvPr/>
        </p:nvCxnSpPr>
        <p:spPr>
          <a:xfrm rot="10800000">
            <a:off x="6469952" y="2356393"/>
            <a:ext cx="5100" cy="389700"/>
          </a:xfrm>
          <a:prstGeom prst="straightConnector1">
            <a:avLst/>
          </a:prstGeom>
          <a:noFill/>
          <a:ln cap="flat" cmpd="sng" w="20800">
            <a:solidFill>
              <a:srgbClr val="595959"/>
            </a:solidFill>
            <a:prstDash val="solid"/>
            <a:round/>
            <a:headEnd len="sm" w="sm" type="none"/>
            <a:tailEnd len="med" w="med" type="stealth"/>
          </a:ln>
        </p:spPr>
      </p:cxnSp>
      <p:sp>
        <p:nvSpPr>
          <p:cNvPr id="1203" name="Google Shape;1203;g3baff84d3b0_0_714"/>
          <p:cNvSpPr/>
          <p:nvPr/>
        </p:nvSpPr>
        <p:spPr>
          <a:xfrm>
            <a:off x="422947" y="3327895"/>
            <a:ext cx="490200" cy="453900"/>
          </a:xfrm>
          <a:prstGeom prst="octagon">
            <a:avLst>
              <a:gd fmla="val 29289" name="adj"/>
            </a:avLst>
          </a:prstGeom>
          <a:solidFill>
            <a:srgbClr val="D4F0FD"/>
          </a:solid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529"/>
              <a:buFont typeface="Arial"/>
              <a:buNone/>
            </a:pPr>
            <a:r>
              <a:t/>
            </a:r>
            <a:endParaRPr b="0" i="0" sz="1529" u="none" cap="none" strike="noStrike">
              <a:solidFill>
                <a:srgbClr val="000000"/>
              </a:solidFill>
              <a:latin typeface="Arial"/>
              <a:ea typeface="Arial"/>
              <a:cs typeface="Arial"/>
              <a:sym typeface="Arial"/>
            </a:endParaRPr>
          </a:p>
        </p:txBody>
      </p:sp>
      <p:sp>
        <p:nvSpPr>
          <p:cNvPr id="1204" name="Google Shape;1204;g3baff84d3b0_0_714"/>
          <p:cNvSpPr txBox="1"/>
          <p:nvPr/>
        </p:nvSpPr>
        <p:spPr>
          <a:xfrm>
            <a:off x="-94774" y="3368387"/>
            <a:ext cx="1518300" cy="369900"/>
          </a:xfrm>
          <a:prstGeom prst="rect">
            <a:avLst/>
          </a:prstGeom>
          <a:noFill/>
          <a:ln>
            <a:noFill/>
          </a:ln>
        </p:spPr>
        <p:txBody>
          <a:bodyPr anchorCtr="0" anchor="t" bIns="99875" lIns="99875" spcFirstLastPara="1" rIns="99875" wrap="square" tIns="99875">
            <a:spAutoFit/>
          </a:bodyPr>
          <a:lstStyle/>
          <a:p>
            <a:pPr indent="0" lvl="0" marL="0" marR="0" rtl="0" algn="ctr">
              <a:lnSpc>
                <a:spcPct val="100000"/>
              </a:lnSpc>
              <a:spcBef>
                <a:spcPts val="0"/>
              </a:spcBef>
              <a:spcAft>
                <a:spcPts val="0"/>
              </a:spcAft>
              <a:buClr>
                <a:srgbClr val="000000"/>
              </a:buClr>
              <a:buSzPts val="1092"/>
              <a:buFont typeface="Arial"/>
              <a:buNone/>
            </a:pPr>
            <a:r>
              <a:rPr b="1" i="0" lang="vi" sz="1092" u="none" cap="none" strike="noStrike">
                <a:solidFill>
                  <a:srgbClr val="0093D6"/>
                </a:solidFill>
                <a:latin typeface="Noto Sans JP"/>
                <a:ea typeface="Noto Sans JP"/>
                <a:cs typeface="Noto Sans JP"/>
                <a:sym typeface="Noto Sans JP"/>
              </a:rPr>
              <a:t>Agile/スクラム</a:t>
            </a:r>
            <a:endParaRPr b="1" i="0" sz="1092" u="none" cap="none" strike="noStrike">
              <a:solidFill>
                <a:srgbClr val="0093D6"/>
              </a:solidFill>
              <a:latin typeface="Noto Sans JP"/>
              <a:ea typeface="Noto Sans JP"/>
              <a:cs typeface="Noto Sans JP"/>
              <a:sym typeface="Noto Sans JP"/>
            </a:endParaRPr>
          </a:p>
        </p:txBody>
      </p:sp>
      <p:sp>
        <p:nvSpPr>
          <p:cNvPr id="1205" name="Google Shape;1205;g3baff84d3b0_0_714"/>
          <p:cNvSpPr txBox="1"/>
          <p:nvPr/>
        </p:nvSpPr>
        <p:spPr>
          <a:xfrm flipH="1">
            <a:off x="423047" y="2929284"/>
            <a:ext cx="490200" cy="453900"/>
          </a:xfrm>
          <a:prstGeom prst="rect">
            <a:avLst/>
          </a:prstGeom>
          <a:no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2184"/>
              <a:buFont typeface="Arial"/>
              <a:buNone/>
            </a:pPr>
            <a:r>
              <a:rPr b="1" i="0" lang="vi" sz="2184" u="none" cap="none" strike="noStrike">
                <a:solidFill>
                  <a:srgbClr val="0093D6"/>
                </a:solidFill>
                <a:latin typeface="Arial"/>
                <a:ea typeface="Arial"/>
                <a:cs typeface="Arial"/>
                <a:sym typeface="Arial"/>
              </a:rPr>
              <a:t>2</a:t>
            </a:r>
            <a:endParaRPr b="1" i="0" sz="2184" u="none" cap="none" strike="noStrike">
              <a:solidFill>
                <a:srgbClr val="0093D6"/>
              </a:solidFill>
              <a:latin typeface="Arial"/>
              <a:ea typeface="Arial"/>
              <a:cs typeface="Arial"/>
              <a:sym typeface="Arial"/>
            </a:endParaRPr>
          </a:p>
        </p:txBody>
      </p:sp>
      <p:pic>
        <p:nvPicPr>
          <p:cNvPr id="1206" name="Google Shape;1206;g3baff84d3b0_0_714" title="iconoir_agile.png"/>
          <p:cNvPicPr preferRelativeResize="0"/>
          <p:nvPr/>
        </p:nvPicPr>
        <p:blipFill rotWithShape="1">
          <a:blip r:embed="rId5">
            <a:alphaModFix/>
          </a:blip>
          <a:srcRect b="0" l="0" r="0" t="0"/>
          <a:stretch/>
        </p:blipFill>
        <p:spPr>
          <a:xfrm>
            <a:off x="507258" y="3895129"/>
            <a:ext cx="266781" cy="266781"/>
          </a:xfrm>
          <a:prstGeom prst="rect">
            <a:avLst/>
          </a:prstGeom>
          <a:noFill/>
          <a:ln>
            <a:noFill/>
          </a:ln>
        </p:spPr>
      </p:pic>
      <p:sp>
        <p:nvSpPr>
          <p:cNvPr id="1207" name="Google Shape;1207;g3baff84d3b0_0_714"/>
          <p:cNvSpPr/>
          <p:nvPr/>
        </p:nvSpPr>
        <p:spPr>
          <a:xfrm>
            <a:off x="8160799" y="3451697"/>
            <a:ext cx="490200" cy="453900"/>
          </a:xfrm>
          <a:prstGeom prst="octagon">
            <a:avLst>
              <a:gd fmla="val 29289" name="adj"/>
            </a:avLst>
          </a:prstGeom>
          <a:solidFill>
            <a:srgbClr val="D4F0FD"/>
          </a:solid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529"/>
              <a:buFont typeface="Arial"/>
              <a:buNone/>
            </a:pPr>
            <a:r>
              <a:t/>
            </a:r>
            <a:endParaRPr b="0" i="0" sz="1529" u="none" cap="none" strike="noStrike">
              <a:solidFill>
                <a:srgbClr val="000000"/>
              </a:solidFill>
              <a:latin typeface="Arial"/>
              <a:ea typeface="Arial"/>
              <a:cs typeface="Arial"/>
              <a:sym typeface="Arial"/>
            </a:endParaRPr>
          </a:p>
        </p:txBody>
      </p:sp>
      <p:sp>
        <p:nvSpPr>
          <p:cNvPr id="1208" name="Google Shape;1208;g3baff84d3b0_0_714"/>
          <p:cNvSpPr txBox="1"/>
          <p:nvPr/>
        </p:nvSpPr>
        <p:spPr>
          <a:xfrm>
            <a:off x="7643077" y="3916517"/>
            <a:ext cx="1518300" cy="369900"/>
          </a:xfrm>
          <a:prstGeom prst="rect">
            <a:avLst/>
          </a:prstGeom>
          <a:noFill/>
          <a:ln>
            <a:noFill/>
          </a:ln>
        </p:spPr>
        <p:txBody>
          <a:bodyPr anchorCtr="0" anchor="t" bIns="99875" lIns="99875" spcFirstLastPara="1" rIns="99875" wrap="square" tIns="99875">
            <a:spAutoFit/>
          </a:bodyPr>
          <a:lstStyle/>
          <a:p>
            <a:pPr indent="0" lvl="0" marL="0" marR="0" rtl="0" algn="ctr">
              <a:lnSpc>
                <a:spcPct val="100000"/>
              </a:lnSpc>
              <a:spcBef>
                <a:spcPts val="0"/>
              </a:spcBef>
              <a:spcAft>
                <a:spcPts val="0"/>
              </a:spcAft>
              <a:buClr>
                <a:srgbClr val="000000"/>
              </a:buClr>
              <a:buSzPts val="1092"/>
              <a:buFont typeface="Arial"/>
              <a:buNone/>
            </a:pPr>
            <a:r>
              <a:rPr b="1" i="0" lang="vi" sz="1092" u="none" cap="none" strike="noStrike">
                <a:solidFill>
                  <a:srgbClr val="0093D6"/>
                </a:solidFill>
                <a:latin typeface="Noto Sans JP"/>
                <a:ea typeface="Noto Sans JP"/>
                <a:cs typeface="Noto Sans JP"/>
                <a:sym typeface="Noto Sans JP"/>
              </a:rPr>
              <a:t>ウォーターフォールフェーズ</a:t>
            </a:r>
            <a:endParaRPr b="1" i="0" sz="1092" u="none" cap="none" strike="noStrike">
              <a:solidFill>
                <a:srgbClr val="0093D6"/>
              </a:solidFill>
              <a:latin typeface="Noto Sans JP"/>
              <a:ea typeface="Noto Sans JP"/>
              <a:cs typeface="Noto Sans JP"/>
              <a:sym typeface="Noto Sans JP"/>
            </a:endParaRPr>
          </a:p>
        </p:txBody>
      </p:sp>
      <p:pic>
        <p:nvPicPr>
          <p:cNvPr id="1209" name="Google Shape;1209;g3baff84d3b0_0_714"/>
          <p:cNvPicPr preferRelativeResize="0"/>
          <p:nvPr/>
        </p:nvPicPr>
        <p:blipFill rotWithShape="1">
          <a:blip r:embed="rId3">
            <a:alphaModFix/>
          </a:blip>
          <a:srcRect b="0" l="0" r="0" t="0"/>
          <a:stretch/>
        </p:blipFill>
        <p:spPr>
          <a:xfrm>
            <a:off x="8236481" y="4402150"/>
            <a:ext cx="234280" cy="234257"/>
          </a:xfrm>
          <a:prstGeom prst="rect">
            <a:avLst/>
          </a:prstGeom>
          <a:noFill/>
          <a:ln>
            <a:noFill/>
          </a:ln>
        </p:spPr>
      </p:pic>
      <p:sp>
        <p:nvSpPr>
          <p:cNvPr id="1210" name="Google Shape;1210;g3baff84d3b0_0_714"/>
          <p:cNvSpPr txBox="1"/>
          <p:nvPr/>
        </p:nvSpPr>
        <p:spPr>
          <a:xfrm flipH="1">
            <a:off x="8160899" y="3451697"/>
            <a:ext cx="490200" cy="453900"/>
          </a:xfrm>
          <a:prstGeom prst="rect">
            <a:avLst/>
          </a:prstGeom>
          <a:no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2184"/>
              <a:buFont typeface="Arial"/>
              <a:buNone/>
            </a:pPr>
            <a:r>
              <a:rPr b="1" i="0" lang="vi" sz="2184" u="none" cap="none" strike="noStrike">
                <a:solidFill>
                  <a:srgbClr val="0093D6"/>
                </a:solidFill>
                <a:latin typeface="Arial"/>
                <a:ea typeface="Arial"/>
                <a:cs typeface="Arial"/>
                <a:sym typeface="Arial"/>
              </a:rPr>
              <a:t>3</a:t>
            </a:r>
            <a:endParaRPr b="1" i="0" sz="2184" u="none" cap="none" strike="noStrike">
              <a:solidFill>
                <a:srgbClr val="0093D6"/>
              </a:solidFill>
              <a:latin typeface="Arial"/>
              <a:ea typeface="Arial"/>
              <a:cs typeface="Arial"/>
              <a:sym typeface="Arial"/>
            </a:endParaRPr>
          </a:p>
        </p:txBody>
      </p:sp>
      <p:sp>
        <p:nvSpPr>
          <p:cNvPr id="1211" name="Google Shape;1211;g3baff84d3b0_0_714"/>
          <p:cNvSpPr/>
          <p:nvPr/>
        </p:nvSpPr>
        <p:spPr>
          <a:xfrm>
            <a:off x="8112129" y="1555013"/>
            <a:ext cx="490200" cy="453900"/>
          </a:xfrm>
          <a:prstGeom prst="octagon">
            <a:avLst>
              <a:gd fmla="val 29289" name="adj"/>
            </a:avLst>
          </a:prstGeom>
          <a:solidFill>
            <a:srgbClr val="D4F0FD"/>
          </a:solid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1529"/>
              <a:buFont typeface="Arial"/>
              <a:buNone/>
            </a:pPr>
            <a:r>
              <a:t/>
            </a:r>
            <a:endParaRPr b="0" i="0" sz="1529" u="none" cap="none" strike="noStrike">
              <a:solidFill>
                <a:srgbClr val="000000"/>
              </a:solidFill>
              <a:latin typeface="Arial"/>
              <a:ea typeface="Arial"/>
              <a:cs typeface="Arial"/>
              <a:sym typeface="Arial"/>
            </a:endParaRPr>
          </a:p>
        </p:txBody>
      </p:sp>
      <p:sp>
        <p:nvSpPr>
          <p:cNvPr id="1212" name="Google Shape;1212;g3baff84d3b0_0_714"/>
          <p:cNvSpPr txBox="1"/>
          <p:nvPr/>
        </p:nvSpPr>
        <p:spPr>
          <a:xfrm>
            <a:off x="7594408" y="2019833"/>
            <a:ext cx="1518300" cy="369900"/>
          </a:xfrm>
          <a:prstGeom prst="rect">
            <a:avLst/>
          </a:prstGeom>
          <a:noFill/>
          <a:ln>
            <a:noFill/>
          </a:ln>
        </p:spPr>
        <p:txBody>
          <a:bodyPr anchorCtr="0" anchor="t" bIns="99875" lIns="99875" spcFirstLastPara="1" rIns="99875" wrap="square" tIns="99875">
            <a:spAutoFit/>
          </a:bodyPr>
          <a:lstStyle/>
          <a:p>
            <a:pPr indent="0" lvl="0" marL="0" marR="0" rtl="0" algn="ctr">
              <a:lnSpc>
                <a:spcPct val="100000"/>
              </a:lnSpc>
              <a:spcBef>
                <a:spcPts val="0"/>
              </a:spcBef>
              <a:spcAft>
                <a:spcPts val="0"/>
              </a:spcAft>
              <a:buClr>
                <a:srgbClr val="000000"/>
              </a:buClr>
              <a:buSzPts val="1092"/>
              <a:buFont typeface="Arial"/>
              <a:buNone/>
            </a:pPr>
            <a:r>
              <a:rPr b="1" i="0" lang="vi" sz="1092" u="none" cap="none" strike="noStrike">
                <a:solidFill>
                  <a:srgbClr val="0093D6"/>
                </a:solidFill>
                <a:latin typeface="Noto Sans JP"/>
                <a:ea typeface="Noto Sans JP"/>
                <a:cs typeface="Noto Sans JP"/>
                <a:sym typeface="Noto Sans JP"/>
              </a:rPr>
              <a:t>アジャイルフェーズ</a:t>
            </a:r>
            <a:endParaRPr b="1" i="0" sz="1092" u="none" cap="none" strike="noStrike">
              <a:solidFill>
                <a:srgbClr val="0093D6"/>
              </a:solidFill>
              <a:latin typeface="Noto Sans JP"/>
              <a:ea typeface="Noto Sans JP"/>
              <a:cs typeface="Noto Sans JP"/>
              <a:sym typeface="Noto Sans JP"/>
            </a:endParaRPr>
          </a:p>
        </p:txBody>
      </p:sp>
      <p:sp>
        <p:nvSpPr>
          <p:cNvPr id="1213" name="Google Shape;1213;g3baff84d3b0_0_714"/>
          <p:cNvSpPr txBox="1"/>
          <p:nvPr/>
        </p:nvSpPr>
        <p:spPr>
          <a:xfrm flipH="1">
            <a:off x="8112229" y="1555013"/>
            <a:ext cx="490200" cy="453900"/>
          </a:xfrm>
          <a:prstGeom prst="rect">
            <a:avLst/>
          </a:prstGeom>
          <a:noFill/>
          <a:ln>
            <a:noFill/>
          </a:ln>
        </p:spPr>
        <p:txBody>
          <a:bodyPr anchorCtr="0" anchor="ctr" bIns="99875" lIns="99875" spcFirstLastPara="1" rIns="99875" wrap="square" tIns="99875">
            <a:noAutofit/>
          </a:bodyPr>
          <a:lstStyle/>
          <a:p>
            <a:pPr indent="0" lvl="0" marL="0" marR="0" rtl="0" algn="ctr">
              <a:lnSpc>
                <a:spcPct val="100000"/>
              </a:lnSpc>
              <a:spcBef>
                <a:spcPts val="0"/>
              </a:spcBef>
              <a:spcAft>
                <a:spcPts val="0"/>
              </a:spcAft>
              <a:buClr>
                <a:srgbClr val="000000"/>
              </a:buClr>
              <a:buSzPts val="2184"/>
              <a:buFont typeface="Arial"/>
              <a:buNone/>
            </a:pPr>
            <a:r>
              <a:rPr b="1" i="0" lang="vi" sz="2184" u="none" cap="none" strike="noStrike">
                <a:solidFill>
                  <a:srgbClr val="0093D6"/>
                </a:solidFill>
                <a:latin typeface="Arial"/>
                <a:ea typeface="Arial"/>
                <a:cs typeface="Arial"/>
                <a:sym typeface="Arial"/>
              </a:rPr>
              <a:t>4</a:t>
            </a:r>
            <a:endParaRPr b="1" i="0" sz="2184" u="none" cap="none" strike="noStrike">
              <a:solidFill>
                <a:srgbClr val="0093D6"/>
              </a:solidFill>
              <a:latin typeface="Arial"/>
              <a:ea typeface="Arial"/>
              <a:cs typeface="Arial"/>
              <a:sym typeface="Arial"/>
            </a:endParaRPr>
          </a:p>
        </p:txBody>
      </p:sp>
      <p:pic>
        <p:nvPicPr>
          <p:cNvPr id="1214" name="Google Shape;1214;g3baff84d3b0_0_714" title="iconoir_agile.png"/>
          <p:cNvPicPr preferRelativeResize="0"/>
          <p:nvPr/>
        </p:nvPicPr>
        <p:blipFill rotWithShape="1">
          <a:blip r:embed="rId5">
            <a:alphaModFix/>
          </a:blip>
          <a:srcRect b="0" l="0" r="0" t="0"/>
          <a:stretch/>
        </p:blipFill>
        <p:spPr>
          <a:xfrm>
            <a:off x="8196440" y="2495141"/>
            <a:ext cx="266781" cy="266781"/>
          </a:xfrm>
          <a:prstGeom prst="rect">
            <a:avLst/>
          </a:prstGeom>
          <a:noFill/>
          <a:ln>
            <a:noFill/>
          </a:ln>
        </p:spPr>
      </p:pic>
      <p:sp>
        <p:nvSpPr>
          <p:cNvPr id="1215" name="Google Shape;1215;g3baff84d3b0_0_714"/>
          <p:cNvSpPr/>
          <p:nvPr/>
        </p:nvSpPr>
        <p:spPr>
          <a:xfrm>
            <a:off x="86750" y="728000"/>
            <a:ext cx="9038100" cy="714900"/>
          </a:xfrm>
          <a:prstGeom prst="rect">
            <a:avLst/>
          </a:prstGeom>
          <a:solidFill>
            <a:srgbClr val="E4F4FB"/>
          </a:solidFill>
          <a:ln>
            <a:noFill/>
          </a:ln>
        </p:spPr>
        <p:txBody>
          <a:bodyPr anchorCtr="0" anchor="ctr" bIns="22850" lIns="72000" spcFirstLastPara="1" rIns="72000" wrap="square" tIns="22850">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F07559"/>
              </a:solidFill>
              <a:latin typeface="Arial"/>
              <a:ea typeface="Arial"/>
              <a:cs typeface="Arial"/>
              <a:sym typeface="Arial"/>
            </a:endParaRPr>
          </a:p>
        </p:txBody>
      </p:sp>
      <p:sp>
        <p:nvSpPr>
          <p:cNvPr id="1216" name="Google Shape;1216;g3baff84d3b0_0_714"/>
          <p:cNvSpPr txBox="1"/>
          <p:nvPr/>
        </p:nvSpPr>
        <p:spPr>
          <a:xfrm>
            <a:off x="214416" y="1009699"/>
            <a:ext cx="8715300" cy="323100"/>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chemeClr val="hlink"/>
              </a:buClr>
              <a:buSzPts val="1100"/>
              <a:buFont typeface="Arial"/>
              <a:buNone/>
            </a:pPr>
            <a:r>
              <a:rPr b="0" i="0" lang="vi" sz="900" u="none" cap="none" strike="noStrike">
                <a:solidFill>
                  <a:schemeClr val="dk1"/>
                </a:solidFill>
                <a:latin typeface="Lato"/>
                <a:ea typeface="Lato"/>
                <a:cs typeface="Lato"/>
                <a:sym typeface="Lato"/>
              </a:rPr>
              <a:t>ハイブリッドライフサイクルはウォーターフォールの明確な計画とアジャイルの柔軟な反復開発を組み合わせたものです。 Waterfall and Agile to balance clear upfront planning with flexible iterative development. The project defines scope and architecture early, develops iteratively using スクラム</a:t>
            </a:r>
            <a:endParaRPr b="0" i="1" sz="700" u="none" cap="none" strike="noStrike">
              <a:solidFill>
                <a:schemeClr val="dk1"/>
              </a:solidFill>
              <a:latin typeface="Lato"/>
              <a:ea typeface="Lato"/>
              <a:cs typeface="Lato"/>
              <a:sym typeface="Lato"/>
            </a:endParaRPr>
          </a:p>
        </p:txBody>
      </p:sp>
      <p:sp>
        <p:nvSpPr>
          <p:cNvPr id="1217" name="Google Shape;1217;g3baff84d3b0_0_714"/>
          <p:cNvSpPr txBox="1"/>
          <p:nvPr/>
        </p:nvSpPr>
        <p:spPr>
          <a:xfrm>
            <a:off x="86755" y="752650"/>
            <a:ext cx="2279100" cy="261600"/>
          </a:xfrm>
          <a:prstGeom prst="rect">
            <a:avLst/>
          </a:prstGeom>
          <a:noFill/>
          <a:ln>
            <a:noFill/>
          </a:ln>
        </p:spPr>
        <p:txBody>
          <a:bodyPr anchorCtr="0" anchor="t" bIns="22850" lIns="45725" spcFirstLastPara="1" rIns="45725" wrap="square" tIns="22850">
            <a:spAutoFit/>
          </a:bodyPr>
          <a:lstStyle/>
          <a:p>
            <a:pPr indent="0" lvl="0" marL="0" marR="0" rtl="0" algn="l">
              <a:lnSpc>
                <a:spcPct val="100000"/>
              </a:lnSpc>
              <a:spcBef>
                <a:spcPts val="0"/>
              </a:spcBef>
              <a:spcAft>
                <a:spcPts val="0"/>
              </a:spcAft>
              <a:buClr>
                <a:srgbClr val="000000"/>
              </a:buClr>
              <a:buSzPts val="1400"/>
              <a:buFont typeface="Arial"/>
              <a:buNone/>
            </a:pPr>
            <a:r>
              <a:rPr b="1" i="0" lang="vi" sz="1400" u="none" cap="none" strike="noStrike">
                <a:solidFill>
                  <a:srgbClr val="063C67"/>
                </a:solidFill>
                <a:latin typeface="Chakra Petch"/>
                <a:ea typeface="Chakra Petch"/>
                <a:cs typeface="Chakra Petch"/>
                <a:sym typeface="Chakra Petch"/>
              </a:rPr>
              <a:t>サマリー</a:t>
            </a:r>
            <a:endParaRPr b="1" i="0" sz="1400" u="none" cap="none" strike="noStrike">
              <a:solidFill>
                <a:srgbClr val="063C67"/>
              </a:solidFill>
              <a:latin typeface="Chakra Petch"/>
              <a:ea typeface="Chakra Petch"/>
              <a:cs typeface="Chakra Petch"/>
              <a:sym typeface="Chakra Petch"/>
            </a:endParaRPr>
          </a:p>
        </p:txBody>
      </p:sp>
      <p:sp>
        <p:nvSpPr>
          <p:cNvPr id="1218" name="Google Shape;1218;g3baff84d3b0_0_714"/>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g3bb00c4f728_4_117"/>
          <p:cNvSpPr txBox="1"/>
          <p:nvPr>
            <p:ph idx="2" type="body"/>
          </p:nvPr>
        </p:nvSpPr>
        <p:spPr>
          <a:xfrm>
            <a:off x="781300" y="448442"/>
            <a:ext cx="7202400" cy="256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200"/>
              <a:buNone/>
            </a:pPr>
            <a:r>
              <a:rPr lang="vi" sz="1100">
                <a:latin typeface="Chakra Petch"/>
                <a:ea typeface="Chakra Petch"/>
                <a:cs typeface="Chakra Petch"/>
                <a:sym typeface="Chakra Petch"/>
              </a:rPr>
              <a:t>ソフトウェア開発プロセス</a:t>
            </a:r>
            <a:endParaRPr sz="1100">
              <a:latin typeface="Chakra Petch"/>
              <a:ea typeface="Chakra Petch"/>
              <a:cs typeface="Chakra Petch"/>
              <a:sym typeface="Chakra Petch"/>
            </a:endParaRPr>
          </a:p>
        </p:txBody>
      </p:sp>
      <p:sp>
        <p:nvSpPr>
          <p:cNvPr id="1225" name="Google Shape;1225;g3bb00c4f728_4_117"/>
          <p:cNvSpPr txBox="1"/>
          <p:nvPr>
            <p:ph idx="1" type="body"/>
          </p:nvPr>
        </p:nvSpPr>
        <p:spPr>
          <a:xfrm>
            <a:off x="781300" y="101242"/>
            <a:ext cx="7202400" cy="260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43962"/>
              </a:buClr>
              <a:buSzPts val="1800"/>
              <a:buNone/>
            </a:pPr>
            <a:r>
              <a:rPr lang="vi" sz="2000">
                <a:latin typeface="Chakra Petch"/>
                <a:ea typeface="Chakra Petch"/>
                <a:cs typeface="Chakra Petch"/>
                <a:sym typeface="Chakra Petch"/>
              </a:rPr>
              <a:t>6 </a:t>
            </a:r>
            <a:r>
              <a:rPr lang="vi" sz="2000">
                <a:solidFill>
                  <a:schemeClr val="accent4"/>
                </a:solidFill>
                <a:latin typeface="Chakra Petch"/>
                <a:ea typeface="Chakra Petch"/>
                <a:cs typeface="Chakra Petch"/>
                <a:sym typeface="Chakra Petch"/>
              </a:rPr>
              <a:t>|</a:t>
            </a:r>
            <a:r>
              <a:rPr lang="vi" sz="2000">
                <a:latin typeface="Chakra Petch"/>
                <a:ea typeface="Chakra Petch"/>
                <a:cs typeface="Chakra Petch"/>
                <a:sym typeface="Chakra Petch"/>
              </a:rPr>
              <a:t> 付録| 開発プロセス</a:t>
            </a:r>
            <a:endParaRPr sz="2000">
              <a:latin typeface="Chakra Petch"/>
              <a:ea typeface="Chakra Petch"/>
              <a:cs typeface="Chakra Petch"/>
              <a:sym typeface="Chakra Petch"/>
            </a:endParaRPr>
          </a:p>
        </p:txBody>
      </p:sp>
      <p:grpSp>
        <p:nvGrpSpPr>
          <p:cNvPr id="1226" name="Google Shape;1226;g3bb00c4f728_4_117"/>
          <p:cNvGrpSpPr/>
          <p:nvPr/>
        </p:nvGrpSpPr>
        <p:grpSpPr>
          <a:xfrm>
            <a:off x="536864" y="801300"/>
            <a:ext cx="7836916" cy="4169273"/>
            <a:chOff x="0" y="0"/>
            <a:chExt cx="12064218" cy="6418216"/>
          </a:xfrm>
        </p:grpSpPr>
        <p:cxnSp>
          <p:nvCxnSpPr>
            <p:cNvPr id="1227" name="Google Shape;1227;g3bb00c4f728_4_117"/>
            <p:cNvCxnSpPr>
              <a:stCxn id="1228" idx="2"/>
              <a:endCxn id="1229" idx="0"/>
            </p:cNvCxnSpPr>
            <p:nvPr/>
          </p:nvCxnSpPr>
          <p:spPr>
            <a:xfrm flipH="1" rot="-5400000">
              <a:off x="6620111" y="2955025"/>
              <a:ext cx="832800" cy="900"/>
            </a:xfrm>
            <a:prstGeom prst="bentConnector3">
              <a:avLst>
                <a:gd fmla="val 267952" name="adj1"/>
              </a:avLst>
            </a:prstGeom>
            <a:noFill/>
            <a:ln cap="flat" cmpd="sng" w="9525">
              <a:solidFill>
                <a:srgbClr val="3E6EC2"/>
              </a:solidFill>
              <a:prstDash val="dash"/>
              <a:round/>
              <a:headEnd len="sm" w="sm" type="none"/>
              <a:tailEnd len="med" w="med" type="triangle"/>
            </a:ln>
          </p:spPr>
        </p:cxnSp>
        <p:sp>
          <p:nvSpPr>
            <p:cNvPr id="1230" name="Google Shape;1230;g3bb00c4f728_4_117"/>
            <p:cNvSpPr/>
            <p:nvPr/>
          </p:nvSpPr>
          <p:spPr>
            <a:xfrm rot="-5400000">
              <a:off x="-257489" y="1005916"/>
              <a:ext cx="1080000" cy="471000"/>
            </a:xfrm>
            <a:prstGeom prst="rect">
              <a:avLst/>
            </a:prstGeom>
            <a:solidFill>
              <a:srgbClr val="D4F0FD"/>
            </a:solidFill>
            <a:ln>
              <a:noFill/>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714"/>
                <a:buFont typeface="Arial"/>
                <a:buNone/>
              </a:pPr>
              <a:r>
                <a:rPr b="0" i="0" lang="vi" sz="714" u="none" cap="none" strike="noStrike">
                  <a:solidFill>
                    <a:srgbClr val="000000"/>
                  </a:solidFill>
                  <a:latin typeface="Lato"/>
                  <a:ea typeface="Lato"/>
                  <a:cs typeface="Lato"/>
                  <a:sym typeface="Lato"/>
                </a:rPr>
                <a:t>BA &amp; </a:t>
              </a:r>
              <a:endParaRPr b="0" i="0" sz="909" u="none" cap="none" strike="noStrike">
                <a:solidFill>
                  <a:srgbClr val="000000"/>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714"/>
                <a:buFont typeface="Arial"/>
                <a:buNone/>
              </a:pPr>
              <a:r>
                <a:rPr b="0" i="0" lang="vi" sz="714" u="none" cap="none" strike="noStrike">
                  <a:solidFill>
                    <a:srgbClr val="000000"/>
                  </a:solidFill>
                  <a:latin typeface="Lato"/>
                  <a:ea typeface="Lato"/>
                  <a:cs typeface="Lato"/>
                  <a:sym typeface="Lato"/>
                </a:rPr>
                <a:t>UI Designer</a:t>
              </a:r>
              <a:endParaRPr b="0" i="0" sz="909" u="none" cap="none" strike="noStrike">
                <a:solidFill>
                  <a:srgbClr val="000000"/>
                </a:solidFill>
                <a:latin typeface="Lato"/>
                <a:ea typeface="Lato"/>
                <a:cs typeface="Lato"/>
                <a:sym typeface="Lato"/>
              </a:endParaRPr>
            </a:p>
          </p:txBody>
        </p:sp>
        <p:sp>
          <p:nvSpPr>
            <p:cNvPr id="1231" name="Google Shape;1231;g3bb00c4f728_4_117"/>
            <p:cNvSpPr/>
            <p:nvPr/>
          </p:nvSpPr>
          <p:spPr>
            <a:xfrm rot="-5400000">
              <a:off x="-306350" y="3531551"/>
              <a:ext cx="1131300" cy="471000"/>
            </a:xfrm>
            <a:prstGeom prst="rect">
              <a:avLst/>
            </a:prstGeom>
            <a:solidFill>
              <a:srgbClr val="D4F0FD"/>
            </a:solidFill>
            <a:ln>
              <a:noFill/>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714"/>
                <a:buFont typeface="Arial"/>
                <a:buNone/>
              </a:pPr>
              <a:r>
                <a:rPr b="0" i="0" lang="vi" sz="714" u="none" cap="none" strike="noStrike">
                  <a:solidFill>
                    <a:srgbClr val="000000"/>
                  </a:solidFill>
                  <a:latin typeface="Lato"/>
                  <a:ea typeface="Lato"/>
                  <a:cs typeface="Lato"/>
                  <a:sym typeface="Lato"/>
                </a:rPr>
                <a:t>Developer</a:t>
              </a:r>
              <a:endParaRPr b="0" i="0" sz="909" u="none" cap="none" strike="noStrike">
                <a:solidFill>
                  <a:srgbClr val="000000"/>
                </a:solidFill>
                <a:latin typeface="Lato"/>
                <a:ea typeface="Lato"/>
                <a:cs typeface="Lato"/>
                <a:sym typeface="Lato"/>
              </a:endParaRPr>
            </a:p>
          </p:txBody>
        </p:sp>
        <p:sp>
          <p:nvSpPr>
            <p:cNvPr id="1232" name="Google Shape;1232;g3bb00c4f728_4_117"/>
            <p:cNvSpPr/>
            <p:nvPr/>
          </p:nvSpPr>
          <p:spPr>
            <a:xfrm rot="-5400000">
              <a:off x="-239841" y="4643288"/>
              <a:ext cx="1008300" cy="471000"/>
            </a:xfrm>
            <a:prstGeom prst="rect">
              <a:avLst/>
            </a:prstGeom>
            <a:solidFill>
              <a:srgbClr val="D4F0FD"/>
            </a:solidFill>
            <a:ln>
              <a:noFill/>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714"/>
                <a:buFont typeface="Arial"/>
                <a:buNone/>
              </a:pPr>
              <a:r>
                <a:rPr b="0" i="0" lang="vi" sz="714" u="none" cap="none" strike="noStrike">
                  <a:solidFill>
                    <a:srgbClr val="000000"/>
                  </a:solidFill>
                  <a:latin typeface="Lato"/>
                  <a:ea typeface="Lato"/>
                  <a:cs typeface="Lato"/>
                  <a:sym typeface="Lato"/>
                </a:rPr>
                <a:t>Tester</a:t>
              </a:r>
              <a:endParaRPr b="0" i="0" sz="909" u="none" cap="none" strike="noStrike">
                <a:solidFill>
                  <a:srgbClr val="000000"/>
                </a:solidFill>
                <a:latin typeface="Lato"/>
                <a:ea typeface="Lato"/>
                <a:cs typeface="Lato"/>
                <a:sym typeface="Lato"/>
              </a:endParaRPr>
            </a:p>
          </p:txBody>
        </p:sp>
        <p:sp>
          <p:nvSpPr>
            <p:cNvPr id="1233" name="Google Shape;1233;g3bb00c4f728_4_117"/>
            <p:cNvSpPr/>
            <p:nvPr/>
          </p:nvSpPr>
          <p:spPr>
            <a:xfrm rot="-5400000">
              <a:off x="-337801" y="2271459"/>
              <a:ext cx="1234200" cy="471000"/>
            </a:xfrm>
            <a:prstGeom prst="rect">
              <a:avLst/>
            </a:prstGeom>
            <a:solidFill>
              <a:srgbClr val="D4F0FD"/>
            </a:solidFill>
            <a:ln>
              <a:noFill/>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714"/>
                <a:buFont typeface="Arial"/>
                <a:buNone/>
              </a:pPr>
              <a:r>
                <a:rPr b="0" i="0" lang="vi" sz="714" u="none" cap="none" strike="noStrike">
                  <a:solidFill>
                    <a:srgbClr val="000000"/>
                  </a:solidFill>
                  <a:latin typeface="Lato"/>
                  <a:ea typeface="Lato"/>
                  <a:cs typeface="Lato"/>
                  <a:sym typeface="Lato"/>
                </a:rPr>
                <a:t>Technical Leader, PM</a:t>
              </a:r>
              <a:endParaRPr b="0" i="0" sz="909" u="none" cap="none" strike="noStrike">
                <a:solidFill>
                  <a:srgbClr val="000000"/>
                </a:solidFill>
                <a:latin typeface="Lato"/>
                <a:ea typeface="Lato"/>
                <a:cs typeface="Lato"/>
                <a:sym typeface="Lato"/>
              </a:endParaRPr>
            </a:p>
          </p:txBody>
        </p:sp>
        <p:grpSp>
          <p:nvGrpSpPr>
            <p:cNvPr id="1234" name="Google Shape;1234;g3bb00c4f728_4_117"/>
            <p:cNvGrpSpPr/>
            <p:nvPr/>
          </p:nvGrpSpPr>
          <p:grpSpPr>
            <a:xfrm>
              <a:off x="765440" y="0"/>
              <a:ext cx="11298778" cy="504300"/>
              <a:chOff x="5522" y="0"/>
              <a:chExt cx="11298778" cy="504300"/>
            </a:xfrm>
          </p:grpSpPr>
          <p:sp>
            <p:nvSpPr>
              <p:cNvPr id="1235" name="Google Shape;1235;g3bb00c4f728_4_117"/>
              <p:cNvSpPr/>
              <p:nvPr/>
            </p:nvSpPr>
            <p:spPr>
              <a:xfrm>
                <a:off x="5522" y="0"/>
                <a:ext cx="2054400" cy="504300"/>
              </a:xfrm>
              <a:prstGeom prst="chevron">
                <a:avLst>
                  <a:gd fmla="val 50000" name="adj"/>
                </a:avLst>
              </a:prstGeom>
              <a:solidFill>
                <a:srgbClr val="005D9C"/>
              </a:solidFill>
              <a:ln cap="flat" cmpd="sng" w="16500">
                <a:solidFill>
                  <a:srgbClr val="FFFFFF"/>
                </a:solidFill>
                <a:prstDash val="solid"/>
                <a:round/>
                <a:headEnd len="sm" w="sm" type="none"/>
                <a:tailEnd len="sm" w="sm" type="none"/>
              </a:ln>
            </p:spPr>
            <p:txBody>
              <a:bodyPr anchorCtr="0" anchor="ctr" bIns="59375" lIns="59375" spcFirstLastPara="1" rIns="59375" wrap="square" tIns="59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g3bb00c4f728_4_117"/>
              <p:cNvSpPr txBox="1"/>
              <p:nvPr/>
            </p:nvSpPr>
            <p:spPr>
              <a:xfrm>
                <a:off x="257692" y="0"/>
                <a:ext cx="1550100" cy="504300"/>
              </a:xfrm>
              <a:prstGeom prst="rect">
                <a:avLst/>
              </a:prstGeom>
              <a:noFill/>
              <a:ln>
                <a:noFill/>
              </a:ln>
            </p:spPr>
            <p:txBody>
              <a:bodyPr anchorCtr="0" anchor="ctr" bIns="14750" lIns="44175" spcFirstLastPara="1" rIns="14750" wrap="square" tIns="14750">
                <a:noAutofit/>
              </a:bodyPr>
              <a:lstStyle/>
              <a:p>
                <a:pPr indent="0" lvl="0" marL="0" marR="0" rtl="0" algn="ctr">
                  <a:lnSpc>
                    <a:spcPct val="90000"/>
                  </a:lnSpc>
                  <a:spcBef>
                    <a:spcPts val="0"/>
                  </a:spcBef>
                  <a:spcAft>
                    <a:spcPts val="0"/>
                  </a:spcAft>
                  <a:buClr>
                    <a:srgbClr val="000000"/>
                  </a:buClr>
                  <a:buSzPts val="1104"/>
                  <a:buFont typeface="Arial"/>
                  <a:buNone/>
                </a:pPr>
                <a:r>
                  <a:rPr b="0" i="0" lang="vi" sz="1104" u="none" cap="none" strike="noStrike">
                    <a:solidFill>
                      <a:srgbClr val="FFFFFF"/>
                    </a:solidFill>
                    <a:latin typeface="Lato"/>
                    <a:ea typeface="Lato"/>
                    <a:cs typeface="Lato"/>
                    <a:sym typeface="Lato"/>
                  </a:rPr>
                  <a:t>Requirement develop</a:t>
                </a:r>
                <a:endParaRPr b="0" i="0" sz="1104" u="none" cap="none" strike="noStrike">
                  <a:solidFill>
                    <a:srgbClr val="FFFFFF"/>
                  </a:solidFill>
                  <a:latin typeface="Lato"/>
                  <a:ea typeface="Lato"/>
                  <a:cs typeface="Lato"/>
                  <a:sym typeface="Lato"/>
                </a:endParaRPr>
              </a:p>
            </p:txBody>
          </p:sp>
          <p:sp>
            <p:nvSpPr>
              <p:cNvPr id="1237" name="Google Shape;1237;g3bb00c4f728_4_117"/>
              <p:cNvSpPr/>
              <p:nvPr/>
            </p:nvSpPr>
            <p:spPr>
              <a:xfrm>
                <a:off x="1854397" y="0"/>
                <a:ext cx="2054400" cy="504300"/>
              </a:xfrm>
              <a:prstGeom prst="chevron">
                <a:avLst>
                  <a:gd fmla="val 50000" name="adj"/>
                </a:avLst>
              </a:prstGeom>
              <a:solidFill>
                <a:srgbClr val="005D9C"/>
              </a:solidFill>
              <a:ln cap="flat" cmpd="sng" w="16500">
                <a:solidFill>
                  <a:srgbClr val="FFFFFF"/>
                </a:solidFill>
                <a:prstDash val="solid"/>
                <a:round/>
                <a:headEnd len="sm" w="sm" type="none"/>
                <a:tailEnd len="sm" w="sm" type="none"/>
              </a:ln>
            </p:spPr>
            <p:txBody>
              <a:bodyPr anchorCtr="0" anchor="ctr" bIns="59375" lIns="59375" spcFirstLastPara="1" rIns="59375" wrap="square" tIns="59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g3bb00c4f728_4_117"/>
              <p:cNvSpPr txBox="1"/>
              <p:nvPr/>
            </p:nvSpPr>
            <p:spPr>
              <a:xfrm>
                <a:off x="2106567" y="0"/>
                <a:ext cx="1550100" cy="504300"/>
              </a:xfrm>
              <a:prstGeom prst="rect">
                <a:avLst/>
              </a:prstGeom>
              <a:noFill/>
              <a:ln>
                <a:noFill/>
              </a:ln>
            </p:spPr>
            <p:txBody>
              <a:bodyPr anchorCtr="0" anchor="ctr" bIns="14750" lIns="44175" spcFirstLastPara="1" rIns="14750" wrap="square" tIns="14750">
                <a:noAutofit/>
              </a:bodyPr>
              <a:lstStyle/>
              <a:p>
                <a:pPr indent="0" lvl="0" marL="0" marR="0" rtl="0" algn="ctr">
                  <a:lnSpc>
                    <a:spcPct val="90000"/>
                  </a:lnSpc>
                  <a:spcBef>
                    <a:spcPts val="0"/>
                  </a:spcBef>
                  <a:spcAft>
                    <a:spcPts val="0"/>
                  </a:spcAft>
                  <a:buClr>
                    <a:srgbClr val="000000"/>
                  </a:buClr>
                  <a:buSzPts val="1104"/>
                  <a:buFont typeface="Arial"/>
                  <a:buNone/>
                </a:pPr>
                <a:r>
                  <a:rPr b="0" i="0" lang="vi" sz="1104" u="none" cap="none" strike="noStrike">
                    <a:solidFill>
                      <a:srgbClr val="FFFFFF"/>
                    </a:solidFill>
                    <a:latin typeface="Lato"/>
                    <a:ea typeface="Lato"/>
                    <a:cs typeface="Lato"/>
                    <a:sym typeface="Lato"/>
                  </a:rPr>
                  <a:t>Architecture design</a:t>
                </a:r>
                <a:endParaRPr b="0" i="0" sz="1104" u="none" cap="none" strike="noStrike">
                  <a:solidFill>
                    <a:srgbClr val="FFFFFF"/>
                  </a:solidFill>
                  <a:latin typeface="Lato"/>
                  <a:ea typeface="Lato"/>
                  <a:cs typeface="Lato"/>
                  <a:sym typeface="Lato"/>
                </a:endParaRPr>
              </a:p>
            </p:txBody>
          </p:sp>
          <p:sp>
            <p:nvSpPr>
              <p:cNvPr id="1239" name="Google Shape;1239;g3bb00c4f728_4_117"/>
              <p:cNvSpPr/>
              <p:nvPr/>
            </p:nvSpPr>
            <p:spPr>
              <a:xfrm>
                <a:off x="3703273" y="0"/>
                <a:ext cx="2054400" cy="504300"/>
              </a:xfrm>
              <a:prstGeom prst="chevron">
                <a:avLst>
                  <a:gd fmla="val 50000" name="adj"/>
                </a:avLst>
              </a:prstGeom>
              <a:solidFill>
                <a:srgbClr val="005D9C"/>
              </a:solidFill>
              <a:ln cap="flat" cmpd="sng" w="16500">
                <a:solidFill>
                  <a:srgbClr val="FFFFFF"/>
                </a:solidFill>
                <a:prstDash val="solid"/>
                <a:round/>
                <a:headEnd len="sm" w="sm" type="none"/>
                <a:tailEnd len="sm" w="sm" type="none"/>
              </a:ln>
            </p:spPr>
            <p:txBody>
              <a:bodyPr anchorCtr="0" anchor="ctr" bIns="59375" lIns="59375" spcFirstLastPara="1" rIns="59375" wrap="square" tIns="59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g3bb00c4f728_4_117"/>
              <p:cNvSpPr txBox="1"/>
              <p:nvPr/>
            </p:nvSpPr>
            <p:spPr>
              <a:xfrm>
                <a:off x="3955443" y="0"/>
                <a:ext cx="1550100" cy="504300"/>
              </a:xfrm>
              <a:prstGeom prst="rect">
                <a:avLst/>
              </a:prstGeom>
              <a:noFill/>
              <a:ln>
                <a:noFill/>
              </a:ln>
            </p:spPr>
            <p:txBody>
              <a:bodyPr anchorCtr="0" anchor="ctr" bIns="14750" lIns="44175" spcFirstLastPara="1" rIns="14750" wrap="square" tIns="14750">
                <a:noAutofit/>
              </a:bodyPr>
              <a:lstStyle/>
              <a:p>
                <a:pPr indent="0" lvl="0" marL="0" marR="0" rtl="0" algn="ctr">
                  <a:lnSpc>
                    <a:spcPct val="90000"/>
                  </a:lnSpc>
                  <a:spcBef>
                    <a:spcPts val="0"/>
                  </a:spcBef>
                  <a:spcAft>
                    <a:spcPts val="0"/>
                  </a:spcAft>
                  <a:buClr>
                    <a:srgbClr val="000000"/>
                  </a:buClr>
                  <a:buSzPts val="1104"/>
                  <a:buFont typeface="Arial"/>
                  <a:buNone/>
                </a:pPr>
                <a:r>
                  <a:rPr b="0" i="0" lang="vi" sz="1104" u="none" cap="none" strike="noStrike">
                    <a:solidFill>
                      <a:srgbClr val="FFFFFF"/>
                    </a:solidFill>
                    <a:latin typeface="Lato"/>
                    <a:ea typeface="Lato"/>
                    <a:cs typeface="Lato"/>
                    <a:sym typeface="Lato"/>
                  </a:rPr>
                  <a:t>Software design</a:t>
                </a:r>
                <a:endParaRPr b="0" i="0" sz="1104" u="none" cap="none" strike="noStrike">
                  <a:solidFill>
                    <a:srgbClr val="FFFFFF"/>
                  </a:solidFill>
                  <a:latin typeface="Lato"/>
                  <a:ea typeface="Lato"/>
                  <a:cs typeface="Lato"/>
                  <a:sym typeface="Lato"/>
                </a:endParaRPr>
              </a:p>
            </p:txBody>
          </p:sp>
          <p:sp>
            <p:nvSpPr>
              <p:cNvPr id="1241" name="Google Shape;1241;g3bb00c4f728_4_117"/>
              <p:cNvSpPr/>
              <p:nvPr/>
            </p:nvSpPr>
            <p:spPr>
              <a:xfrm>
                <a:off x="5552149" y="0"/>
                <a:ext cx="2054400" cy="504300"/>
              </a:xfrm>
              <a:prstGeom prst="chevron">
                <a:avLst>
                  <a:gd fmla="val 50000" name="adj"/>
                </a:avLst>
              </a:prstGeom>
              <a:solidFill>
                <a:srgbClr val="005D9C"/>
              </a:solidFill>
              <a:ln cap="flat" cmpd="sng" w="16500">
                <a:solidFill>
                  <a:srgbClr val="FFFFFF"/>
                </a:solidFill>
                <a:prstDash val="solid"/>
                <a:round/>
                <a:headEnd len="sm" w="sm" type="none"/>
                <a:tailEnd len="sm" w="sm" type="none"/>
              </a:ln>
            </p:spPr>
            <p:txBody>
              <a:bodyPr anchorCtr="0" anchor="ctr" bIns="59375" lIns="59375" spcFirstLastPara="1" rIns="59375" wrap="square" tIns="59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g3bb00c4f728_4_117"/>
              <p:cNvSpPr txBox="1"/>
              <p:nvPr/>
            </p:nvSpPr>
            <p:spPr>
              <a:xfrm>
                <a:off x="5804319" y="0"/>
                <a:ext cx="1550100" cy="504300"/>
              </a:xfrm>
              <a:prstGeom prst="rect">
                <a:avLst/>
              </a:prstGeom>
              <a:noFill/>
              <a:ln>
                <a:noFill/>
              </a:ln>
            </p:spPr>
            <p:txBody>
              <a:bodyPr anchorCtr="0" anchor="ctr" bIns="14750" lIns="44175" spcFirstLastPara="1" rIns="14750" wrap="square" tIns="14750">
                <a:noAutofit/>
              </a:bodyPr>
              <a:lstStyle/>
              <a:p>
                <a:pPr indent="0" lvl="0" marL="0" marR="0" rtl="0" algn="ctr">
                  <a:lnSpc>
                    <a:spcPct val="90000"/>
                  </a:lnSpc>
                  <a:spcBef>
                    <a:spcPts val="0"/>
                  </a:spcBef>
                  <a:spcAft>
                    <a:spcPts val="0"/>
                  </a:spcAft>
                  <a:buClr>
                    <a:srgbClr val="000000"/>
                  </a:buClr>
                  <a:buSzPts val="1104"/>
                  <a:buFont typeface="Arial"/>
                  <a:buNone/>
                </a:pPr>
                <a:r>
                  <a:rPr b="0" i="0" lang="vi" sz="1104" u="none" cap="none" strike="noStrike">
                    <a:solidFill>
                      <a:srgbClr val="FFFFFF"/>
                    </a:solidFill>
                    <a:latin typeface="Lato"/>
                    <a:ea typeface="Lato"/>
                    <a:cs typeface="Lato"/>
                    <a:sym typeface="Lato"/>
                  </a:rPr>
                  <a:t>Program</a:t>
                </a:r>
                <a:endParaRPr b="0" i="0" sz="1104" u="none" cap="none" strike="noStrike">
                  <a:solidFill>
                    <a:srgbClr val="FFFFFF"/>
                  </a:solidFill>
                  <a:latin typeface="Lato"/>
                  <a:ea typeface="Lato"/>
                  <a:cs typeface="Lato"/>
                  <a:sym typeface="Lato"/>
                </a:endParaRPr>
              </a:p>
            </p:txBody>
          </p:sp>
          <p:sp>
            <p:nvSpPr>
              <p:cNvPr id="1243" name="Google Shape;1243;g3bb00c4f728_4_117"/>
              <p:cNvSpPr/>
              <p:nvPr/>
            </p:nvSpPr>
            <p:spPr>
              <a:xfrm>
                <a:off x="7401024" y="0"/>
                <a:ext cx="2054400" cy="504300"/>
              </a:xfrm>
              <a:prstGeom prst="chevron">
                <a:avLst>
                  <a:gd fmla="val 50000" name="adj"/>
                </a:avLst>
              </a:prstGeom>
              <a:solidFill>
                <a:srgbClr val="005D9C"/>
              </a:solidFill>
              <a:ln cap="flat" cmpd="sng" w="16500">
                <a:solidFill>
                  <a:srgbClr val="FFFFFF"/>
                </a:solidFill>
                <a:prstDash val="solid"/>
                <a:round/>
                <a:headEnd len="sm" w="sm" type="none"/>
                <a:tailEnd len="sm" w="sm" type="none"/>
              </a:ln>
            </p:spPr>
            <p:txBody>
              <a:bodyPr anchorCtr="0" anchor="ctr" bIns="59375" lIns="59375" spcFirstLastPara="1" rIns="59375" wrap="square" tIns="59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g3bb00c4f728_4_117"/>
              <p:cNvSpPr txBox="1"/>
              <p:nvPr/>
            </p:nvSpPr>
            <p:spPr>
              <a:xfrm>
                <a:off x="7653194" y="0"/>
                <a:ext cx="1550100" cy="504300"/>
              </a:xfrm>
              <a:prstGeom prst="rect">
                <a:avLst/>
              </a:prstGeom>
              <a:noFill/>
              <a:ln>
                <a:noFill/>
              </a:ln>
            </p:spPr>
            <p:txBody>
              <a:bodyPr anchorCtr="0" anchor="ctr" bIns="14750" lIns="44175" spcFirstLastPara="1" rIns="14750" wrap="square" tIns="14750">
                <a:noAutofit/>
              </a:bodyPr>
              <a:lstStyle/>
              <a:p>
                <a:pPr indent="0" lvl="0" marL="0" marR="0" rtl="0" algn="ctr">
                  <a:lnSpc>
                    <a:spcPct val="90000"/>
                  </a:lnSpc>
                  <a:spcBef>
                    <a:spcPts val="0"/>
                  </a:spcBef>
                  <a:spcAft>
                    <a:spcPts val="0"/>
                  </a:spcAft>
                  <a:buClr>
                    <a:srgbClr val="000000"/>
                  </a:buClr>
                  <a:buSzPts val="1104"/>
                  <a:buFont typeface="Arial"/>
                  <a:buNone/>
                </a:pPr>
                <a:r>
                  <a:rPr b="0" i="0" lang="vi" sz="1104" u="none" cap="none" strike="noStrike">
                    <a:solidFill>
                      <a:srgbClr val="FFFFFF"/>
                    </a:solidFill>
                    <a:latin typeface="Lato"/>
                    <a:ea typeface="Lato"/>
                    <a:cs typeface="Lato"/>
                    <a:sym typeface="Lato"/>
                  </a:rPr>
                  <a:t>Test</a:t>
                </a:r>
                <a:endParaRPr b="0" i="0" sz="1104" u="none" cap="none" strike="noStrike">
                  <a:solidFill>
                    <a:srgbClr val="FFFFFF"/>
                  </a:solidFill>
                  <a:latin typeface="Lato"/>
                  <a:ea typeface="Lato"/>
                  <a:cs typeface="Lato"/>
                  <a:sym typeface="Lato"/>
                </a:endParaRPr>
              </a:p>
            </p:txBody>
          </p:sp>
          <p:sp>
            <p:nvSpPr>
              <p:cNvPr id="1245" name="Google Shape;1245;g3bb00c4f728_4_117"/>
              <p:cNvSpPr/>
              <p:nvPr/>
            </p:nvSpPr>
            <p:spPr>
              <a:xfrm>
                <a:off x="9249900" y="0"/>
                <a:ext cx="2054400" cy="504300"/>
              </a:xfrm>
              <a:prstGeom prst="chevron">
                <a:avLst>
                  <a:gd fmla="val 50000" name="adj"/>
                </a:avLst>
              </a:prstGeom>
              <a:solidFill>
                <a:srgbClr val="005D9C"/>
              </a:solidFill>
              <a:ln cap="flat" cmpd="sng" w="16500">
                <a:solidFill>
                  <a:srgbClr val="FFFFFF"/>
                </a:solidFill>
                <a:prstDash val="solid"/>
                <a:round/>
                <a:headEnd len="sm" w="sm" type="none"/>
                <a:tailEnd len="sm" w="sm" type="none"/>
              </a:ln>
            </p:spPr>
            <p:txBody>
              <a:bodyPr anchorCtr="0" anchor="ctr" bIns="59375" lIns="59375" spcFirstLastPara="1" rIns="59375" wrap="square" tIns="59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g3bb00c4f728_4_117"/>
              <p:cNvSpPr txBox="1"/>
              <p:nvPr/>
            </p:nvSpPr>
            <p:spPr>
              <a:xfrm>
                <a:off x="9502070" y="0"/>
                <a:ext cx="1550100" cy="504300"/>
              </a:xfrm>
              <a:prstGeom prst="rect">
                <a:avLst/>
              </a:prstGeom>
              <a:noFill/>
              <a:ln>
                <a:noFill/>
              </a:ln>
            </p:spPr>
            <p:txBody>
              <a:bodyPr anchorCtr="0" anchor="ctr" bIns="14750" lIns="44175" spcFirstLastPara="1" rIns="14750" wrap="square" tIns="14750">
                <a:noAutofit/>
              </a:bodyPr>
              <a:lstStyle/>
              <a:p>
                <a:pPr indent="0" lvl="0" marL="0" marR="0" rtl="0" algn="ctr">
                  <a:lnSpc>
                    <a:spcPct val="90000"/>
                  </a:lnSpc>
                  <a:spcBef>
                    <a:spcPts val="0"/>
                  </a:spcBef>
                  <a:spcAft>
                    <a:spcPts val="0"/>
                  </a:spcAft>
                  <a:buClr>
                    <a:srgbClr val="000000"/>
                  </a:buClr>
                  <a:buSzPts val="1104"/>
                  <a:buFont typeface="Arial"/>
                  <a:buNone/>
                </a:pPr>
                <a:r>
                  <a:rPr b="0" i="0" lang="vi" sz="1104" u="none" cap="none" strike="noStrike">
                    <a:solidFill>
                      <a:srgbClr val="FFFFFF"/>
                    </a:solidFill>
                    <a:latin typeface="Lato"/>
                    <a:ea typeface="Lato"/>
                    <a:cs typeface="Lato"/>
                    <a:sym typeface="Lato"/>
                  </a:rPr>
                  <a:t>Release</a:t>
                </a:r>
                <a:endParaRPr b="0" i="0" sz="1104" u="none" cap="none" strike="noStrike">
                  <a:solidFill>
                    <a:srgbClr val="FFFFFF"/>
                  </a:solidFill>
                  <a:latin typeface="Lato"/>
                  <a:ea typeface="Lato"/>
                  <a:cs typeface="Lato"/>
                  <a:sym typeface="Lato"/>
                </a:endParaRPr>
              </a:p>
            </p:txBody>
          </p:sp>
        </p:grpSp>
        <p:sp>
          <p:nvSpPr>
            <p:cNvPr id="1247" name="Google Shape;1247;g3bb00c4f728_4_117"/>
            <p:cNvSpPr/>
            <p:nvPr/>
          </p:nvSpPr>
          <p:spPr>
            <a:xfrm rot="-5400000">
              <a:off x="-251100" y="5696116"/>
              <a:ext cx="973200" cy="471000"/>
            </a:xfrm>
            <a:prstGeom prst="rect">
              <a:avLst/>
            </a:prstGeom>
            <a:solidFill>
              <a:srgbClr val="D4F0FD"/>
            </a:solidFill>
            <a:ln>
              <a:noFill/>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714"/>
                <a:buFont typeface="Arial"/>
                <a:buNone/>
              </a:pPr>
              <a:r>
                <a:rPr b="0" i="0" lang="vi" sz="714" u="none" cap="none" strike="noStrike">
                  <a:solidFill>
                    <a:srgbClr val="000000"/>
                  </a:solidFill>
                  <a:latin typeface="Lato"/>
                  <a:ea typeface="Lato"/>
                  <a:cs typeface="Lato"/>
                  <a:sym typeface="Lato"/>
                </a:rPr>
                <a:t>Customer</a:t>
              </a:r>
              <a:endParaRPr b="0" i="0" sz="909" u="none" cap="none" strike="noStrike">
                <a:solidFill>
                  <a:srgbClr val="000000"/>
                </a:solidFill>
                <a:latin typeface="Lato"/>
                <a:ea typeface="Lato"/>
                <a:cs typeface="Lato"/>
                <a:sym typeface="Lato"/>
              </a:endParaRPr>
            </a:p>
          </p:txBody>
        </p:sp>
        <p:sp>
          <p:nvSpPr>
            <p:cNvPr id="1248" name="Google Shape;1248;g3bb00c4f728_4_117"/>
            <p:cNvSpPr/>
            <p:nvPr/>
          </p:nvSpPr>
          <p:spPr>
            <a:xfrm>
              <a:off x="759918" y="664464"/>
              <a:ext cx="126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Create SRS, UI/UX Design</a:t>
              </a:r>
              <a:endParaRPr b="0" i="0" sz="909" u="none" cap="none" strike="noStrike">
                <a:solidFill>
                  <a:srgbClr val="000000"/>
                </a:solidFill>
                <a:latin typeface="Lato"/>
                <a:ea typeface="Lato"/>
                <a:cs typeface="Lato"/>
                <a:sym typeface="Lato"/>
              </a:endParaRPr>
            </a:p>
          </p:txBody>
        </p:sp>
        <p:sp>
          <p:nvSpPr>
            <p:cNvPr id="1249" name="Google Shape;1249;g3bb00c4f728_4_117"/>
            <p:cNvSpPr/>
            <p:nvPr/>
          </p:nvSpPr>
          <p:spPr>
            <a:xfrm>
              <a:off x="761018" y="1987339"/>
              <a:ext cx="126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Confirm technical feasibility</a:t>
              </a:r>
              <a:endParaRPr b="0" i="0" sz="909" u="none" cap="none" strike="noStrike">
                <a:solidFill>
                  <a:srgbClr val="000000"/>
                </a:solidFill>
                <a:latin typeface="Lato"/>
                <a:ea typeface="Lato"/>
                <a:cs typeface="Lato"/>
                <a:sym typeface="Lato"/>
              </a:endParaRPr>
            </a:p>
          </p:txBody>
        </p:sp>
        <p:cxnSp>
          <p:nvCxnSpPr>
            <p:cNvPr id="1250" name="Google Shape;1250;g3bb00c4f728_4_117"/>
            <p:cNvCxnSpPr>
              <a:stCxn id="1248" idx="2"/>
              <a:endCxn id="1249" idx="0"/>
            </p:cNvCxnSpPr>
            <p:nvPr/>
          </p:nvCxnSpPr>
          <p:spPr>
            <a:xfrm flipH="1" rot="-5400000">
              <a:off x="950418" y="1546764"/>
              <a:ext cx="880200" cy="1200"/>
            </a:xfrm>
            <a:prstGeom prst="bentConnector3">
              <a:avLst>
                <a:gd fmla="val -172488" name="adj1"/>
              </a:avLst>
            </a:prstGeom>
            <a:noFill/>
            <a:ln cap="flat" cmpd="sng" w="9525">
              <a:solidFill>
                <a:srgbClr val="3E6EC2"/>
              </a:solidFill>
              <a:prstDash val="solid"/>
              <a:round/>
              <a:headEnd len="sm" w="sm" type="none"/>
              <a:tailEnd len="med" w="med" type="triangle"/>
            </a:ln>
          </p:spPr>
        </p:cxnSp>
        <p:sp>
          <p:nvSpPr>
            <p:cNvPr id="1251" name="Google Shape;1251;g3bb00c4f728_4_117"/>
            <p:cNvSpPr/>
            <p:nvPr/>
          </p:nvSpPr>
          <p:spPr>
            <a:xfrm>
              <a:off x="726641" y="5774634"/>
              <a:ext cx="1332000" cy="576000"/>
            </a:xfrm>
            <a:prstGeom prst="diamond">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Customer approve?</a:t>
              </a:r>
              <a:endParaRPr b="0" i="0" sz="909" u="none" cap="none" strike="noStrike">
                <a:solidFill>
                  <a:srgbClr val="000000"/>
                </a:solidFill>
                <a:latin typeface="Lato"/>
                <a:ea typeface="Lato"/>
                <a:cs typeface="Lato"/>
                <a:sym typeface="Lato"/>
              </a:endParaRPr>
            </a:p>
          </p:txBody>
        </p:sp>
        <p:cxnSp>
          <p:nvCxnSpPr>
            <p:cNvPr id="1252" name="Google Shape;1252;g3bb00c4f728_4_117"/>
            <p:cNvCxnSpPr>
              <a:stCxn id="1248" idx="2"/>
              <a:endCxn id="1251" idx="0"/>
            </p:cNvCxnSpPr>
            <p:nvPr/>
          </p:nvCxnSpPr>
          <p:spPr>
            <a:xfrm flipH="1" rot="-5400000">
              <a:off x="-942432" y="3439614"/>
              <a:ext cx="4667400" cy="2700"/>
            </a:xfrm>
            <a:prstGeom prst="bentConnector3">
              <a:avLst>
                <a:gd fmla="val 115480" name="adj1"/>
              </a:avLst>
            </a:prstGeom>
            <a:noFill/>
            <a:ln cap="flat" cmpd="sng" w="9525">
              <a:solidFill>
                <a:srgbClr val="FF0000"/>
              </a:solidFill>
              <a:prstDash val="dash"/>
              <a:round/>
              <a:headEnd len="sm" w="sm" type="none"/>
              <a:tailEnd len="med" w="med" type="triangle"/>
            </a:ln>
          </p:spPr>
        </p:cxnSp>
        <p:sp>
          <p:nvSpPr>
            <p:cNvPr id="1253" name="Google Shape;1253;g3bb00c4f728_4_117"/>
            <p:cNvSpPr/>
            <p:nvPr/>
          </p:nvSpPr>
          <p:spPr>
            <a:xfrm>
              <a:off x="2787195" y="2055072"/>
              <a:ext cx="108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Design Architecture</a:t>
              </a:r>
              <a:endParaRPr b="0" i="0" sz="909" u="none" cap="none" strike="noStrike">
                <a:solidFill>
                  <a:srgbClr val="000000"/>
                </a:solidFill>
                <a:latin typeface="Lato"/>
                <a:ea typeface="Lato"/>
                <a:cs typeface="Lato"/>
                <a:sym typeface="Lato"/>
              </a:endParaRPr>
            </a:p>
          </p:txBody>
        </p:sp>
        <p:sp>
          <p:nvSpPr>
            <p:cNvPr id="1254" name="Google Shape;1254;g3bb00c4f728_4_117"/>
            <p:cNvSpPr/>
            <p:nvPr/>
          </p:nvSpPr>
          <p:spPr>
            <a:xfrm>
              <a:off x="4669310" y="2799247"/>
              <a:ext cx="108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Design Software</a:t>
              </a:r>
              <a:endParaRPr b="0" i="0" sz="909" u="none" cap="none" strike="noStrike">
                <a:solidFill>
                  <a:srgbClr val="000000"/>
                </a:solidFill>
                <a:latin typeface="Lato"/>
                <a:ea typeface="Lato"/>
                <a:cs typeface="Lato"/>
                <a:sym typeface="Lato"/>
              </a:endParaRPr>
            </a:p>
          </p:txBody>
        </p:sp>
        <p:sp>
          <p:nvSpPr>
            <p:cNvPr id="1255" name="Google Shape;1255;g3bb00c4f728_4_117"/>
            <p:cNvSpPr/>
            <p:nvPr/>
          </p:nvSpPr>
          <p:spPr>
            <a:xfrm>
              <a:off x="2652285" y="5800931"/>
              <a:ext cx="1332000" cy="576000"/>
            </a:xfrm>
            <a:prstGeom prst="diamond">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Customer approve?</a:t>
              </a:r>
              <a:endParaRPr b="0" i="0" sz="909" u="none" cap="none" strike="noStrike">
                <a:solidFill>
                  <a:srgbClr val="000000"/>
                </a:solidFill>
                <a:latin typeface="Lato"/>
                <a:ea typeface="Lato"/>
                <a:cs typeface="Lato"/>
                <a:sym typeface="Lato"/>
              </a:endParaRPr>
            </a:p>
          </p:txBody>
        </p:sp>
        <p:sp>
          <p:nvSpPr>
            <p:cNvPr id="1229" name="Google Shape;1229;g3bb00c4f728_4_117"/>
            <p:cNvSpPr/>
            <p:nvPr/>
          </p:nvSpPr>
          <p:spPr>
            <a:xfrm>
              <a:off x="6496822" y="3371941"/>
              <a:ext cx="108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Program</a:t>
              </a:r>
              <a:endParaRPr b="0" i="0" sz="909" u="none" cap="none" strike="noStrike">
                <a:solidFill>
                  <a:srgbClr val="000000"/>
                </a:solidFill>
                <a:latin typeface="Lato"/>
                <a:ea typeface="Lato"/>
                <a:cs typeface="Lato"/>
                <a:sym typeface="Lato"/>
              </a:endParaRPr>
            </a:p>
          </p:txBody>
        </p:sp>
        <p:sp>
          <p:nvSpPr>
            <p:cNvPr id="1256" name="Google Shape;1256;g3bb00c4f728_4_117"/>
            <p:cNvSpPr/>
            <p:nvPr/>
          </p:nvSpPr>
          <p:spPr>
            <a:xfrm>
              <a:off x="4368543" y="4729783"/>
              <a:ext cx="108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Test plan</a:t>
              </a:r>
              <a:endParaRPr b="0" i="0" sz="909" u="none" cap="none" strike="noStrike">
                <a:solidFill>
                  <a:srgbClr val="000000"/>
                </a:solidFill>
                <a:latin typeface="Lato"/>
                <a:ea typeface="Lato"/>
                <a:cs typeface="Lato"/>
                <a:sym typeface="Lato"/>
              </a:endParaRPr>
            </a:p>
          </p:txBody>
        </p:sp>
        <p:sp>
          <p:nvSpPr>
            <p:cNvPr id="1257" name="Google Shape;1257;g3bb00c4f728_4_117"/>
            <p:cNvSpPr/>
            <p:nvPr/>
          </p:nvSpPr>
          <p:spPr>
            <a:xfrm>
              <a:off x="6192420" y="4721589"/>
              <a:ext cx="108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Design test cases</a:t>
              </a:r>
              <a:endParaRPr b="0" i="0" sz="909" u="none" cap="none" strike="noStrike">
                <a:solidFill>
                  <a:srgbClr val="000000"/>
                </a:solidFill>
                <a:latin typeface="Lato"/>
                <a:ea typeface="Lato"/>
                <a:cs typeface="Lato"/>
                <a:sym typeface="Lato"/>
              </a:endParaRPr>
            </a:p>
          </p:txBody>
        </p:sp>
        <p:sp>
          <p:nvSpPr>
            <p:cNvPr id="1258" name="Google Shape;1258;g3bb00c4f728_4_117"/>
            <p:cNvSpPr/>
            <p:nvPr/>
          </p:nvSpPr>
          <p:spPr>
            <a:xfrm>
              <a:off x="8337787" y="4721866"/>
              <a:ext cx="108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Execute test</a:t>
              </a:r>
              <a:endParaRPr b="0" i="0" sz="909" u="none" cap="none" strike="noStrike">
                <a:solidFill>
                  <a:srgbClr val="000000"/>
                </a:solidFill>
                <a:latin typeface="Lato"/>
                <a:ea typeface="Lato"/>
                <a:cs typeface="Lato"/>
                <a:sym typeface="Lato"/>
              </a:endParaRPr>
            </a:p>
          </p:txBody>
        </p:sp>
        <p:sp>
          <p:nvSpPr>
            <p:cNvPr id="1259" name="Google Shape;1259;g3bb00c4f728_4_117"/>
            <p:cNvSpPr/>
            <p:nvPr/>
          </p:nvSpPr>
          <p:spPr>
            <a:xfrm>
              <a:off x="10696308" y="1958765"/>
              <a:ext cx="108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Release</a:t>
              </a:r>
              <a:endParaRPr b="0" i="0" sz="909" u="none" cap="none" strike="noStrike">
                <a:solidFill>
                  <a:srgbClr val="000000"/>
                </a:solidFill>
                <a:latin typeface="Lato"/>
                <a:ea typeface="Lato"/>
                <a:cs typeface="Lato"/>
                <a:sym typeface="Lato"/>
              </a:endParaRPr>
            </a:p>
          </p:txBody>
        </p:sp>
        <p:sp>
          <p:nvSpPr>
            <p:cNvPr id="1260" name="Google Shape;1260;g3bb00c4f728_4_117"/>
            <p:cNvSpPr/>
            <p:nvPr/>
          </p:nvSpPr>
          <p:spPr>
            <a:xfrm>
              <a:off x="9727214" y="4654989"/>
              <a:ext cx="1332000" cy="576000"/>
            </a:xfrm>
            <a:prstGeom prst="diamond">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Quality passed?</a:t>
              </a:r>
              <a:endParaRPr b="0" i="0" sz="909" u="none" cap="none" strike="noStrike">
                <a:solidFill>
                  <a:srgbClr val="000000"/>
                </a:solidFill>
                <a:latin typeface="Lato"/>
                <a:ea typeface="Lato"/>
                <a:cs typeface="Lato"/>
                <a:sym typeface="Lato"/>
              </a:endParaRPr>
            </a:p>
          </p:txBody>
        </p:sp>
        <p:cxnSp>
          <p:nvCxnSpPr>
            <p:cNvPr id="1261" name="Google Shape;1261;g3bb00c4f728_4_117"/>
            <p:cNvCxnSpPr>
              <a:stCxn id="1253" idx="2"/>
              <a:endCxn id="1255" idx="0"/>
            </p:cNvCxnSpPr>
            <p:nvPr/>
          </p:nvCxnSpPr>
          <p:spPr>
            <a:xfrm rot="5400000">
              <a:off x="1671195" y="4144872"/>
              <a:ext cx="3303000" cy="9000"/>
            </a:xfrm>
            <a:prstGeom prst="bentConnector3">
              <a:avLst>
                <a:gd fmla="val 199327" name="adj1"/>
              </a:avLst>
            </a:prstGeom>
            <a:noFill/>
            <a:ln cap="flat" cmpd="sng" w="9525">
              <a:solidFill>
                <a:srgbClr val="FF0000"/>
              </a:solidFill>
              <a:prstDash val="dash"/>
              <a:round/>
              <a:headEnd len="sm" w="sm" type="none"/>
              <a:tailEnd len="med" w="med" type="triangle"/>
            </a:ln>
          </p:spPr>
        </p:cxnSp>
        <p:cxnSp>
          <p:nvCxnSpPr>
            <p:cNvPr id="1262" name="Google Shape;1262;g3bb00c4f728_4_117"/>
            <p:cNvCxnSpPr>
              <a:stCxn id="1248" idx="3"/>
              <a:endCxn id="1253" idx="1"/>
            </p:cNvCxnSpPr>
            <p:nvPr/>
          </p:nvCxnSpPr>
          <p:spPr>
            <a:xfrm>
              <a:off x="2019918" y="885864"/>
              <a:ext cx="767400" cy="1390500"/>
            </a:xfrm>
            <a:prstGeom prst="bentConnector3">
              <a:avLst>
                <a:gd fmla="val 350690" name="adj1"/>
              </a:avLst>
            </a:prstGeom>
            <a:noFill/>
            <a:ln cap="flat" cmpd="sng" w="9525">
              <a:solidFill>
                <a:srgbClr val="3E6EC2"/>
              </a:solidFill>
              <a:prstDash val="dash"/>
              <a:round/>
              <a:headEnd len="sm" w="sm" type="none"/>
              <a:tailEnd len="med" w="med" type="triangle"/>
            </a:ln>
          </p:spPr>
        </p:cxnSp>
        <p:cxnSp>
          <p:nvCxnSpPr>
            <p:cNvPr id="1263" name="Google Shape;1263;g3bb00c4f728_4_117"/>
            <p:cNvCxnSpPr>
              <a:stCxn id="1253" idx="3"/>
              <a:endCxn id="1254" idx="0"/>
            </p:cNvCxnSpPr>
            <p:nvPr/>
          </p:nvCxnSpPr>
          <p:spPr>
            <a:xfrm>
              <a:off x="3867195" y="2276472"/>
              <a:ext cx="1342200" cy="522900"/>
            </a:xfrm>
            <a:prstGeom prst="bentConnector2">
              <a:avLst/>
            </a:prstGeom>
            <a:noFill/>
            <a:ln cap="flat" cmpd="sng" w="9525">
              <a:solidFill>
                <a:srgbClr val="3E6EC2"/>
              </a:solidFill>
              <a:prstDash val="solid"/>
              <a:round/>
              <a:headEnd len="sm" w="sm" type="none"/>
              <a:tailEnd len="med" w="med" type="triangle"/>
            </a:ln>
          </p:spPr>
        </p:cxnSp>
        <p:cxnSp>
          <p:nvCxnSpPr>
            <p:cNvPr id="1264" name="Google Shape;1264;g3bb00c4f728_4_117"/>
            <p:cNvCxnSpPr>
              <a:stCxn id="1254" idx="3"/>
              <a:endCxn id="1229" idx="0"/>
            </p:cNvCxnSpPr>
            <p:nvPr/>
          </p:nvCxnSpPr>
          <p:spPr>
            <a:xfrm>
              <a:off x="5749310" y="3020647"/>
              <a:ext cx="1287600" cy="351300"/>
            </a:xfrm>
            <a:prstGeom prst="bentConnector2">
              <a:avLst/>
            </a:prstGeom>
            <a:noFill/>
            <a:ln cap="flat" cmpd="sng" w="9525">
              <a:solidFill>
                <a:srgbClr val="3E6EC2"/>
              </a:solidFill>
              <a:prstDash val="solid"/>
              <a:round/>
              <a:headEnd len="sm" w="sm" type="none"/>
              <a:tailEnd len="med" w="med" type="triangle"/>
            </a:ln>
          </p:spPr>
        </p:cxnSp>
        <p:cxnSp>
          <p:nvCxnSpPr>
            <p:cNvPr id="1265" name="Google Shape;1265;g3bb00c4f728_4_117"/>
            <p:cNvCxnSpPr>
              <a:stCxn id="1229" idx="3"/>
              <a:endCxn id="1266" idx="1"/>
            </p:cNvCxnSpPr>
            <p:nvPr/>
          </p:nvCxnSpPr>
          <p:spPr>
            <a:xfrm>
              <a:off x="7576822" y="3593341"/>
              <a:ext cx="746100" cy="900"/>
            </a:xfrm>
            <a:prstGeom prst="bentConnector3">
              <a:avLst>
                <a:gd fmla="val 2327752" name="adj1"/>
              </a:avLst>
            </a:prstGeom>
            <a:noFill/>
            <a:ln cap="flat" cmpd="sng" w="9525">
              <a:solidFill>
                <a:srgbClr val="3E6EC2"/>
              </a:solidFill>
              <a:prstDash val="solid"/>
              <a:round/>
              <a:headEnd len="sm" w="sm" type="none"/>
              <a:tailEnd len="med" w="med" type="triangle"/>
            </a:ln>
          </p:spPr>
        </p:cxnSp>
        <p:sp>
          <p:nvSpPr>
            <p:cNvPr id="1267" name="Google Shape;1267;g3bb00c4f728_4_117"/>
            <p:cNvSpPr/>
            <p:nvPr/>
          </p:nvSpPr>
          <p:spPr>
            <a:xfrm>
              <a:off x="4241639" y="5816935"/>
              <a:ext cx="1332000" cy="576000"/>
            </a:xfrm>
            <a:prstGeom prst="diamond">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Customer approve?</a:t>
              </a:r>
              <a:endParaRPr b="0" i="0" sz="909" u="none" cap="none" strike="noStrike">
                <a:solidFill>
                  <a:srgbClr val="000000"/>
                </a:solidFill>
                <a:latin typeface="Lato"/>
                <a:ea typeface="Lato"/>
                <a:cs typeface="Lato"/>
                <a:sym typeface="Lato"/>
              </a:endParaRPr>
            </a:p>
          </p:txBody>
        </p:sp>
        <p:cxnSp>
          <p:nvCxnSpPr>
            <p:cNvPr id="1268" name="Google Shape;1268;g3bb00c4f728_4_117"/>
            <p:cNvCxnSpPr>
              <a:stCxn id="1256" idx="2"/>
              <a:endCxn id="1267" idx="0"/>
            </p:cNvCxnSpPr>
            <p:nvPr/>
          </p:nvCxnSpPr>
          <p:spPr>
            <a:xfrm rot="5400000">
              <a:off x="4585893" y="5494333"/>
              <a:ext cx="644400" cy="900"/>
            </a:xfrm>
            <a:prstGeom prst="bentConnector3">
              <a:avLst>
                <a:gd fmla="val 1368250" name="adj1"/>
              </a:avLst>
            </a:prstGeom>
            <a:noFill/>
            <a:ln cap="flat" cmpd="sng" w="9525">
              <a:solidFill>
                <a:srgbClr val="FF0000"/>
              </a:solidFill>
              <a:prstDash val="dash"/>
              <a:round/>
              <a:headEnd len="sm" w="sm" type="none"/>
              <a:tailEnd len="med" w="med" type="triangle"/>
            </a:ln>
          </p:spPr>
        </p:cxnSp>
        <p:cxnSp>
          <p:nvCxnSpPr>
            <p:cNvPr id="1269" name="Google Shape;1269;g3bb00c4f728_4_117"/>
            <p:cNvCxnSpPr>
              <a:stCxn id="1256" idx="3"/>
              <a:endCxn id="1257" idx="1"/>
            </p:cNvCxnSpPr>
            <p:nvPr/>
          </p:nvCxnSpPr>
          <p:spPr>
            <a:xfrm flipH="1" rot="10800000">
              <a:off x="5448543" y="4943083"/>
              <a:ext cx="744000" cy="8100"/>
            </a:xfrm>
            <a:prstGeom prst="bentConnector3">
              <a:avLst>
                <a:gd fmla="val 1576306" name="adj1"/>
              </a:avLst>
            </a:prstGeom>
            <a:noFill/>
            <a:ln cap="flat" cmpd="sng" w="9525">
              <a:solidFill>
                <a:srgbClr val="FF0000"/>
              </a:solidFill>
              <a:prstDash val="solid"/>
              <a:round/>
              <a:headEnd len="sm" w="sm" type="none"/>
              <a:tailEnd len="med" w="med" type="triangle"/>
            </a:ln>
          </p:spPr>
        </p:cxnSp>
        <p:cxnSp>
          <p:nvCxnSpPr>
            <p:cNvPr id="1270" name="Google Shape;1270;g3bb00c4f728_4_117"/>
            <p:cNvCxnSpPr>
              <a:stCxn id="1257" idx="3"/>
              <a:endCxn id="1258" idx="1"/>
            </p:cNvCxnSpPr>
            <p:nvPr/>
          </p:nvCxnSpPr>
          <p:spPr>
            <a:xfrm>
              <a:off x="7272420" y="4942989"/>
              <a:ext cx="1065300" cy="900"/>
            </a:xfrm>
            <a:prstGeom prst="bentConnector3">
              <a:avLst>
                <a:gd fmla="val 1609298" name="adj1"/>
              </a:avLst>
            </a:prstGeom>
            <a:noFill/>
            <a:ln cap="flat" cmpd="sng" w="9525">
              <a:solidFill>
                <a:srgbClr val="FF0000"/>
              </a:solidFill>
              <a:prstDash val="solid"/>
              <a:round/>
              <a:headEnd len="sm" w="sm" type="none"/>
              <a:tailEnd len="med" w="med" type="triangle"/>
            </a:ln>
          </p:spPr>
        </p:cxnSp>
        <p:sp>
          <p:nvSpPr>
            <p:cNvPr id="1266" name="Google Shape;1266;g3bb00c4f728_4_117"/>
            <p:cNvSpPr/>
            <p:nvPr/>
          </p:nvSpPr>
          <p:spPr>
            <a:xfrm>
              <a:off x="8322797" y="3372490"/>
              <a:ext cx="108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Fix bugs</a:t>
              </a:r>
              <a:endParaRPr b="0" i="0" sz="909" u="none" cap="none" strike="noStrike">
                <a:solidFill>
                  <a:srgbClr val="000000"/>
                </a:solidFill>
                <a:latin typeface="Lato"/>
                <a:ea typeface="Lato"/>
                <a:cs typeface="Lato"/>
                <a:sym typeface="Lato"/>
              </a:endParaRPr>
            </a:p>
          </p:txBody>
        </p:sp>
        <p:cxnSp>
          <p:nvCxnSpPr>
            <p:cNvPr id="1271" name="Google Shape;1271;g3bb00c4f728_4_117"/>
            <p:cNvCxnSpPr>
              <a:stCxn id="1258" idx="3"/>
              <a:endCxn id="1260" idx="1"/>
            </p:cNvCxnSpPr>
            <p:nvPr/>
          </p:nvCxnSpPr>
          <p:spPr>
            <a:xfrm>
              <a:off x="9417787" y="4943266"/>
              <a:ext cx="309300" cy="900"/>
            </a:xfrm>
            <a:prstGeom prst="bentConnector3">
              <a:avLst>
                <a:gd fmla="val 6933739" name="adj1"/>
              </a:avLst>
            </a:prstGeom>
            <a:noFill/>
            <a:ln cap="flat" cmpd="sng" w="9525">
              <a:solidFill>
                <a:srgbClr val="FF0000"/>
              </a:solidFill>
              <a:prstDash val="solid"/>
              <a:round/>
              <a:headEnd len="sm" w="sm" type="none"/>
              <a:tailEnd len="med" w="med" type="triangle"/>
            </a:ln>
          </p:spPr>
        </p:cxnSp>
        <p:cxnSp>
          <p:nvCxnSpPr>
            <p:cNvPr id="1272" name="Google Shape;1272;g3bb00c4f728_4_117"/>
            <p:cNvCxnSpPr>
              <a:stCxn id="1229" idx="3"/>
              <a:endCxn id="1258" idx="1"/>
            </p:cNvCxnSpPr>
            <p:nvPr/>
          </p:nvCxnSpPr>
          <p:spPr>
            <a:xfrm>
              <a:off x="7576822" y="3593341"/>
              <a:ext cx="761100" cy="1350000"/>
            </a:xfrm>
            <a:prstGeom prst="bentConnector3">
              <a:avLst>
                <a:gd fmla="val 2285467" name="adj1"/>
              </a:avLst>
            </a:prstGeom>
            <a:noFill/>
            <a:ln cap="flat" cmpd="sng" w="9525">
              <a:solidFill>
                <a:srgbClr val="3E6EC2"/>
              </a:solidFill>
              <a:prstDash val="solid"/>
              <a:round/>
              <a:headEnd len="sm" w="sm" type="none"/>
              <a:tailEnd len="med" w="med" type="triangle"/>
            </a:ln>
          </p:spPr>
        </p:cxnSp>
        <p:cxnSp>
          <p:nvCxnSpPr>
            <p:cNvPr id="1273" name="Google Shape;1273;g3bb00c4f728_4_117"/>
            <p:cNvCxnSpPr>
              <a:stCxn id="1258" idx="0"/>
              <a:endCxn id="1266" idx="2"/>
            </p:cNvCxnSpPr>
            <p:nvPr/>
          </p:nvCxnSpPr>
          <p:spPr>
            <a:xfrm flipH="1" rot="5400000">
              <a:off x="8416987" y="4261066"/>
              <a:ext cx="906600" cy="15000"/>
            </a:xfrm>
            <a:prstGeom prst="bentConnector3">
              <a:avLst>
                <a:gd fmla="val -528848" name="adj1"/>
              </a:avLst>
            </a:prstGeom>
            <a:noFill/>
            <a:ln cap="flat" cmpd="sng" w="9525">
              <a:solidFill>
                <a:srgbClr val="3E6EC2"/>
              </a:solidFill>
              <a:prstDash val="solid"/>
              <a:round/>
              <a:headEnd len="med" w="med" type="triangle"/>
              <a:tailEnd len="med" w="med" type="triangle"/>
            </a:ln>
          </p:spPr>
        </p:cxnSp>
        <p:cxnSp>
          <p:nvCxnSpPr>
            <p:cNvPr id="1274" name="Google Shape;1274;g3bb00c4f728_4_117"/>
            <p:cNvCxnSpPr>
              <a:stCxn id="1260" idx="0"/>
              <a:endCxn id="1259" idx="1"/>
            </p:cNvCxnSpPr>
            <p:nvPr/>
          </p:nvCxnSpPr>
          <p:spPr>
            <a:xfrm rot="-5400000">
              <a:off x="9307364" y="3266139"/>
              <a:ext cx="2474700" cy="303000"/>
            </a:xfrm>
            <a:prstGeom prst="bentConnector2">
              <a:avLst/>
            </a:prstGeom>
            <a:noFill/>
            <a:ln cap="flat" cmpd="sng" w="9525">
              <a:solidFill>
                <a:srgbClr val="FF0000"/>
              </a:solidFill>
              <a:prstDash val="solid"/>
              <a:round/>
              <a:headEnd len="sm" w="sm" type="none"/>
              <a:tailEnd len="med" w="med" type="triangle"/>
            </a:ln>
          </p:spPr>
        </p:cxnSp>
        <p:cxnSp>
          <p:nvCxnSpPr>
            <p:cNvPr id="1275" name="Google Shape;1275;g3bb00c4f728_4_117"/>
            <p:cNvCxnSpPr>
              <a:stCxn id="1276" idx="2"/>
              <a:endCxn id="1256" idx="1"/>
            </p:cNvCxnSpPr>
            <p:nvPr/>
          </p:nvCxnSpPr>
          <p:spPr>
            <a:xfrm flipH="1" rot="-5400000">
              <a:off x="1846051" y="2428618"/>
              <a:ext cx="3119400" cy="1925700"/>
            </a:xfrm>
            <a:prstGeom prst="bentConnector2">
              <a:avLst/>
            </a:prstGeom>
            <a:noFill/>
            <a:ln cap="flat" cmpd="sng" w="9525">
              <a:solidFill>
                <a:srgbClr val="FF0000"/>
              </a:solidFill>
              <a:prstDash val="solid"/>
              <a:round/>
              <a:headEnd len="sm" w="sm" type="none"/>
              <a:tailEnd len="med" w="med" type="triangle"/>
            </a:ln>
          </p:spPr>
        </p:cxnSp>
        <p:cxnSp>
          <p:nvCxnSpPr>
            <p:cNvPr id="1277" name="Google Shape;1277;g3bb00c4f728_4_117"/>
            <p:cNvCxnSpPr>
              <a:stCxn id="1254" idx="3"/>
              <a:endCxn id="1257" idx="1"/>
            </p:cNvCxnSpPr>
            <p:nvPr/>
          </p:nvCxnSpPr>
          <p:spPr>
            <a:xfrm>
              <a:off x="5749310" y="3020647"/>
              <a:ext cx="443100" cy="1922400"/>
            </a:xfrm>
            <a:prstGeom prst="bentConnector3">
              <a:avLst>
                <a:gd fmla="val 2702672" name="adj1"/>
              </a:avLst>
            </a:prstGeom>
            <a:noFill/>
            <a:ln cap="flat" cmpd="sng" w="9525">
              <a:solidFill>
                <a:srgbClr val="FF0000"/>
              </a:solidFill>
              <a:prstDash val="solid"/>
              <a:round/>
              <a:headEnd len="sm" w="sm" type="none"/>
              <a:tailEnd len="med" w="med" type="triangle"/>
            </a:ln>
          </p:spPr>
        </p:cxnSp>
        <p:sp>
          <p:nvSpPr>
            <p:cNvPr id="1276" name="Google Shape;1276;g3bb00c4f728_4_117"/>
            <p:cNvSpPr/>
            <p:nvPr/>
          </p:nvSpPr>
          <p:spPr>
            <a:xfrm>
              <a:off x="1825222" y="1293831"/>
              <a:ext cx="1235358" cy="576018"/>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Approved SRS, UI/UX design</a:t>
              </a:r>
              <a:endParaRPr b="0" i="0" sz="909" u="none" cap="none" strike="noStrike">
                <a:solidFill>
                  <a:srgbClr val="000000"/>
                </a:solidFill>
                <a:latin typeface="Lato"/>
                <a:ea typeface="Lato"/>
                <a:cs typeface="Lato"/>
                <a:sym typeface="Lato"/>
              </a:endParaRPr>
            </a:p>
          </p:txBody>
        </p:sp>
        <p:sp>
          <p:nvSpPr>
            <p:cNvPr id="1278" name="Google Shape;1278;g3bb00c4f728_4_117"/>
            <p:cNvSpPr/>
            <p:nvPr/>
          </p:nvSpPr>
          <p:spPr>
            <a:xfrm>
              <a:off x="2713898" y="3927212"/>
              <a:ext cx="1156680" cy="576018"/>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714"/>
                <a:buFont typeface="Arial"/>
                <a:buNone/>
              </a:pPr>
              <a:r>
                <a:rPr b="0" i="0" lang="vi" sz="714" u="none" cap="none" strike="noStrike">
                  <a:solidFill>
                    <a:srgbClr val="000000"/>
                  </a:solidFill>
                  <a:latin typeface="Lato"/>
                  <a:ea typeface="Lato"/>
                  <a:cs typeface="Lato"/>
                  <a:sym typeface="Lato"/>
                </a:rPr>
                <a:t>Architecture Design</a:t>
              </a:r>
              <a:endParaRPr b="0" i="0" sz="909" u="none" cap="none" strike="noStrike">
                <a:solidFill>
                  <a:srgbClr val="000000"/>
                </a:solidFill>
                <a:latin typeface="Lato"/>
                <a:ea typeface="Lato"/>
                <a:cs typeface="Lato"/>
                <a:sym typeface="Lato"/>
              </a:endParaRPr>
            </a:p>
          </p:txBody>
        </p:sp>
        <p:sp>
          <p:nvSpPr>
            <p:cNvPr id="1279" name="Google Shape;1279;g3bb00c4f728_4_117"/>
            <p:cNvSpPr/>
            <p:nvPr/>
          </p:nvSpPr>
          <p:spPr>
            <a:xfrm>
              <a:off x="915043" y="3927212"/>
              <a:ext cx="1156680" cy="576018"/>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714"/>
                <a:buFont typeface="Arial"/>
                <a:buNone/>
              </a:pPr>
              <a:r>
                <a:rPr b="0" i="0" lang="vi" sz="714" u="none" cap="none" strike="noStrike">
                  <a:solidFill>
                    <a:srgbClr val="000000"/>
                  </a:solidFill>
                  <a:latin typeface="Lato"/>
                  <a:ea typeface="Lato"/>
                  <a:cs typeface="Lato"/>
                  <a:sym typeface="Lato"/>
                </a:rPr>
                <a:t>SRS, UI/UX design</a:t>
              </a:r>
              <a:endParaRPr b="0" i="0" sz="909" u="none" cap="none" strike="noStrike">
                <a:solidFill>
                  <a:srgbClr val="000000"/>
                </a:solidFill>
                <a:latin typeface="Lato"/>
                <a:ea typeface="Lato"/>
                <a:cs typeface="Lato"/>
                <a:sym typeface="Lato"/>
              </a:endParaRPr>
            </a:p>
          </p:txBody>
        </p:sp>
        <p:sp>
          <p:nvSpPr>
            <p:cNvPr id="1280" name="Google Shape;1280;g3bb00c4f728_4_117"/>
            <p:cNvSpPr/>
            <p:nvPr/>
          </p:nvSpPr>
          <p:spPr>
            <a:xfrm>
              <a:off x="4074746" y="2029699"/>
              <a:ext cx="1002942" cy="455382"/>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Approved ADD</a:t>
              </a:r>
              <a:endParaRPr b="0" i="0" sz="909" u="none" cap="none" strike="noStrike">
                <a:solidFill>
                  <a:srgbClr val="000000"/>
                </a:solidFill>
                <a:latin typeface="Lato"/>
                <a:ea typeface="Lato"/>
                <a:cs typeface="Lato"/>
                <a:sym typeface="Lato"/>
              </a:endParaRPr>
            </a:p>
          </p:txBody>
        </p:sp>
        <p:sp>
          <p:nvSpPr>
            <p:cNvPr id="1281" name="Google Shape;1281;g3bb00c4f728_4_117"/>
            <p:cNvSpPr/>
            <p:nvPr/>
          </p:nvSpPr>
          <p:spPr>
            <a:xfrm>
              <a:off x="4487975" y="5332708"/>
              <a:ext cx="839322" cy="292626"/>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Test strategy</a:t>
              </a:r>
              <a:endParaRPr b="0" i="0" sz="909" u="none" cap="none" strike="noStrike">
                <a:solidFill>
                  <a:srgbClr val="000000"/>
                </a:solidFill>
                <a:latin typeface="Lato"/>
                <a:ea typeface="Lato"/>
                <a:cs typeface="Lato"/>
                <a:sym typeface="Lato"/>
              </a:endParaRPr>
            </a:p>
          </p:txBody>
        </p:sp>
        <p:sp>
          <p:nvSpPr>
            <p:cNvPr id="1282" name="Google Shape;1282;g3bb00c4f728_4_117"/>
            <p:cNvSpPr/>
            <p:nvPr/>
          </p:nvSpPr>
          <p:spPr>
            <a:xfrm>
              <a:off x="9490870" y="4472002"/>
              <a:ext cx="618408" cy="330372"/>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Test report</a:t>
              </a:r>
              <a:endParaRPr b="0" i="0" sz="909" u="none" cap="none" strike="noStrike">
                <a:solidFill>
                  <a:srgbClr val="000000"/>
                </a:solidFill>
                <a:latin typeface="Lato"/>
                <a:ea typeface="Lato"/>
                <a:cs typeface="Lato"/>
                <a:sym typeface="Lato"/>
              </a:endParaRPr>
            </a:p>
          </p:txBody>
        </p:sp>
        <p:sp>
          <p:nvSpPr>
            <p:cNvPr id="1283" name="Google Shape;1283;g3bb00c4f728_4_117"/>
            <p:cNvSpPr/>
            <p:nvPr/>
          </p:nvSpPr>
          <p:spPr>
            <a:xfrm>
              <a:off x="8586677" y="4105018"/>
              <a:ext cx="642168" cy="306126"/>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Bugs</a:t>
              </a:r>
              <a:endParaRPr b="0" i="0" sz="909" u="none" cap="none" strike="noStrike">
                <a:solidFill>
                  <a:srgbClr val="000000"/>
                </a:solidFill>
                <a:latin typeface="Lato"/>
                <a:ea typeface="Lato"/>
                <a:cs typeface="Lato"/>
                <a:sym typeface="Lato"/>
              </a:endParaRPr>
            </a:p>
          </p:txBody>
        </p:sp>
        <p:cxnSp>
          <p:nvCxnSpPr>
            <p:cNvPr id="1284" name="Google Shape;1284;g3bb00c4f728_4_117"/>
            <p:cNvCxnSpPr>
              <a:stCxn id="1259" idx="2"/>
              <a:endCxn id="1285" idx="0"/>
            </p:cNvCxnSpPr>
            <p:nvPr/>
          </p:nvCxnSpPr>
          <p:spPr>
            <a:xfrm flipH="1" rot="-5400000">
              <a:off x="9549558" y="4088315"/>
              <a:ext cx="3392400" cy="18900"/>
            </a:xfrm>
            <a:prstGeom prst="bentConnector3">
              <a:avLst>
                <a:gd fmla="val 191355" name="adj1"/>
              </a:avLst>
            </a:prstGeom>
            <a:noFill/>
            <a:ln cap="flat" cmpd="sng" w="9525">
              <a:solidFill>
                <a:srgbClr val="FF0000"/>
              </a:solidFill>
              <a:prstDash val="dash"/>
              <a:round/>
              <a:headEnd len="sm" w="sm" type="none"/>
              <a:tailEnd len="med" w="med" type="triangle"/>
            </a:ln>
          </p:spPr>
        </p:cxnSp>
        <p:sp>
          <p:nvSpPr>
            <p:cNvPr id="1285" name="Google Shape;1285;g3bb00c4f728_4_117"/>
            <p:cNvSpPr/>
            <p:nvPr/>
          </p:nvSpPr>
          <p:spPr>
            <a:xfrm>
              <a:off x="10589183" y="5793926"/>
              <a:ext cx="1332000" cy="482400"/>
            </a:xfrm>
            <a:prstGeom prst="diamond">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Customer UAT?</a:t>
              </a:r>
              <a:endParaRPr b="0" i="0" sz="909" u="none" cap="none" strike="noStrike">
                <a:solidFill>
                  <a:srgbClr val="000000"/>
                </a:solidFill>
                <a:latin typeface="Lato"/>
                <a:ea typeface="Lato"/>
                <a:cs typeface="Lato"/>
                <a:sym typeface="Lato"/>
              </a:endParaRPr>
            </a:p>
          </p:txBody>
        </p:sp>
        <p:sp>
          <p:nvSpPr>
            <p:cNvPr id="1286" name="Google Shape;1286;g3bb00c4f728_4_117"/>
            <p:cNvSpPr/>
            <p:nvPr/>
          </p:nvSpPr>
          <p:spPr>
            <a:xfrm>
              <a:off x="7463689" y="4131203"/>
              <a:ext cx="901638" cy="403002"/>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Deployed Software</a:t>
              </a:r>
              <a:endParaRPr b="0" i="0" sz="909" u="none" cap="none" strike="noStrike">
                <a:solidFill>
                  <a:srgbClr val="000000"/>
                </a:solidFill>
                <a:latin typeface="Lato"/>
                <a:ea typeface="Lato"/>
                <a:cs typeface="Lato"/>
                <a:sym typeface="Lato"/>
              </a:endParaRPr>
            </a:p>
          </p:txBody>
        </p:sp>
        <p:sp>
          <p:nvSpPr>
            <p:cNvPr id="1287" name="Google Shape;1287;g3bb00c4f728_4_117"/>
            <p:cNvSpPr/>
            <p:nvPr/>
          </p:nvSpPr>
          <p:spPr>
            <a:xfrm>
              <a:off x="10732927" y="3083404"/>
              <a:ext cx="1002942" cy="455382"/>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Software package</a:t>
              </a:r>
              <a:endParaRPr b="0" i="0" sz="909" u="none" cap="none" strike="noStrike">
                <a:solidFill>
                  <a:srgbClr val="000000"/>
                </a:solidFill>
                <a:latin typeface="Lato"/>
                <a:ea typeface="Lato"/>
                <a:cs typeface="Lato"/>
                <a:sym typeface="Lato"/>
              </a:endParaRPr>
            </a:p>
          </p:txBody>
        </p:sp>
        <p:cxnSp>
          <p:nvCxnSpPr>
            <p:cNvPr id="1288" name="Google Shape;1288;g3bb00c4f728_4_117"/>
            <p:cNvCxnSpPr>
              <a:stCxn id="1285" idx="3"/>
              <a:endCxn id="1266" idx="3"/>
            </p:cNvCxnSpPr>
            <p:nvPr/>
          </p:nvCxnSpPr>
          <p:spPr>
            <a:xfrm rot="10800000">
              <a:off x="9402683" y="3594026"/>
              <a:ext cx="2518500" cy="2441100"/>
            </a:xfrm>
            <a:prstGeom prst="bentConnector3">
              <a:avLst>
                <a:gd fmla="val -1126840" name="adj1"/>
              </a:avLst>
            </a:prstGeom>
            <a:noFill/>
            <a:ln cap="flat" cmpd="sng" w="9525">
              <a:solidFill>
                <a:srgbClr val="3E6EC2"/>
              </a:solidFill>
              <a:prstDash val="solid"/>
              <a:round/>
              <a:headEnd len="sm" w="sm" type="none"/>
              <a:tailEnd len="med" w="med" type="triangle"/>
            </a:ln>
          </p:spPr>
        </p:cxnSp>
        <p:cxnSp>
          <p:nvCxnSpPr>
            <p:cNvPr id="1289" name="Google Shape;1289;g3bb00c4f728_4_117"/>
            <p:cNvCxnSpPr>
              <a:stCxn id="1249" idx="3"/>
              <a:endCxn id="1253" idx="1"/>
            </p:cNvCxnSpPr>
            <p:nvPr/>
          </p:nvCxnSpPr>
          <p:spPr>
            <a:xfrm>
              <a:off x="2021018" y="2208739"/>
              <a:ext cx="766200" cy="67800"/>
            </a:xfrm>
            <a:prstGeom prst="bentConnector3">
              <a:avLst>
                <a:gd fmla="val 351353" name="adj1"/>
              </a:avLst>
            </a:prstGeom>
            <a:noFill/>
            <a:ln cap="flat" cmpd="sng" w="9525">
              <a:solidFill>
                <a:srgbClr val="3E6EC2"/>
              </a:solidFill>
              <a:prstDash val="solid"/>
              <a:round/>
              <a:headEnd len="sm" w="sm" type="none"/>
              <a:tailEnd len="med" w="med" type="triangle"/>
            </a:ln>
          </p:spPr>
        </p:cxnSp>
        <p:sp>
          <p:nvSpPr>
            <p:cNvPr id="1290" name="Google Shape;1290;g3bb00c4f728_4_117"/>
            <p:cNvSpPr/>
            <p:nvPr/>
          </p:nvSpPr>
          <p:spPr>
            <a:xfrm>
              <a:off x="7355207" y="4791798"/>
              <a:ext cx="466236" cy="369414"/>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Test case</a:t>
              </a:r>
              <a:endParaRPr b="0" i="0" sz="909" u="none" cap="none" strike="noStrike">
                <a:solidFill>
                  <a:srgbClr val="000000"/>
                </a:solidFill>
                <a:latin typeface="Lato"/>
                <a:ea typeface="Lato"/>
                <a:cs typeface="Lato"/>
                <a:sym typeface="Lato"/>
              </a:endParaRPr>
            </a:p>
          </p:txBody>
        </p:sp>
        <p:cxnSp>
          <p:nvCxnSpPr>
            <p:cNvPr id="1291" name="Google Shape;1291;g3bb00c4f728_4_117"/>
            <p:cNvCxnSpPr>
              <a:stCxn id="1280" idx="2"/>
              <a:endCxn id="1256" idx="0"/>
            </p:cNvCxnSpPr>
            <p:nvPr/>
          </p:nvCxnSpPr>
          <p:spPr>
            <a:xfrm flipH="1" rot="-5400000">
              <a:off x="3604967" y="3426225"/>
              <a:ext cx="2274900" cy="332400"/>
            </a:xfrm>
            <a:prstGeom prst="bentConnector3">
              <a:avLst>
                <a:gd fmla="val 203920" name="adj1"/>
              </a:avLst>
            </a:prstGeom>
            <a:noFill/>
            <a:ln cap="flat" cmpd="sng" w="9525">
              <a:solidFill>
                <a:srgbClr val="FF0000"/>
              </a:solidFill>
              <a:prstDash val="solid"/>
              <a:round/>
              <a:headEnd len="sm" w="sm" type="none"/>
              <a:tailEnd len="med" w="med" type="triangle"/>
            </a:ln>
          </p:spPr>
        </p:cxnSp>
        <p:cxnSp>
          <p:nvCxnSpPr>
            <p:cNvPr id="1292" name="Google Shape;1292;g3bb00c4f728_4_117"/>
            <p:cNvCxnSpPr>
              <a:stCxn id="1276" idx="3"/>
              <a:endCxn id="1229" idx="0"/>
            </p:cNvCxnSpPr>
            <p:nvPr/>
          </p:nvCxnSpPr>
          <p:spPr>
            <a:xfrm>
              <a:off x="3060580" y="1581840"/>
              <a:ext cx="3976200" cy="1790100"/>
            </a:xfrm>
            <a:prstGeom prst="bentConnector2">
              <a:avLst/>
            </a:prstGeom>
            <a:noFill/>
            <a:ln cap="flat" cmpd="sng" w="9525">
              <a:solidFill>
                <a:srgbClr val="3E6EC2"/>
              </a:solidFill>
              <a:prstDash val="dash"/>
              <a:round/>
              <a:headEnd len="sm" w="sm" type="none"/>
              <a:tailEnd len="med" w="med" type="triangle"/>
            </a:ln>
          </p:spPr>
        </p:cxnSp>
        <p:sp>
          <p:nvSpPr>
            <p:cNvPr id="1228" name="Google Shape;1228;g3bb00c4f728_4_117"/>
            <p:cNvSpPr/>
            <p:nvPr/>
          </p:nvSpPr>
          <p:spPr>
            <a:xfrm>
              <a:off x="6534590" y="2113799"/>
              <a:ext cx="1002942" cy="455382"/>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Coding standard</a:t>
              </a:r>
              <a:endParaRPr b="0" i="0" sz="909" u="none" cap="none" strike="noStrike">
                <a:solidFill>
                  <a:srgbClr val="000000"/>
                </a:solidFill>
                <a:latin typeface="Lato"/>
                <a:ea typeface="Lato"/>
                <a:cs typeface="Lato"/>
                <a:sym typeface="Lato"/>
              </a:endParaRPr>
            </a:p>
          </p:txBody>
        </p:sp>
        <p:sp>
          <p:nvSpPr>
            <p:cNvPr id="1293" name="Google Shape;1293;g3bb00c4f728_4_117"/>
            <p:cNvSpPr/>
            <p:nvPr/>
          </p:nvSpPr>
          <p:spPr>
            <a:xfrm>
              <a:off x="6558940" y="2740930"/>
              <a:ext cx="1002942" cy="455382"/>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Software design</a:t>
              </a:r>
              <a:endParaRPr b="0" i="0" sz="909" u="none" cap="none" strike="noStrike">
                <a:solidFill>
                  <a:srgbClr val="000000"/>
                </a:solidFill>
                <a:latin typeface="Lato"/>
                <a:ea typeface="Lato"/>
                <a:cs typeface="Lato"/>
                <a:sym typeface="Lato"/>
              </a:endParaRPr>
            </a:p>
          </p:txBody>
        </p:sp>
        <p:sp>
          <p:nvSpPr>
            <p:cNvPr id="1294" name="Google Shape;1294;g3bb00c4f728_4_117"/>
            <p:cNvSpPr/>
            <p:nvPr/>
          </p:nvSpPr>
          <p:spPr>
            <a:xfrm>
              <a:off x="10870248" y="3793787"/>
              <a:ext cx="816480" cy="420822"/>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Installation manual</a:t>
              </a:r>
              <a:endParaRPr b="0" i="0" sz="909" u="none" cap="none" strike="noStrike">
                <a:solidFill>
                  <a:srgbClr val="000000"/>
                </a:solidFill>
                <a:latin typeface="Lato"/>
                <a:ea typeface="Lato"/>
                <a:cs typeface="Lato"/>
                <a:sym typeface="Lato"/>
              </a:endParaRPr>
            </a:p>
          </p:txBody>
        </p:sp>
        <p:sp>
          <p:nvSpPr>
            <p:cNvPr id="1295" name="Google Shape;1295;g3bb00c4f728_4_117"/>
            <p:cNvSpPr/>
            <p:nvPr/>
          </p:nvSpPr>
          <p:spPr>
            <a:xfrm>
              <a:off x="10991346" y="4292169"/>
              <a:ext cx="695358" cy="376650"/>
            </a:xfrm>
            <a:prstGeom prst="flowChartDocument">
              <a:avLst/>
            </a:prstGeom>
            <a:solidFill>
              <a:srgbClr val="FBE4D4"/>
            </a:solidFill>
            <a:ln cap="flat" cmpd="sng" w="16500">
              <a:solidFill>
                <a:srgbClr val="FBE4D4"/>
              </a:solidFill>
              <a:prstDash val="solid"/>
              <a:round/>
              <a:headEnd len="sm" w="sm" type="none"/>
              <a:tailEnd len="sm" w="sm" type="none"/>
            </a:ln>
          </p:spPr>
          <p:txBody>
            <a:bodyPr anchorCtr="0" anchor="ctr" bIns="29700" lIns="59375" spcFirstLastPara="1" rIns="59375" wrap="square" tIns="29700">
              <a:noAutofit/>
            </a:bodyPr>
            <a:lstStyle/>
            <a:p>
              <a:pPr indent="0" lvl="0" marL="0" marR="0" rtl="0" algn="ctr">
                <a:lnSpc>
                  <a:spcPct val="100000"/>
                </a:lnSpc>
                <a:spcBef>
                  <a:spcPts val="0"/>
                </a:spcBef>
                <a:spcAft>
                  <a:spcPts val="0"/>
                </a:spcAft>
                <a:buClr>
                  <a:srgbClr val="000000"/>
                </a:buClr>
                <a:buSzPts val="649"/>
                <a:buFont typeface="Arial"/>
                <a:buNone/>
              </a:pPr>
              <a:r>
                <a:rPr b="0" i="0" lang="vi" sz="649" u="none" cap="none" strike="noStrike">
                  <a:solidFill>
                    <a:srgbClr val="000000"/>
                  </a:solidFill>
                  <a:latin typeface="Lato"/>
                  <a:ea typeface="Lato"/>
                  <a:cs typeface="Lato"/>
                  <a:sym typeface="Lato"/>
                </a:rPr>
                <a:t>User  manual</a:t>
              </a:r>
              <a:endParaRPr b="0" i="0" sz="909" u="none" cap="none" strike="noStrike">
                <a:solidFill>
                  <a:srgbClr val="000000"/>
                </a:solidFill>
                <a:latin typeface="Lato"/>
                <a:ea typeface="Lato"/>
                <a:cs typeface="Lato"/>
                <a:sym typeface="Lato"/>
              </a:endParaRPr>
            </a:p>
          </p:txBody>
        </p:sp>
        <p:sp>
          <p:nvSpPr>
            <p:cNvPr id="1296" name="Google Shape;1296;g3bb00c4f728_4_117"/>
            <p:cNvSpPr/>
            <p:nvPr/>
          </p:nvSpPr>
          <p:spPr>
            <a:xfrm>
              <a:off x="732859" y="2647754"/>
              <a:ext cx="1260000" cy="442800"/>
            </a:xfrm>
            <a:prstGeom prst="rect">
              <a:avLst/>
            </a:prstGeom>
            <a:solidFill>
              <a:srgbClr val="D4F0FD"/>
            </a:solidFill>
            <a:ln cap="flat" cmpd="sng" w="9525">
              <a:solidFill>
                <a:srgbClr val="D4F0F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79"/>
                <a:buFont typeface="Arial"/>
                <a:buNone/>
              </a:pPr>
              <a:r>
                <a:rPr b="0" i="0" lang="vi" sz="779" u="none" cap="none" strike="noStrike">
                  <a:solidFill>
                    <a:srgbClr val="000000"/>
                  </a:solidFill>
                  <a:latin typeface="Lato"/>
                  <a:ea typeface="Lato"/>
                  <a:cs typeface="Lato"/>
                  <a:sym typeface="Lato"/>
                </a:rPr>
                <a:t>Confirm Project Scope</a:t>
              </a:r>
              <a:endParaRPr b="0" i="0" sz="909" u="none" cap="none" strike="noStrike">
                <a:solidFill>
                  <a:srgbClr val="000000"/>
                </a:solidFill>
                <a:latin typeface="Lato"/>
                <a:ea typeface="Lato"/>
                <a:cs typeface="Lato"/>
                <a:sym typeface="Lato"/>
              </a:endParaRPr>
            </a:p>
          </p:txBody>
        </p:sp>
      </p:grpSp>
      <p:sp>
        <p:nvSpPr>
          <p:cNvPr id="1297" name="Google Shape;1297;g3bb00c4f728_4_117"/>
          <p:cNvSpPr txBox="1"/>
          <p:nvPr>
            <p:ph idx="12" type="sldNum"/>
          </p:nvPr>
        </p:nvSpPr>
        <p:spPr>
          <a:xfrm>
            <a:off x="8023560" y="4822385"/>
            <a:ext cx="12102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vi"/>
              <a:t>‹#›</a:t>
            </a:fld>
            <a:r>
              <a:rPr lang="vi"/>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68"/>
          <p:cNvSpPr/>
          <p:nvPr/>
        </p:nvSpPr>
        <p:spPr>
          <a:xfrm>
            <a:off x="546550" y="215325"/>
            <a:ext cx="8335500" cy="4284000"/>
          </a:xfrm>
          <a:prstGeom prst="rect">
            <a:avLst/>
          </a:prstGeom>
          <a:solidFill>
            <a:schemeClr val="lt1"/>
          </a:solidFill>
          <a:ln cap="flat" cmpd="sng" w="508000">
            <a:solidFill>
              <a:srgbClr val="FFFFFF">
                <a:alpha val="4745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Arial"/>
              <a:ea typeface="Arial"/>
              <a:cs typeface="Arial"/>
              <a:sym typeface="Arial"/>
            </a:endParaRPr>
          </a:p>
        </p:txBody>
      </p:sp>
      <p:pic>
        <p:nvPicPr>
          <p:cNvPr id="1303" name="Google Shape;1303;p68"/>
          <p:cNvPicPr preferRelativeResize="0"/>
          <p:nvPr/>
        </p:nvPicPr>
        <p:blipFill rotWithShape="1">
          <a:blip r:embed="rId3">
            <a:alphaModFix/>
          </a:blip>
          <a:srcRect b="0" l="0" r="0" t="0"/>
          <a:stretch/>
        </p:blipFill>
        <p:spPr>
          <a:xfrm>
            <a:off x="1360749" y="638175"/>
            <a:ext cx="6422502" cy="3867150"/>
          </a:xfrm>
          <a:prstGeom prst="rect">
            <a:avLst/>
          </a:prstGeom>
          <a:noFill/>
          <a:ln>
            <a:noFill/>
          </a:ln>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r>
              <a:rPr sz="2400" b="1"/>
              <a:t>ケーススタディ 1: 金融レポーティングプラットフォーム</a:t>
            </a:r>
          </a:p>
        </p:txBody>
      </p:sp>
      <p:sp>
        <p:nvSpPr>
          <p:cNvPr id="3" name="TextBox 2"/>
          <p:cNvSpPr txBox="1"/>
          <p:nvPr/>
        </p:nvSpPr>
        <p:spPr>
          <a:xfrm>
            <a:off x="457200" y="914400"/>
            <a:ext cx="8229600" cy="457200"/>
          </a:xfrm>
          <a:prstGeom prst="rect">
            <a:avLst/>
          </a:prstGeom>
          <a:noFill/>
        </p:spPr>
        <p:txBody>
          <a:bodyPr wrap="none">
            <a:spAutoFit/>
          </a:bodyPr>
          <a:lstStyle/>
          <a:p>
            <a:r>
              <a:rPr sz="1400">
                <a:solidFill>
                  <a:srgbClr val="0070C0"/>
                </a:solidFill>
              </a:rPr>
              <a:t>BON22162 – 金融レポート分析プラットフォーム</a:t>
            </a:r>
          </a:p>
        </p:txBody>
      </p:sp>
      <p:sp>
        <p:nvSpPr>
          <p:cNvPr id="4" name="TextBox 3"/>
          <p:cNvSpPr txBox="1"/>
          <p:nvPr/>
        </p:nvSpPr>
        <p:spPr>
          <a:xfrm>
            <a:off x="457200" y="1645920"/>
            <a:ext cx="3931920" cy="4572000"/>
          </a:xfrm>
          <a:prstGeom prst="rect">
            <a:avLst/>
          </a:prstGeom>
          <a:noFill/>
        </p:spPr>
        <p:txBody>
          <a:bodyPr wrap="square">
            <a:spAutoFit/>
          </a:bodyPr>
          <a:lstStyle/>
          <a:p/>
          <a:p>
            <a:r>
              <a:rPr sz="1400" b="1"/>
              <a:t>【概要】</a:t>
            </a:r>
          </a:p>
          <a:p>
            <a:r>
              <a:rPr sz="1100" b="0"/>
              <a:t>VMOはアジャイル開発手法を用いて、堅牢なWebベースの金融レポーティングプラットフォームを設計・開発しました。</a:t>
            </a:r>
          </a:p>
          <a:p>
            <a:r>
              <a:rPr sz="600" b="0"/>
              <a:t/>
            </a:r>
          </a:p>
          <a:p>
            <a:r>
              <a:rPr sz="1400" b="1"/>
              <a:t>【主な機能】</a:t>
            </a:r>
          </a:p>
          <a:p>
            <a:r>
              <a:rPr sz="1100" b="0"/>
              <a:t>• ユーザーポータル（認証、レポート、ESG分析、ポートフォリオ管理）</a:t>
            </a:r>
          </a:p>
          <a:p>
            <a:r>
              <a:rPr sz="1100" b="0"/>
              <a:t>• 管理画面（ユーザー管理、監査、申請管理）</a:t>
            </a:r>
          </a:p>
          <a:p>
            <a:r>
              <a:rPr sz="1100" b="0"/>
              <a:t>• アクセス制御ロール管理</a:t>
            </a:r>
          </a:p>
          <a:p>
            <a:r>
              <a:rPr sz="600" b="0"/>
              <a:t/>
            </a:r>
          </a:p>
          <a:p>
            <a:r>
              <a:rPr sz="1400" b="1"/>
              <a:t>【技術スタック】</a:t>
            </a:r>
          </a:p>
          <a:p>
            <a:r>
              <a:rPr sz="1100" b="0"/>
              <a:t>• フロントエンド</a:t>
            </a:r>
          </a:p>
          <a:p>
            <a:r>
              <a:rPr sz="1100" b="0"/>
              <a:t>• バックエンド</a:t>
            </a:r>
          </a:p>
          <a:p>
            <a:r>
              <a:rPr sz="1100" b="0"/>
              <a:t>• フレームワーク</a:t>
            </a:r>
          </a:p>
          <a:p>
            <a:r>
              <a:rPr sz="1100" b="0"/>
              <a:t>• DB: PostgreSQL, Elasticsearch, Redis</a:t>
            </a:r>
          </a:p>
          <a:p>
            <a:r>
              <a:rPr sz="1100" b="0"/>
              <a:t>• クラウド</a:t>
            </a:r>
          </a:p>
        </p:txBody>
      </p:sp>
      <p:sp>
        <p:nvSpPr>
          <p:cNvPr id="5" name="TextBox 4"/>
          <p:cNvSpPr txBox="1"/>
          <p:nvPr/>
        </p:nvSpPr>
        <p:spPr>
          <a:xfrm>
            <a:off x="4754880" y="1645920"/>
            <a:ext cx="3931920" cy="4572000"/>
          </a:xfrm>
          <a:prstGeom prst="rect">
            <a:avLst/>
          </a:prstGeom>
          <a:noFill/>
        </p:spPr>
        <p:txBody>
          <a:bodyPr wrap="square">
            <a:spAutoFit/>
          </a:bodyPr>
          <a:lstStyle/>
          <a:p/>
          <a:p>
            <a:r>
              <a:rPr sz="1400" b="1"/>
              <a:t>【リソース計画】</a:t>
            </a:r>
          </a:p>
          <a:p>
            <a:r>
              <a:rPr sz="600" b="0"/>
              <a:t/>
            </a:r>
          </a:p>
          <a:p>
            <a:r>
              <a:rPr sz="1100" b="0"/>
              <a:t>フェーズ1（PoC）: 2名 × 2ヶ月</a:t>
            </a:r>
          </a:p>
          <a:p>
            <a:r>
              <a:rPr sz="1100" b="0"/>
              <a:t>フェーズ2（本開発）: 4名 × 6ヶ月</a:t>
            </a:r>
          </a:p>
          <a:p>
            <a:r>
              <a:rPr sz="1100" b="0"/>
              <a:t>フェーズ3（運用）: 2名</a:t>
            </a:r>
          </a:p>
          <a:p>
            <a:r>
              <a:rPr sz="600" b="0"/>
              <a:t/>
            </a:r>
          </a:p>
          <a:p>
            <a:r>
              <a:rPr sz="1100" b="0"/>
              <a:t>【体制】アジャイル / スクラム</a:t>
            </a:r>
          </a:p>
          <a:p>
            <a:r>
              <a:rPr sz="600" b="0"/>
              <a:t/>
            </a:r>
          </a:p>
          <a:p>
            <a:r>
              <a:rPr sz="1400" b="1"/>
              <a:t>【主な成果】✅</a:t>
            </a:r>
          </a:p>
          <a:p>
            <a:r>
              <a:rPr sz="1100" b="0"/>
              <a:t>• 堅牢な認証・アクセス制御</a:t>
            </a:r>
          </a:p>
          <a:p>
            <a:r>
              <a:rPr sz="1100" b="0"/>
              <a:t>• 柔軟なレポート生成機能</a:t>
            </a:r>
          </a:p>
          <a:p>
            <a:r>
              <a:rPr sz="1100" b="0"/>
              <a:t>• リアルタイムデータ分析</a:t>
            </a:r>
          </a:p>
          <a:p>
            <a:r>
              <a:rPr sz="1100" b="0"/>
              <a:t>• ESGデータ分析機能</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r>
              <a:rPr sz="2400" b="1"/>
              <a:t>ケーススタディ 2: ERP近代化・クラウド移行</a:t>
            </a:r>
          </a:p>
        </p:txBody>
      </p:sp>
      <p:sp>
        <p:nvSpPr>
          <p:cNvPr id="3" name="TextBox 2"/>
          <p:cNvSpPr txBox="1"/>
          <p:nvPr/>
        </p:nvSpPr>
        <p:spPr>
          <a:xfrm>
            <a:off x="457200" y="914400"/>
            <a:ext cx="8229600" cy="457200"/>
          </a:xfrm>
          <a:prstGeom prst="rect">
            <a:avLst/>
          </a:prstGeom>
          <a:noFill/>
        </p:spPr>
        <p:txBody>
          <a:bodyPr wrap="none">
            <a:spAutoFit/>
          </a:bodyPr>
          <a:lstStyle/>
          <a:p>
            <a:r>
              <a:rPr sz="1400">
                <a:solidFill>
                  <a:srgbClr val="0070C0"/>
                </a:solidFill>
              </a:rPr>
              <a:t>EN-ISG23223 – ERPモダナイゼーション＆クラウド移行</a:t>
            </a:r>
          </a:p>
        </p:txBody>
      </p:sp>
      <p:sp>
        <p:nvSpPr>
          <p:cNvPr id="4" name="TextBox 3"/>
          <p:cNvSpPr txBox="1"/>
          <p:nvPr/>
        </p:nvSpPr>
        <p:spPr>
          <a:xfrm>
            <a:off x="457200" y="1645920"/>
            <a:ext cx="3931920" cy="5029200"/>
          </a:xfrm>
          <a:prstGeom prst="rect">
            <a:avLst/>
          </a:prstGeom>
          <a:noFill/>
        </p:spPr>
        <p:txBody>
          <a:bodyPr wrap="square">
            <a:spAutoFit/>
          </a:bodyPr>
          <a:lstStyle/>
          <a:p/>
          <a:p>
            <a:r>
              <a:rPr sz="1400" b="1"/>
              <a:t>【概要】</a:t>
            </a:r>
          </a:p>
          <a:p>
            <a:r>
              <a:rPr sz="1100" b="0"/>
              <a:t>VMOはエンドツーエンドのERP近代化サービスを提供しました。レガシーシステム分析、クラウド移行戦略策定、段階的な移行実行を実施しました。</a:t>
            </a:r>
          </a:p>
          <a:p>
            <a:r>
              <a:rPr sz="600" b="0"/>
              <a:t/>
            </a:r>
          </a:p>
          <a:p>
            <a:r>
              <a:rPr sz="1400" b="1"/>
              <a:t>【主な機能】</a:t>
            </a:r>
          </a:p>
          <a:p>
            <a:r>
              <a:rPr sz="1100" b="0"/>
              <a:t>• 財務管理（会計、請求、レポート）</a:t>
            </a:r>
          </a:p>
          <a:p>
            <a:r>
              <a:rPr sz="1100" b="0"/>
              <a:t>• オーダー管理・購買管理</a:t>
            </a:r>
          </a:p>
          <a:p>
            <a:r>
              <a:rPr sz="1100" b="0"/>
              <a:t>• 在庫管理・サプライチェーン管理</a:t>
            </a:r>
          </a:p>
          <a:p>
            <a:r>
              <a:rPr sz="1100" b="0"/>
              <a:t>• 生産管理・CRM</a:t>
            </a:r>
          </a:p>
          <a:p>
            <a:r>
              <a:rPr sz="600" b="0"/>
              <a:t/>
            </a:r>
          </a:p>
          <a:p>
            <a:r>
              <a:rPr sz="1400" b="1"/>
              <a:t>【移行範囲】</a:t>
            </a:r>
          </a:p>
          <a:p>
            <a:r>
              <a:rPr sz="1100" b="0"/>
              <a:t>• レガシーRPGシステム</a:t>
            </a:r>
          </a:p>
          <a:p>
            <a:r>
              <a:rPr sz="1100" b="0"/>
              <a:t>• IBM DB2 → SQL Server</a:t>
            </a:r>
          </a:p>
          <a:p>
            <a:r>
              <a:rPr sz="1100" b="0"/>
              <a:t>• クラウドプラットフォーム移行</a:t>
            </a:r>
          </a:p>
        </p:txBody>
      </p:sp>
      <p:sp>
        <p:nvSpPr>
          <p:cNvPr id="5" name="TextBox 4"/>
          <p:cNvSpPr txBox="1"/>
          <p:nvPr/>
        </p:nvSpPr>
        <p:spPr>
          <a:xfrm>
            <a:off x="4754880" y="1645920"/>
            <a:ext cx="3931920" cy="5029200"/>
          </a:xfrm>
          <a:prstGeom prst="rect">
            <a:avLst/>
          </a:prstGeom>
          <a:noFill/>
        </p:spPr>
        <p:txBody>
          <a:bodyPr wrap="square">
            <a:spAutoFit/>
          </a:bodyPr>
          <a:lstStyle/>
          <a:p/>
          <a:p>
            <a:r>
              <a:rPr sz="1400" b="1"/>
              <a:t>【技術スタック】</a:t>
            </a:r>
          </a:p>
          <a:p>
            <a:r>
              <a:rPr sz="600" b="0"/>
              <a:t/>
            </a:r>
          </a:p>
          <a:p>
            <a:r>
              <a:rPr sz="1100" b="0"/>
              <a:t>• 開発言語</a:t>
            </a:r>
          </a:p>
          <a:p>
            <a:r>
              <a:rPr sz="1100" b="0"/>
              <a:t>• DB: IBM DB2, SQL Server</a:t>
            </a:r>
          </a:p>
          <a:p>
            <a:r>
              <a:rPr sz="1100" b="0"/>
              <a:t>• プラットフォーム</a:t>
            </a:r>
          </a:p>
          <a:p>
            <a:r>
              <a:rPr sz="1100" b="0"/>
              <a:t>• クラウド</a:t>
            </a:r>
          </a:p>
          <a:p>
            <a:r>
              <a:rPr sz="600" b="0"/>
              <a:t/>
            </a:r>
          </a:p>
          <a:p>
            <a:r>
              <a:rPr sz="1400" b="1"/>
              <a:t>【体制・規模】</a:t>
            </a:r>
          </a:p>
          <a:p>
            <a:r>
              <a:rPr sz="1100" b="0"/>
              <a:t>• チーム規模: ピーク時10名</a:t>
            </a:r>
          </a:p>
          <a:p>
            <a:r>
              <a:rPr sz="1100" b="0"/>
              <a:t>• 期間: 12ヶ月（移行フェーズ含む）</a:t>
            </a:r>
          </a:p>
          <a:p>
            <a:r>
              <a:rPr sz="1100" b="0"/>
              <a:t>• 手法: ハイブリッド</a:t>
            </a:r>
          </a:p>
          <a:p>
            <a:r>
              <a:rPr sz="600" b="0"/>
              <a:t/>
            </a:r>
          </a:p>
          <a:p>
            <a:r>
              <a:rPr sz="1400" b="1"/>
              <a:t>【主な成果】✅</a:t>
            </a:r>
          </a:p>
          <a:p>
            <a:r>
              <a:rPr sz="1100" b="0"/>
              <a:t>• レガシーシステムの完全モダナイゼーション</a:t>
            </a:r>
          </a:p>
          <a:p>
            <a:r>
              <a:rPr sz="1100" b="0"/>
              <a:t>• クラウド移行によるコスト最適化</a:t>
            </a:r>
          </a:p>
          <a:p>
            <a:r>
              <a:rPr sz="1100" b="0"/>
              <a:t>• パフォーマンス向上・可用性改善</a:t>
            </a:r>
          </a:p>
        </p:txBody>
      </p:sp>
    </p:spTree>
  </p:cSld>
  <p:clrMapOvr>
    <a:masterClrMapping/>
  </p:clrMapOvr>
</p:sld>
</file>

<file path=ppt/theme/theme1.xml><?xml version="1.0" encoding="utf-8"?>
<a:theme xmlns:a="http://schemas.openxmlformats.org/drawingml/2006/main" xmlns:r="http://schemas.openxmlformats.org/officeDocument/2006/relationships" name="Theme-ALTEN VMO -2026">
  <a:themeElements>
    <a:clrScheme name="ALTEN Group">
      <a:dk1>
        <a:srgbClr val="063C67"/>
      </a:dk1>
      <a:lt1>
        <a:srgbClr val="FFFFFF"/>
      </a:lt1>
      <a:dk2>
        <a:srgbClr val="858591"/>
      </a:dk2>
      <a:lt2>
        <a:srgbClr val="FFFFFF"/>
      </a:lt2>
      <a:accent1>
        <a:srgbClr val="FFDA65"/>
      </a:accent1>
      <a:accent2>
        <a:srgbClr val="C0C0C8"/>
      </a:accent2>
      <a:accent3>
        <a:srgbClr val="063C67"/>
      </a:accent3>
      <a:accent4>
        <a:srgbClr val="1D93C9"/>
      </a:accent4>
      <a:accent5>
        <a:srgbClr val="7ECBEE"/>
      </a:accent5>
      <a:accent6>
        <a:srgbClr val="176F98"/>
      </a:accent6>
      <a:hlink>
        <a:srgbClr val="2980B6"/>
      </a:hlink>
      <a:folHlink>
        <a:srgbClr val="2980B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