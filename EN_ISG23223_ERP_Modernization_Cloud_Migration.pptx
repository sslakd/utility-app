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Lst>
  <p:sldSz cy="10287000" cx="18288000"/>
  <p:notesSz cx="6858000" cy="9144000"/>
  <p:embeddedFontLst>
    <p:embeddedFont>
      <p:font typeface="Arial Black"/>
      <p:regular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sldGuideLst>
    </p:ext>
    <p:ext uri="GoogleSlidesCustomDataVersion2">
      <go:slidesCustomData xmlns:go="http://customooxmlschemas.google.com/" r:id="rId12" roundtripDataSignature="AMtx7miU1fIadL+TJc7K6WlkSrArzTLK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3E05A9-70D6-43E0-BE02-FE0F1A6B3BC0}">
  <a:tblStyle styleId="{9C3E05A9-70D6-43E0-BE02-FE0F1A6B3BC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font" Target="fonts/ArialBlack-regular.fntdata"/><Relationship Id="rId10" Type="http://schemas.openxmlformats.org/officeDocument/2006/relationships/slide" Target="slides/slide4.xml"/><Relationship Id="rId1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8434b8c83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308434b8c83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08434b8c83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08434b8c83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08434b8c83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cfc85adf2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dcfc85adf2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g3dcfc85adf2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cfc85adf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dcfc85adf2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dcfc85adf2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 Projet">
  <p:cSld name="Ref Projet">
    <p:spTree>
      <p:nvGrpSpPr>
        <p:cNvPr id="16" name="Shape 16"/>
        <p:cNvGrpSpPr/>
        <p:nvPr/>
      </p:nvGrpSpPr>
      <p:grpSpPr>
        <a:xfrm>
          <a:off x="0" y="0"/>
          <a:ext cx="0" cy="0"/>
          <a:chOff x="0" y="0"/>
          <a:chExt cx="0" cy="0"/>
        </a:xfrm>
      </p:grpSpPr>
      <p:sp>
        <p:nvSpPr>
          <p:cNvPr id="17" name="Google Shape;17;p5"/>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8" name="Google Shape;18;p5"/>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9" name="Google Shape;19;p5"/>
          <p:cNvSpPr/>
          <p:nvPr/>
        </p:nvSpPr>
        <p:spPr>
          <a:xfrm flipH="1" rot="10800000">
            <a:off x="13715998"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0" name="Google Shape;20;p5"/>
          <p:cNvSpPr/>
          <p:nvPr/>
        </p:nvSpPr>
        <p:spPr>
          <a:xfrm flipH="1" rot="10800000">
            <a:off x="11557414"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1" name="Google Shape;21;p5"/>
          <p:cNvSpPr txBox="1"/>
          <p:nvPr/>
        </p:nvSpPr>
        <p:spPr>
          <a:xfrm>
            <a:off x="13931504" y="2692665"/>
            <a:ext cx="4356496" cy="393435"/>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dk1"/>
              </a:buClr>
              <a:buSzPts val="2800"/>
              <a:buFont typeface="Calibri"/>
              <a:buNone/>
            </a:pPr>
            <a:r>
              <a:rPr b="1" i="0" lang="fr-FR" sz="2800" u="none" cap="none" strike="noStrike">
                <a:solidFill>
                  <a:schemeClr val="dk1"/>
                </a:solidFill>
                <a:latin typeface="Calibri"/>
                <a:ea typeface="Calibri"/>
                <a:cs typeface="Calibri"/>
                <a:sym typeface="Calibri"/>
              </a:rPr>
              <a:t>ADDED VALUE</a:t>
            </a:r>
            <a:endParaRPr b="0" i="0" sz="1400" u="none" cap="none" strike="noStrike">
              <a:solidFill>
                <a:srgbClr val="000000"/>
              </a:solidFill>
              <a:latin typeface="Arial"/>
              <a:ea typeface="Arial"/>
              <a:cs typeface="Arial"/>
              <a:sym typeface="Arial"/>
            </a:endParaRPr>
          </a:p>
        </p:txBody>
      </p:sp>
      <p:sp>
        <p:nvSpPr>
          <p:cNvPr id="22" name="Google Shape;22;p5"/>
          <p:cNvSpPr/>
          <p:nvPr/>
        </p:nvSpPr>
        <p:spPr>
          <a:xfrm rot="5400000">
            <a:off x="13330339" y="2090275"/>
            <a:ext cx="1143001" cy="550272"/>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23" name="Google Shape;23;p5"/>
          <p:cNvSpPr/>
          <p:nvPr/>
        </p:nvSpPr>
        <p:spPr>
          <a:xfrm flipH="1" rot="10800000">
            <a:off x="11763586" y="1456620"/>
            <a:ext cx="1952411" cy="885599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24" name="Google Shape;24;p5"/>
          <p:cNvGrpSpPr/>
          <p:nvPr/>
        </p:nvGrpSpPr>
        <p:grpSpPr>
          <a:xfrm>
            <a:off x="12193571" y="5895686"/>
            <a:ext cx="1065370" cy="1065370"/>
            <a:chOff x="16536830" y="1845872"/>
            <a:chExt cx="1065370" cy="1065370"/>
          </a:xfrm>
        </p:grpSpPr>
        <p:sp>
          <p:nvSpPr>
            <p:cNvPr id="25" name="Google Shape;25;p5"/>
            <p:cNvSpPr/>
            <p:nvPr/>
          </p:nvSpPr>
          <p:spPr>
            <a:xfrm>
              <a:off x="1653683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6" name="Google Shape;26;p5"/>
            <p:cNvPicPr preferRelativeResize="0"/>
            <p:nvPr/>
          </p:nvPicPr>
          <p:blipFill rotWithShape="1">
            <a:blip r:embed="rId2">
              <a:alphaModFix/>
            </a:blip>
            <a:srcRect b="0" l="0" r="0" t="0"/>
            <a:stretch/>
          </p:blipFill>
          <p:spPr>
            <a:xfrm>
              <a:off x="16730018" y="2053039"/>
              <a:ext cx="648000" cy="648000"/>
            </a:xfrm>
            <a:prstGeom prst="rect">
              <a:avLst/>
            </a:prstGeom>
            <a:noFill/>
            <a:ln>
              <a:noFill/>
            </a:ln>
          </p:spPr>
        </p:pic>
      </p:grpSp>
      <p:grpSp>
        <p:nvGrpSpPr>
          <p:cNvPr id="27" name="Google Shape;27;p5"/>
          <p:cNvGrpSpPr/>
          <p:nvPr/>
        </p:nvGrpSpPr>
        <p:grpSpPr>
          <a:xfrm>
            <a:off x="12193571" y="3839969"/>
            <a:ext cx="1065370" cy="1065370"/>
            <a:chOff x="15011400" y="1845872"/>
            <a:chExt cx="1065370" cy="1065370"/>
          </a:xfrm>
        </p:grpSpPr>
        <p:sp>
          <p:nvSpPr>
            <p:cNvPr id="28" name="Google Shape;28;p5"/>
            <p:cNvSpPr/>
            <p:nvPr/>
          </p:nvSpPr>
          <p:spPr>
            <a:xfrm>
              <a:off x="1501140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9" name="Google Shape;29;p5"/>
            <p:cNvPicPr preferRelativeResize="0"/>
            <p:nvPr/>
          </p:nvPicPr>
          <p:blipFill rotWithShape="1">
            <a:blip r:embed="rId3">
              <a:alphaModFix/>
            </a:blip>
            <a:srcRect b="0" l="0" r="0" t="0"/>
            <a:stretch/>
          </p:blipFill>
          <p:spPr>
            <a:xfrm flipH="1">
              <a:off x="15194693" y="2027399"/>
              <a:ext cx="684000" cy="684000"/>
            </a:xfrm>
            <a:prstGeom prst="rect">
              <a:avLst/>
            </a:prstGeom>
            <a:noFill/>
            <a:ln>
              <a:noFill/>
            </a:ln>
          </p:spPr>
        </p:pic>
      </p:grpSp>
      <p:grpSp>
        <p:nvGrpSpPr>
          <p:cNvPr id="30" name="Google Shape;30;p5"/>
          <p:cNvGrpSpPr/>
          <p:nvPr/>
        </p:nvGrpSpPr>
        <p:grpSpPr>
          <a:xfrm>
            <a:off x="12193571" y="7951402"/>
            <a:ext cx="1065370" cy="1065370"/>
            <a:chOff x="13558142" y="1845872"/>
            <a:chExt cx="1065370" cy="1065370"/>
          </a:xfrm>
        </p:grpSpPr>
        <p:sp>
          <p:nvSpPr>
            <p:cNvPr id="31" name="Google Shape;31;p5"/>
            <p:cNvSpPr/>
            <p:nvPr/>
          </p:nvSpPr>
          <p:spPr>
            <a:xfrm>
              <a:off x="13558142"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32" name="Google Shape;32;p5"/>
            <p:cNvPicPr preferRelativeResize="0"/>
            <p:nvPr/>
          </p:nvPicPr>
          <p:blipFill rotWithShape="1">
            <a:blip r:embed="rId4">
              <a:alphaModFix/>
            </a:blip>
            <a:srcRect b="0" l="0" r="0" t="0"/>
            <a:stretch/>
          </p:blipFill>
          <p:spPr>
            <a:xfrm>
              <a:off x="13765995" y="2072730"/>
              <a:ext cx="680384" cy="680384"/>
            </a:xfrm>
            <a:prstGeom prst="rect">
              <a:avLst/>
            </a:prstGeom>
            <a:noFill/>
            <a:ln>
              <a:noFill/>
            </a:ln>
          </p:spPr>
        </p:pic>
      </p:grpSp>
      <p:grpSp>
        <p:nvGrpSpPr>
          <p:cNvPr id="33" name="Google Shape;33;p5"/>
          <p:cNvGrpSpPr/>
          <p:nvPr/>
        </p:nvGrpSpPr>
        <p:grpSpPr>
          <a:xfrm>
            <a:off x="12193571" y="1784252"/>
            <a:ext cx="1065370" cy="1065370"/>
            <a:chOff x="12027516" y="1845872"/>
            <a:chExt cx="1065370" cy="1065370"/>
          </a:xfrm>
        </p:grpSpPr>
        <p:sp>
          <p:nvSpPr>
            <p:cNvPr id="34" name="Google Shape;34;p5"/>
            <p:cNvSpPr/>
            <p:nvPr/>
          </p:nvSpPr>
          <p:spPr>
            <a:xfrm>
              <a:off x="12027516"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35" name="Google Shape;35;p5"/>
            <p:cNvPicPr preferRelativeResize="0"/>
            <p:nvPr/>
          </p:nvPicPr>
          <p:blipFill rotWithShape="1">
            <a:blip r:embed="rId5">
              <a:alphaModFix/>
            </a:blip>
            <a:srcRect b="0" l="0" r="0" t="0"/>
            <a:stretch/>
          </p:blipFill>
          <p:spPr>
            <a:xfrm>
              <a:off x="12195083" y="1976776"/>
              <a:ext cx="724263" cy="724263"/>
            </a:xfrm>
            <a:prstGeom prst="rect">
              <a:avLst/>
            </a:prstGeom>
            <a:noFill/>
            <a:ln>
              <a:noFill/>
            </a:ln>
          </p:spPr>
        </p:pic>
      </p:grpSp>
      <p:cxnSp>
        <p:nvCxnSpPr>
          <p:cNvPr id="36" name="Google Shape;36;p5"/>
          <p:cNvCxnSpPr/>
          <p:nvPr/>
        </p:nvCxnSpPr>
        <p:spPr>
          <a:xfrm>
            <a:off x="4819290" y="1813042"/>
            <a:ext cx="0" cy="8066273"/>
          </a:xfrm>
          <a:prstGeom prst="straightConnector1">
            <a:avLst/>
          </a:prstGeom>
          <a:noFill/>
          <a:ln cap="flat" cmpd="sng" w="19050">
            <a:solidFill>
              <a:srgbClr val="E5E5E8"/>
            </a:solidFill>
            <a:prstDash val="solid"/>
            <a:miter lim="800000"/>
            <a:headEnd len="sm" w="sm" type="none"/>
            <a:tailEnd len="sm" w="sm" type="none"/>
          </a:ln>
        </p:spPr>
      </p:cxnSp>
      <p:sp>
        <p:nvSpPr>
          <p:cNvPr id="37" name="Google Shape;37;p5"/>
          <p:cNvSpPr txBox="1"/>
          <p:nvPr/>
        </p:nvSpPr>
        <p:spPr>
          <a:xfrm>
            <a:off x="14136648" y="2019300"/>
            <a:ext cx="4151352" cy="697414"/>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accent4"/>
              </a:buClr>
              <a:buSzPts val="5400"/>
              <a:buFont typeface="Calibri"/>
              <a:buNone/>
            </a:pPr>
            <a:r>
              <a:rPr b="1" i="0" lang="fr-FR" sz="5400" u="none" cap="none" strike="noStrike">
                <a:solidFill>
                  <a:schemeClr val="accent4"/>
                </a:solidFill>
                <a:latin typeface="Calibri"/>
                <a:ea typeface="Calibri"/>
                <a:cs typeface="Calibri"/>
                <a:sym typeface="Calibri"/>
              </a:rPr>
              <a:t>VMO</a:t>
            </a:r>
            <a:endParaRPr b="1" i="0" sz="5400" u="none" cap="none" strike="noStrike">
              <a:solidFill>
                <a:schemeClr val="dk1"/>
              </a:solidFill>
              <a:latin typeface="Calibri"/>
              <a:ea typeface="Calibri"/>
              <a:cs typeface="Calibri"/>
              <a:sym typeface="Calibri"/>
            </a:endParaRPr>
          </a:p>
        </p:txBody>
      </p:sp>
      <p:sp>
        <p:nvSpPr>
          <p:cNvPr id="38" name="Google Shape;38;p5"/>
          <p:cNvSpPr txBox="1"/>
          <p:nvPr>
            <p:ph idx="3" type="body"/>
          </p:nvPr>
        </p:nvSpPr>
        <p:spPr>
          <a:xfrm>
            <a:off x="5106176" y="2527763"/>
            <a:ext cx="6246094" cy="429393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80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39" name="Google Shape;39;p5"/>
          <p:cNvSpPr txBox="1"/>
          <p:nvPr>
            <p:ph idx="4" type="body"/>
          </p:nvPr>
        </p:nvSpPr>
        <p:spPr>
          <a:xfrm>
            <a:off x="5106175" y="7735194"/>
            <a:ext cx="6247625" cy="2144121"/>
          </a:xfrm>
          <a:prstGeom prst="rect">
            <a:avLst/>
          </a:prstGeom>
          <a:noFill/>
          <a:ln>
            <a:noFill/>
          </a:ln>
        </p:spPr>
        <p:txBody>
          <a:bodyPr anchorCtr="0" anchor="t" bIns="144000" lIns="0" spcFirstLastPara="1" rIns="144000" wrap="square" tIns="0">
            <a:noAutofit/>
          </a:bodyPr>
          <a:lstStyle>
            <a:lvl1pPr indent="-400050" lvl="0" marL="457200" marR="0" rtl="0" algn="l">
              <a:lnSpc>
                <a:spcPct val="90000"/>
              </a:lnSpc>
              <a:spcBef>
                <a:spcPts val="0"/>
              </a:spcBef>
              <a:spcAft>
                <a:spcPts val="0"/>
              </a:spcAft>
              <a:buClr>
                <a:srgbClr val="1D94C9"/>
              </a:buClr>
              <a:buSzPts val="2700"/>
              <a:buFont typeface="Arial"/>
              <a:buChar char="•"/>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0" name="Google Shape;40;p5"/>
          <p:cNvSpPr txBox="1"/>
          <p:nvPr>
            <p:ph idx="5" type="body"/>
          </p:nvPr>
        </p:nvSpPr>
        <p:spPr>
          <a:xfrm>
            <a:off x="635585" y="5855290"/>
            <a:ext cx="3872272" cy="402402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1" name="Google Shape;41;p5"/>
          <p:cNvSpPr txBox="1"/>
          <p:nvPr>
            <p:ph idx="6" type="body"/>
          </p:nvPr>
        </p:nvSpPr>
        <p:spPr>
          <a:xfrm>
            <a:off x="11779861" y="3009900"/>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 name="Google Shape;42;p5"/>
          <p:cNvSpPr txBox="1"/>
          <p:nvPr>
            <p:ph idx="7" type="body"/>
          </p:nvPr>
        </p:nvSpPr>
        <p:spPr>
          <a:xfrm>
            <a:off x="11779861" y="5071175"/>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3" name="Google Shape;43;p5"/>
          <p:cNvSpPr txBox="1"/>
          <p:nvPr>
            <p:ph idx="8" type="body"/>
          </p:nvPr>
        </p:nvSpPr>
        <p:spPr>
          <a:xfrm>
            <a:off x="11779861" y="7116951"/>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4" name="Google Shape;44;p5"/>
          <p:cNvSpPr txBox="1"/>
          <p:nvPr>
            <p:ph idx="9" type="body"/>
          </p:nvPr>
        </p:nvSpPr>
        <p:spPr>
          <a:xfrm>
            <a:off x="11779861" y="9178226"/>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5" name="Google Shape;45;p5"/>
          <p:cNvSpPr txBox="1"/>
          <p:nvPr>
            <p:ph idx="13" type="body"/>
          </p:nvPr>
        </p:nvSpPr>
        <p:spPr>
          <a:xfrm>
            <a:off x="14283763" y="3665051"/>
            <a:ext cx="3700340" cy="6388177"/>
          </a:xfrm>
          <a:prstGeom prst="rect">
            <a:avLst/>
          </a:prstGeom>
          <a:noFill/>
          <a:ln>
            <a:noFill/>
          </a:ln>
        </p:spPr>
        <p:txBody>
          <a:bodyPr anchorCtr="0" anchor="t" bIns="144000" lIns="0" spcFirstLastPara="1" rIns="144000" wrap="square" tIns="0">
            <a:noAutofit/>
          </a:bodyPr>
          <a:lstStyle>
            <a:lvl1pPr indent="-419100" lvl="0" marL="457200" marR="0" rtl="0" algn="l">
              <a:lnSpc>
                <a:spcPct val="90000"/>
              </a:lnSpc>
              <a:spcBef>
                <a:spcPts val="1400"/>
              </a:spcBef>
              <a:spcAft>
                <a:spcPts val="0"/>
              </a:spcAft>
              <a:buClr>
                <a:schemeClr val="accent1"/>
              </a:buClr>
              <a:buSzPts val="3000"/>
              <a:buFont typeface="Merriweather Sans"/>
              <a:buChar char="▸"/>
              <a:defRPr b="0" i="0" sz="20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Grey Background">
  <p:cSld name="Left Image Grey Background">
    <p:spTree>
      <p:nvGrpSpPr>
        <p:cNvPr id="46" name="Shape 46"/>
        <p:cNvGrpSpPr/>
        <p:nvPr/>
      </p:nvGrpSpPr>
      <p:grpSpPr>
        <a:xfrm>
          <a:off x="0" y="0"/>
          <a:ext cx="0" cy="0"/>
          <a:chOff x="0" y="0"/>
          <a:chExt cx="0" cy="0"/>
        </a:xfrm>
      </p:grpSpPr>
      <p:sp>
        <p:nvSpPr>
          <p:cNvPr id="47" name="Google Shape;47;p8"/>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48" name="Google Shape;48;p8"/>
          <p:cNvSpPr/>
          <p:nvPr>
            <p:ph idx="2" type="pic"/>
          </p:nvPr>
        </p:nvSpPr>
        <p:spPr>
          <a:xfrm>
            <a:off x="565371" y="2275699"/>
            <a:ext cx="5606829" cy="7592201"/>
          </a:xfrm>
          <a:prstGeom prst="rect">
            <a:avLst/>
          </a:prstGeom>
          <a:noFill/>
          <a:ln>
            <a:noFill/>
          </a:ln>
        </p:spPr>
      </p:sp>
      <p:sp>
        <p:nvSpPr>
          <p:cNvPr id="49" name="Google Shape;49;p8"/>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50" name="Google Shape;50;p8"/>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g2ff56cdc9a7_0_13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g2ff56cdc9a7_0_13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g2ff56cdc9a7_0_1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sic White Background">
  <p:cSld name="Classic White Background">
    <p:spTree>
      <p:nvGrpSpPr>
        <p:cNvPr id="55" name="Shape 55"/>
        <p:cNvGrpSpPr/>
        <p:nvPr/>
      </p:nvGrpSpPr>
      <p:grpSpPr>
        <a:xfrm>
          <a:off x="0" y="0"/>
          <a:ext cx="0" cy="0"/>
          <a:chOff x="0" y="0"/>
          <a:chExt cx="0" cy="0"/>
        </a:xfrm>
      </p:grpSpPr>
      <p:sp>
        <p:nvSpPr>
          <p:cNvPr id="56" name="Google Shape;56;p6"/>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57" name="Google Shape;57;p6"/>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sic Grey Background">
  <p:cSld name="Classic Grey Background">
    <p:spTree>
      <p:nvGrpSpPr>
        <p:cNvPr id="58" name="Shape 58"/>
        <p:cNvGrpSpPr/>
        <p:nvPr/>
      </p:nvGrpSpPr>
      <p:grpSpPr>
        <a:xfrm>
          <a:off x="0" y="0"/>
          <a:ext cx="0" cy="0"/>
          <a:chOff x="0" y="0"/>
          <a:chExt cx="0" cy="0"/>
        </a:xfrm>
      </p:grpSpPr>
      <p:sp>
        <p:nvSpPr>
          <p:cNvPr id="59" name="Google Shape;59;p7"/>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60" name="Google Shape;60;p7"/>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1" name="Google Shape;61;p7"/>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Line ID Card 1">
  <p:cSld name="Business Line ID Card 1">
    <p:spTree>
      <p:nvGrpSpPr>
        <p:cNvPr id="62" name="Shape 62"/>
        <p:cNvGrpSpPr/>
        <p:nvPr/>
      </p:nvGrpSpPr>
      <p:grpSpPr>
        <a:xfrm>
          <a:off x="0" y="0"/>
          <a:ext cx="0" cy="0"/>
          <a:chOff x="0" y="0"/>
          <a:chExt cx="0" cy="0"/>
        </a:xfrm>
      </p:grpSpPr>
      <p:sp>
        <p:nvSpPr>
          <p:cNvPr id="63" name="Google Shape;63;p9"/>
          <p:cNvSpPr/>
          <p:nvPr/>
        </p:nvSpPr>
        <p:spPr>
          <a:xfrm>
            <a:off x="0" y="1456627"/>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64" name="Google Shape;64;p9"/>
          <p:cNvSpPr/>
          <p:nvPr>
            <p:ph idx="2" type="pic"/>
          </p:nvPr>
        </p:nvSpPr>
        <p:spPr>
          <a:xfrm>
            <a:off x="565371" y="2275699"/>
            <a:ext cx="5606829" cy="7592201"/>
          </a:xfrm>
          <a:prstGeom prst="rect">
            <a:avLst/>
          </a:prstGeom>
          <a:noFill/>
          <a:ln>
            <a:noFill/>
          </a:ln>
        </p:spPr>
      </p:sp>
      <p:sp>
        <p:nvSpPr>
          <p:cNvPr id="65" name="Google Shape;65;p9"/>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6" name="Google Shape;66;p9"/>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67" name="Google Shape;67;p9"/>
          <p:cNvSpPr/>
          <p:nvPr/>
        </p:nvSpPr>
        <p:spPr>
          <a:xfrm>
            <a:off x="6462633" y="2275700"/>
            <a:ext cx="2536975" cy="1107976"/>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8" name="Google Shape;68;p9"/>
          <p:cNvSpPr/>
          <p:nvPr/>
        </p:nvSpPr>
        <p:spPr>
          <a:xfrm>
            <a:off x="6462633" y="3517563"/>
            <a:ext cx="2536975" cy="1058322"/>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9" name="Google Shape;69;p9"/>
          <p:cNvSpPr/>
          <p:nvPr/>
        </p:nvSpPr>
        <p:spPr>
          <a:xfrm>
            <a:off x="9106281" y="2277242"/>
            <a:ext cx="3504352" cy="2300611"/>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0" name="Google Shape;70;p9"/>
          <p:cNvSpPr/>
          <p:nvPr/>
        </p:nvSpPr>
        <p:spPr>
          <a:xfrm>
            <a:off x="12717307" y="2277243"/>
            <a:ext cx="5060078" cy="2300611"/>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1" name="Google Shape;71;p9"/>
          <p:cNvSpPr txBox="1"/>
          <p:nvPr/>
        </p:nvSpPr>
        <p:spPr>
          <a:xfrm>
            <a:off x="9710579" y="3023342"/>
            <a:ext cx="2562901" cy="40258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COUNTRIES</a:t>
            </a:r>
            <a:endParaRPr b="1" i="1" sz="1800" u="none" cap="none" strike="noStrike">
              <a:solidFill>
                <a:srgbClr val="0093D6"/>
              </a:solidFill>
              <a:latin typeface="Calibri"/>
              <a:ea typeface="Calibri"/>
              <a:cs typeface="Calibri"/>
              <a:sym typeface="Calibri"/>
            </a:endParaRPr>
          </a:p>
        </p:txBody>
      </p:sp>
      <p:pic>
        <p:nvPicPr>
          <p:cNvPr id="72" name="Google Shape;72;p9"/>
          <p:cNvPicPr preferRelativeResize="0"/>
          <p:nvPr/>
        </p:nvPicPr>
        <p:blipFill rotWithShape="1">
          <a:blip r:embed="rId2">
            <a:alphaModFix/>
          </a:blip>
          <a:srcRect b="0" l="0" r="0" t="0"/>
          <a:stretch/>
        </p:blipFill>
        <p:spPr>
          <a:xfrm>
            <a:off x="10598916" y="2429191"/>
            <a:ext cx="519082" cy="519082"/>
          </a:xfrm>
          <a:prstGeom prst="rect">
            <a:avLst/>
          </a:prstGeom>
          <a:noFill/>
          <a:ln>
            <a:noFill/>
          </a:ln>
        </p:spPr>
      </p:pic>
      <p:pic>
        <p:nvPicPr>
          <p:cNvPr id="73" name="Google Shape;73;p9"/>
          <p:cNvPicPr preferRelativeResize="0"/>
          <p:nvPr/>
        </p:nvPicPr>
        <p:blipFill rotWithShape="1">
          <a:blip r:embed="rId3">
            <a:alphaModFix/>
          </a:blip>
          <a:srcRect b="0" l="0" r="0" t="0"/>
          <a:stretch/>
        </p:blipFill>
        <p:spPr>
          <a:xfrm>
            <a:off x="6629400" y="3729235"/>
            <a:ext cx="634674" cy="634674"/>
          </a:xfrm>
          <a:prstGeom prst="rect">
            <a:avLst/>
          </a:prstGeom>
          <a:noFill/>
          <a:ln>
            <a:noFill/>
          </a:ln>
        </p:spPr>
      </p:pic>
      <p:sp>
        <p:nvSpPr>
          <p:cNvPr id="74" name="Google Shape;74;p9"/>
          <p:cNvSpPr txBox="1"/>
          <p:nvPr/>
        </p:nvSpPr>
        <p:spPr>
          <a:xfrm>
            <a:off x="7339566" y="2581591"/>
            <a:ext cx="1660042"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TURNOVER </a:t>
            </a:r>
            <a:endParaRPr b="0" i="0" sz="1400" u="none" cap="none" strike="noStrike">
              <a:solidFill>
                <a:srgbClr val="000000"/>
              </a:solidFill>
              <a:latin typeface="Arial"/>
              <a:ea typeface="Arial"/>
              <a:cs typeface="Arial"/>
              <a:sym typeface="Arial"/>
            </a:endParaRPr>
          </a:p>
        </p:txBody>
      </p:sp>
      <p:pic>
        <p:nvPicPr>
          <p:cNvPr id="75" name="Google Shape;75;p9"/>
          <p:cNvPicPr preferRelativeResize="0"/>
          <p:nvPr/>
        </p:nvPicPr>
        <p:blipFill rotWithShape="1">
          <a:blip r:embed="rId4">
            <a:alphaModFix/>
          </a:blip>
          <a:srcRect b="0" l="0" r="0" t="0"/>
          <a:stretch/>
        </p:blipFill>
        <p:spPr>
          <a:xfrm>
            <a:off x="6642544" y="2589728"/>
            <a:ext cx="554118" cy="554118"/>
          </a:xfrm>
          <a:prstGeom prst="rect">
            <a:avLst/>
          </a:prstGeom>
          <a:noFill/>
          <a:ln>
            <a:noFill/>
          </a:ln>
        </p:spPr>
      </p:pic>
      <p:sp>
        <p:nvSpPr>
          <p:cNvPr id="76" name="Google Shape;76;p9"/>
          <p:cNvSpPr txBox="1"/>
          <p:nvPr/>
        </p:nvSpPr>
        <p:spPr>
          <a:xfrm>
            <a:off x="7339565" y="3784710"/>
            <a:ext cx="1660043"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ENGINEERS</a:t>
            </a:r>
            <a:endParaRPr b="0" i="0" sz="1400" u="none" cap="none" strike="noStrike">
              <a:solidFill>
                <a:srgbClr val="000000"/>
              </a:solidFill>
              <a:latin typeface="Arial"/>
              <a:ea typeface="Arial"/>
              <a:cs typeface="Arial"/>
              <a:sym typeface="Arial"/>
            </a:endParaRPr>
          </a:p>
        </p:txBody>
      </p:sp>
      <p:sp>
        <p:nvSpPr>
          <p:cNvPr id="77" name="Google Shape;77;p9"/>
          <p:cNvSpPr/>
          <p:nvPr/>
        </p:nvSpPr>
        <p:spPr>
          <a:xfrm>
            <a:off x="6462633" y="4724317"/>
            <a:ext cx="6596901" cy="5143583"/>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78" name="Google Shape;78;p9"/>
          <p:cNvSpPr txBox="1"/>
          <p:nvPr/>
        </p:nvSpPr>
        <p:spPr>
          <a:xfrm>
            <a:off x="6462633" y="4991100"/>
            <a:ext cx="6596901" cy="4181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BUSINESS LINES</a:t>
            </a:r>
            <a:endParaRPr b="1" i="1" sz="1800" u="none" cap="none" strike="noStrike">
              <a:solidFill>
                <a:srgbClr val="0093D6"/>
              </a:solidFill>
              <a:latin typeface="Calibri"/>
              <a:ea typeface="Calibri"/>
              <a:cs typeface="Calibri"/>
              <a:sym typeface="Calibri"/>
            </a:endParaRPr>
          </a:p>
        </p:txBody>
      </p:sp>
      <p:sp>
        <p:nvSpPr>
          <p:cNvPr id="79" name="Google Shape;79;p9"/>
          <p:cNvSpPr/>
          <p:nvPr/>
        </p:nvSpPr>
        <p:spPr>
          <a:xfrm>
            <a:off x="13170541" y="4724317"/>
            <a:ext cx="4584059" cy="5143583"/>
          </a:xfrm>
          <a:prstGeom prst="rect">
            <a:avLst/>
          </a:prstGeom>
          <a:solidFill>
            <a:schemeClr val="lt2"/>
          </a:solidFill>
          <a:ln>
            <a:noFill/>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80" name="Google Shape;80;p9"/>
          <p:cNvSpPr txBox="1"/>
          <p:nvPr/>
        </p:nvSpPr>
        <p:spPr>
          <a:xfrm>
            <a:off x="13153935" y="4991100"/>
            <a:ext cx="4433967" cy="41818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MULTI-SECTORIAL ACTOR</a:t>
            </a:r>
            <a:endParaRPr b="1" i="1" sz="1800" u="none" cap="none" strike="noStrike">
              <a:solidFill>
                <a:srgbClr val="0093D6"/>
              </a:solidFill>
              <a:latin typeface="Calibri"/>
              <a:ea typeface="Calibri"/>
              <a:cs typeface="Calibri"/>
              <a:sym typeface="Calibri"/>
            </a:endParaRPr>
          </a:p>
        </p:txBody>
      </p:sp>
      <p:sp>
        <p:nvSpPr>
          <p:cNvPr id="81" name="Google Shape;81;p9"/>
          <p:cNvSpPr txBox="1"/>
          <p:nvPr/>
        </p:nvSpPr>
        <p:spPr>
          <a:xfrm>
            <a:off x="14630400" y="7150784"/>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AUTOMOTIVE &amp; RAILS</a:t>
            </a:r>
            <a:endParaRPr b="0" i="0" sz="1400" u="none" cap="none" strike="noStrike">
              <a:solidFill>
                <a:srgbClr val="000000"/>
              </a:solidFill>
              <a:latin typeface="Arial"/>
              <a:ea typeface="Arial"/>
              <a:cs typeface="Arial"/>
              <a:sym typeface="Arial"/>
            </a:endParaRPr>
          </a:p>
        </p:txBody>
      </p:sp>
      <p:sp>
        <p:nvSpPr>
          <p:cNvPr id="82" name="Google Shape;82;p9"/>
          <p:cNvSpPr txBox="1"/>
          <p:nvPr/>
        </p:nvSpPr>
        <p:spPr>
          <a:xfrm>
            <a:off x="14630400" y="5880506"/>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AEROSPACE &amp; DEFENSE</a:t>
            </a:r>
            <a:endParaRPr b="0" i="0" sz="1400" u="none" cap="none" strike="noStrike">
              <a:solidFill>
                <a:srgbClr val="000000"/>
              </a:solidFill>
              <a:latin typeface="Arial"/>
              <a:ea typeface="Arial"/>
              <a:cs typeface="Arial"/>
              <a:sym typeface="Arial"/>
            </a:endParaRPr>
          </a:p>
        </p:txBody>
      </p:sp>
      <p:sp>
        <p:nvSpPr>
          <p:cNvPr id="83" name="Google Shape;83;p9"/>
          <p:cNvSpPr txBox="1"/>
          <p:nvPr/>
        </p:nvSpPr>
        <p:spPr>
          <a:xfrm>
            <a:off x="14630400" y="8496382"/>
            <a:ext cx="2884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rgbClr val="043962"/>
                </a:solidFill>
                <a:latin typeface="Calibri"/>
                <a:ea typeface="Calibri"/>
                <a:cs typeface="Calibri"/>
                <a:sym typeface="Calibri"/>
              </a:rPr>
              <a:t>ENERGY &amp; LIFE SCIENCES</a:t>
            </a:r>
            <a:endParaRPr b="0" i="0" sz="1400" u="none" cap="none" strike="noStrike">
              <a:solidFill>
                <a:srgbClr val="000000"/>
              </a:solidFill>
              <a:latin typeface="Arial"/>
              <a:ea typeface="Arial"/>
              <a:cs typeface="Arial"/>
              <a:sym typeface="Arial"/>
            </a:endParaRPr>
          </a:p>
        </p:txBody>
      </p:sp>
      <p:pic>
        <p:nvPicPr>
          <p:cNvPr id="84" name="Google Shape;84;p9"/>
          <p:cNvPicPr preferRelativeResize="0"/>
          <p:nvPr/>
        </p:nvPicPr>
        <p:blipFill rotWithShape="1">
          <a:blip r:embed="rId5">
            <a:alphaModFix/>
          </a:blip>
          <a:srcRect b="0" l="0" r="0" t="0"/>
          <a:stretch/>
        </p:blipFill>
        <p:spPr>
          <a:xfrm>
            <a:off x="13779842" y="8625310"/>
            <a:ext cx="404390" cy="404390"/>
          </a:xfrm>
          <a:prstGeom prst="rect">
            <a:avLst/>
          </a:prstGeom>
          <a:noFill/>
          <a:ln>
            <a:noFill/>
          </a:ln>
        </p:spPr>
      </p:pic>
      <p:pic>
        <p:nvPicPr>
          <p:cNvPr id="85" name="Google Shape;85;p9"/>
          <p:cNvPicPr preferRelativeResize="0"/>
          <p:nvPr/>
        </p:nvPicPr>
        <p:blipFill rotWithShape="1">
          <a:blip r:embed="rId6">
            <a:alphaModFix/>
          </a:blip>
          <a:srcRect b="0" l="0" r="0" t="0"/>
          <a:stretch/>
        </p:blipFill>
        <p:spPr>
          <a:xfrm rot="2700000">
            <a:off x="13790819" y="5950582"/>
            <a:ext cx="382506" cy="382506"/>
          </a:xfrm>
          <a:prstGeom prst="rect">
            <a:avLst/>
          </a:prstGeom>
          <a:noFill/>
          <a:ln>
            <a:noFill/>
          </a:ln>
        </p:spPr>
      </p:pic>
      <p:pic>
        <p:nvPicPr>
          <p:cNvPr id="86" name="Google Shape;86;p9"/>
          <p:cNvPicPr preferRelativeResize="0"/>
          <p:nvPr/>
        </p:nvPicPr>
        <p:blipFill rotWithShape="1">
          <a:blip r:embed="rId7">
            <a:alphaModFix/>
          </a:blip>
          <a:srcRect b="0" l="0" r="0" t="0"/>
          <a:stretch/>
        </p:blipFill>
        <p:spPr>
          <a:xfrm>
            <a:off x="13735483" y="7353300"/>
            <a:ext cx="479578" cy="330006"/>
          </a:xfrm>
          <a:prstGeom prst="rect">
            <a:avLst/>
          </a:prstGeom>
          <a:noFill/>
          <a:ln>
            <a:noFill/>
          </a:ln>
        </p:spPr>
      </p:pic>
      <p:sp>
        <p:nvSpPr>
          <p:cNvPr id="87" name="Google Shape;87;p9"/>
          <p:cNvSpPr txBox="1"/>
          <p:nvPr/>
        </p:nvSpPr>
        <p:spPr>
          <a:xfrm>
            <a:off x="14415060" y="2528984"/>
            <a:ext cx="2843474"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fr-FR" sz="2000" u="none" cap="none" strike="noStrike">
                <a:solidFill>
                  <a:srgbClr val="0093D6"/>
                </a:solidFill>
                <a:latin typeface="Calibri"/>
                <a:ea typeface="Calibri"/>
                <a:cs typeface="Calibri"/>
                <a:sym typeface="Calibri"/>
              </a:rPr>
              <a:t>KEY MESSAGES</a:t>
            </a:r>
            <a:endParaRPr b="1" i="1" sz="1800" u="none" cap="none" strike="noStrike">
              <a:solidFill>
                <a:srgbClr val="0093D6"/>
              </a:solidFill>
              <a:latin typeface="Calibri"/>
              <a:ea typeface="Calibri"/>
              <a:cs typeface="Calibri"/>
              <a:sym typeface="Calibri"/>
            </a:endParaRPr>
          </a:p>
        </p:txBody>
      </p:sp>
      <p:pic>
        <p:nvPicPr>
          <p:cNvPr id="88" name="Google Shape;88;p9"/>
          <p:cNvPicPr preferRelativeResize="0"/>
          <p:nvPr/>
        </p:nvPicPr>
        <p:blipFill rotWithShape="1">
          <a:blip r:embed="rId8">
            <a:alphaModFix/>
          </a:blip>
          <a:srcRect b="0" l="0" r="0" t="0"/>
          <a:stretch/>
        </p:blipFill>
        <p:spPr>
          <a:xfrm>
            <a:off x="13756890" y="2476178"/>
            <a:ext cx="533722" cy="533722"/>
          </a:xfrm>
          <a:prstGeom prst="rect">
            <a:avLst/>
          </a:prstGeom>
          <a:noFill/>
          <a:ln>
            <a:noFill/>
          </a:ln>
        </p:spPr>
      </p:pic>
      <p:sp>
        <p:nvSpPr>
          <p:cNvPr id="89" name="Google Shape;89;p9"/>
          <p:cNvSpPr txBox="1"/>
          <p:nvPr>
            <p:ph idx="4" type="body"/>
          </p:nvPr>
        </p:nvSpPr>
        <p:spPr>
          <a:xfrm>
            <a:off x="7466571" y="2948273"/>
            <a:ext cx="1302557" cy="32562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0" name="Google Shape;90;p9"/>
          <p:cNvSpPr txBox="1"/>
          <p:nvPr>
            <p:ph idx="5" type="body"/>
          </p:nvPr>
        </p:nvSpPr>
        <p:spPr>
          <a:xfrm>
            <a:off x="7466571" y="4145859"/>
            <a:ext cx="1302557" cy="32562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1" name="Google Shape;91;p9"/>
          <p:cNvSpPr txBox="1"/>
          <p:nvPr>
            <p:ph idx="6" type="body"/>
          </p:nvPr>
        </p:nvSpPr>
        <p:spPr>
          <a:xfrm>
            <a:off x="9290041" y="3543300"/>
            <a:ext cx="3122214" cy="291778"/>
          </a:xfrm>
          <a:prstGeom prst="rect">
            <a:avLst/>
          </a:prstGeom>
          <a:noFill/>
          <a:ln>
            <a:noFill/>
          </a:ln>
        </p:spPr>
        <p:txBody>
          <a:bodyPr anchorCtr="0" anchor="t" bIns="0" lIns="0" spcFirstLastPara="1" rIns="0" wrap="square" tIns="0">
            <a:noAutofit/>
          </a:bodyPr>
          <a:lstStyle>
            <a:lvl1pPr indent="-228600" lvl="0" marL="457200" marR="0" rtl="0" algn="ctr">
              <a:lnSpc>
                <a:spcPct val="100000"/>
              </a:lnSpc>
              <a:spcBef>
                <a:spcPts val="0"/>
              </a:spcBef>
              <a:spcAft>
                <a:spcPts val="0"/>
              </a:spcAft>
              <a:buClr>
                <a:schemeClr val="dk2"/>
              </a:buClr>
              <a:buSzPts val="1800"/>
              <a:buFont typeface="Arial"/>
              <a:buNone/>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2" name="Google Shape;92;p9"/>
          <p:cNvSpPr txBox="1"/>
          <p:nvPr>
            <p:ph idx="7" type="body"/>
          </p:nvPr>
        </p:nvSpPr>
        <p:spPr>
          <a:xfrm>
            <a:off x="9525000" y="2991788"/>
            <a:ext cx="729298" cy="465691"/>
          </a:xfrm>
          <a:prstGeom prst="rect">
            <a:avLst/>
          </a:prstGeom>
          <a:noFill/>
          <a:ln>
            <a:noFill/>
          </a:ln>
        </p:spPr>
        <p:txBody>
          <a:bodyPr anchorCtr="0" anchor="ctr" bIns="0" lIns="0" spcFirstLastPara="1" rIns="0" wrap="square" tIns="0">
            <a:noAutofit/>
          </a:bodyPr>
          <a:lstStyle>
            <a:lvl1pPr indent="-228600" lvl="0" marL="457200" marR="0" rtl="0" algn="r">
              <a:lnSpc>
                <a:spcPct val="100000"/>
              </a:lnSpc>
              <a:spcBef>
                <a:spcPts val="0"/>
              </a:spcBef>
              <a:spcAft>
                <a:spcPts val="0"/>
              </a:spcAft>
              <a:buClr>
                <a:srgbClr val="1D94C9"/>
              </a:buClr>
              <a:buSzPts val="2000"/>
              <a:buFont typeface="Arial"/>
              <a:buNone/>
              <a:defRPr b="1" i="0" sz="2000" u="none" cap="none" strike="noStrike">
                <a:solidFill>
                  <a:srgbClr val="1D94C9"/>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3" name="Google Shape;93;p9"/>
          <p:cNvSpPr txBox="1"/>
          <p:nvPr>
            <p:ph idx="8" type="body"/>
          </p:nvPr>
        </p:nvSpPr>
        <p:spPr>
          <a:xfrm>
            <a:off x="12955058" y="3198458"/>
            <a:ext cx="4632843" cy="1215205"/>
          </a:xfrm>
          <a:prstGeom prst="rect">
            <a:avLst/>
          </a:prstGeom>
          <a:noFill/>
          <a:ln>
            <a:noFill/>
          </a:ln>
        </p:spPr>
        <p:txBody>
          <a:bodyPr anchorCtr="0" anchor="ctr" bIns="0" lIns="0" spcFirstLastPara="1" rIns="0" wrap="square" tIns="0">
            <a:noAutofit/>
          </a:bodyPr>
          <a:lstStyle>
            <a:lvl1pPr indent="-377190" lvl="0" marL="457200" marR="0" rtl="0" algn="l">
              <a:lnSpc>
                <a:spcPct val="100000"/>
              </a:lnSpc>
              <a:spcBef>
                <a:spcPts val="0"/>
              </a:spcBef>
              <a:spcAft>
                <a:spcPts val="0"/>
              </a:spcAft>
              <a:buClr>
                <a:srgbClr val="1D94C9"/>
              </a:buClr>
              <a:buSzPts val="2340"/>
              <a:buFont typeface="Arial"/>
              <a:buChar char="•"/>
              <a:defRPr b="0" i="0"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4" name="Google Shape;94;p9"/>
          <p:cNvSpPr txBox="1"/>
          <p:nvPr>
            <p:ph idx="9" type="body"/>
          </p:nvPr>
        </p:nvSpPr>
        <p:spPr>
          <a:xfrm>
            <a:off x="6722786" y="6174555"/>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5" name="Google Shape;95;p9"/>
          <p:cNvSpPr txBox="1"/>
          <p:nvPr>
            <p:ph idx="13" type="body"/>
          </p:nvPr>
        </p:nvSpPr>
        <p:spPr>
          <a:xfrm>
            <a:off x="9821586" y="6174555"/>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6" name="Google Shape;96;p9"/>
          <p:cNvSpPr txBox="1"/>
          <p:nvPr>
            <p:ph idx="14" type="body"/>
          </p:nvPr>
        </p:nvSpPr>
        <p:spPr>
          <a:xfrm>
            <a:off x="6722786" y="8238864"/>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7" name="Google Shape;97;p9"/>
          <p:cNvSpPr txBox="1"/>
          <p:nvPr>
            <p:ph idx="15" type="body"/>
          </p:nvPr>
        </p:nvSpPr>
        <p:spPr>
          <a:xfrm>
            <a:off x="9821586" y="8238864"/>
            <a:ext cx="2987793" cy="909157"/>
          </a:xfrm>
          <a:prstGeom prst="rect">
            <a:avLst/>
          </a:prstGeom>
          <a:noFill/>
          <a:ln>
            <a:noFill/>
          </a:ln>
        </p:spPr>
        <p:txBody>
          <a:bodyPr anchorCtr="0" anchor="t" bIns="0" lIns="72000" spcFirstLastPara="1" rIns="72000" wrap="square" tIns="0">
            <a:noAutofit/>
          </a:bodyPr>
          <a:lstStyle>
            <a:lvl1pPr indent="-228600" lvl="0" marL="457200" marR="0" rtl="0" algn="l">
              <a:lnSpc>
                <a:spcPct val="100000"/>
              </a:lnSpc>
              <a:spcBef>
                <a:spcPts val="0"/>
              </a:spcBef>
              <a:spcAft>
                <a:spcPts val="0"/>
              </a:spcAft>
              <a:buClr>
                <a:schemeClr val="dk2"/>
              </a:buClr>
              <a:buSzPts val="1600"/>
              <a:buFont typeface="Arial"/>
              <a:buNone/>
              <a:defRPr b="0" i="0" sz="16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8" name="Google Shape;98;p9"/>
          <p:cNvSpPr txBox="1"/>
          <p:nvPr>
            <p:ph idx="16" type="body"/>
          </p:nvPr>
        </p:nvSpPr>
        <p:spPr>
          <a:xfrm>
            <a:off x="13605196" y="6390617"/>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9" name="Google Shape;99;p9"/>
          <p:cNvSpPr txBox="1"/>
          <p:nvPr>
            <p:ph idx="17" type="body"/>
          </p:nvPr>
        </p:nvSpPr>
        <p:spPr>
          <a:xfrm>
            <a:off x="13605196" y="7713426"/>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0" name="Google Shape;100;p9"/>
          <p:cNvSpPr txBox="1"/>
          <p:nvPr>
            <p:ph idx="18" type="body"/>
          </p:nvPr>
        </p:nvSpPr>
        <p:spPr>
          <a:xfrm>
            <a:off x="13617261" y="9101840"/>
            <a:ext cx="729298" cy="232846"/>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Clr>
                <a:srgbClr val="063D67"/>
              </a:buClr>
              <a:buSzPts val="180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1" name="Google Shape;101;p9"/>
          <p:cNvSpPr txBox="1"/>
          <p:nvPr>
            <p:ph idx="19" type="body"/>
          </p:nvPr>
        </p:nvSpPr>
        <p:spPr>
          <a:xfrm>
            <a:off x="14739356" y="630000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2" name="Google Shape;102;p9"/>
          <p:cNvSpPr txBox="1"/>
          <p:nvPr>
            <p:ph idx="20" type="body"/>
          </p:nvPr>
        </p:nvSpPr>
        <p:spPr>
          <a:xfrm>
            <a:off x="14739356" y="758016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3" name="Google Shape;103;p9"/>
          <p:cNvSpPr txBox="1"/>
          <p:nvPr>
            <p:ph idx="21" type="body"/>
          </p:nvPr>
        </p:nvSpPr>
        <p:spPr>
          <a:xfrm>
            <a:off x="14739356" y="8921287"/>
            <a:ext cx="2815240" cy="718013"/>
          </a:xfrm>
          <a:prstGeom prst="rect">
            <a:avLst/>
          </a:prstGeom>
          <a:noFill/>
          <a:ln>
            <a:noFill/>
          </a:ln>
        </p:spPr>
        <p:txBody>
          <a:bodyPr anchorCtr="0" anchor="t" bIns="0" lIns="0" spcFirstLastPara="1" rIns="0" wrap="square" tIns="0">
            <a:noAutofit/>
          </a:bodyPr>
          <a:lstStyle>
            <a:lvl1pPr indent="-228600" lvl="0" marL="457200" marR="0" rtl="0" algn="l">
              <a:lnSpc>
                <a:spcPct val="80000"/>
              </a:lnSpc>
              <a:spcBef>
                <a:spcPts val="0"/>
              </a:spcBef>
              <a:spcAft>
                <a:spcPts val="0"/>
              </a:spcAft>
              <a:buClr>
                <a:schemeClr val="dk2"/>
              </a:buClr>
              <a:buSzPts val="2000"/>
              <a:buFont typeface="Arial"/>
              <a:buNone/>
              <a:defRPr b="0" i="1" sz="20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4" name="Google Shape;104;p9"/>
          <p:cNvSpPr txBox="1"/>
          <p:nvPr>
            <p:ph idx="22" type="body"/>
          </p:nvPr>
        </p:nvSpPr>
        <p:spPr>
          <a:xfrm>
            <a:off x="586776" y="4603595"/>
            <a:ext cx="5585424" cy="2631599"/>
          </a:xfrm>
          <a:prstGeom prst="rect">
            <a:avLst/>
          </a:prstGeom>
          <a:noFill/>
          <a:ln>
            <a:noFill/>
          </a:ln>
        </p:spPr>
        <p:txBody>
          <a:bodyPr anchorCtr="0" anchor="ctr" bIns="0" lIns="108000" spcFirstLastPara="1" rIns="108000" wrap="square" tIns="0">
            <a:noAutofit/>
          </a:bodyPr>
          <a:lstStyle>
            <a:lvl1pPr indent="-228600" lvl="0" marL="457200" marR="0" rtl="0" algn="ctr">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Black"/>
                <a:ea typeface="Arial Black"/>
                <a:cs typeface="Arial Black"/>
                <a:sym typeface="Arial Black"/>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5" name="Google Shape;105;p9"/>
          <p:cNvSpPr txBox="1"/>
          <p:nvPr>
            <p:ph idx="23" type="body"/>
          </p:nvPr>
        </p:nvSpPr>
        <p:spPr>
          <a:xfrm>
            <a:off x="1536080" y="8089333"/>
            <a:ext cx="3698332" cy="833663"/>
          </a:xfrm>
          <a:prstGeom prst="rect">
            <a:avLst/>
          </a:prstGeom>
          <a:solidFill>
            <a:schemeClr val="lt1">
              <a:alpha val="83529"/>
            </a:schemeClr>
          </a:solidFill>
          <a:ln>
            <a:noFill/>
          </a:ln>
        </p:spPr>
        <p:txBody>
          <a:bodyPr anchorCtr="0" anchor="ctr" bIns="108000" lIns="108000" spcFirstLastPara="1" rIns="108000" wrap="square" tIns="108000">
            <a:spAutoFit/>
          </a:bodyPr>
          <a:lstStyle>
            <a:lvl1pPr indent="-228600" lvl="0" marL="457200" marR="0" rtl="0" algn="ctr">
              <a:lnSpc>
                <a:spcPct val="100000"/>
              </a:lnSpc>
              <a:spcBef>
                <a:spcPts val="0"/>
              </a:spcBef>
              <a:spcAft>
                <a:spcPts val="0"/>
              </a:spcAft>
              <a:buClr>
                <a:srgbClr val="063D67"/>
              </a:buClr>
              <a:buSzPts val="2000"/>
              <a:buFont typeface="Arial"/>
              <a:buNone/>
              <a:defRPr b="1" i="0" sz="20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6" name="Google Shape;106;p9"/>
          <p:cNvSpPr txBox="1"/>
          <p:nvPr>
            <p:ph idx="24" type="body"/>
          </p:nvPr>
        </p:nvSpPr>
        <p:spPr>
          <a:xfrm>
            <a:off x="1536080" y="9112497"/>
            <a:ext cx="3698332" cy="349702"/>
          </a:xfrm>
          <a:prstGeom prst="rect">
            <a:avLst/>
          </a:prstGeom>
          <a:solidFill>
            <a:srgbClr val="063D67">
              <a:alpha val="80000"/>
            </a:srgbClr>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7" name="Google Shape;107;p9"/>
          <p:cNvSpPr txBox="1"/>
          <p:nvPr>
            <p:ph idx="25" type="body"/>
          </p:nvPr>
        </p:nvSpPr>
        <p:spPr>
          <a:xfrm>
            <a:off x="9290041" y="3848100"/>
            <a:ext cx="3122214" cy="543812"/>
          </a:xfrm>
          <a:prstGeom prst="rect">
            <a:avLst/>
          </a:prstGeom>
          <a:noFill/>
          <a:ln>
            <a:noFill/>
          </a:ln>
        </p:spPr>
        <p:txBody>
          <a:bodyPr anchorCtr="0" anchor="t" bIns="0" lIns="0" spcFirstLastPara="1" rIns="0" wrap="square" tIns="0">
            <a:noAutofit/>
          </a:bodyPr>
          <a:lstStyle>
            <a:lvl1pPr indent="-228600" lvl="0" marL="457200" marR="0" rtl="0" algn="ctr">
              <a:lnSpc>
                <a:spcPct val="100000"/>
              </a:lnSpc>
              <a:spcBef>
                <a:spcPts val="0"/>
              </a:spcBef>
              <a:spcAft>
                <a:spcPts val="0"/>
              </a:spcAft>
              <a:buClr>
                <a:schemeClr val="dk2"/>
              </a:buClr>
              <a:buSzPts val="1800"/>
              <a:buFont typeface="Arial"/>
              <a:buNone/>
              <a:defRPr b="0" i="1" sz="18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8" name="Google Shape;108;p9"/>
          <p:cNvSpPr txBox="1"/>
          <p:nvPr>
            <p:ph idx="26" type="body"/>
          </p:nvPr>
        </p:nvSpPr>
        <p:spPr>
          <a:xfrm>
            <a:off x="6737571" y="77343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09" name="Google Shape;109;p9"/>
          <p:cNvSpPr txBox="1"/>
          <p:nvPr>
            <p:ph idx="27" type="body"/>
          </p:nvPr>
        </p:nvSpPr>
        <p:spPr>
          <a:xfrm>
            <a:off x="9836371" y="77343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0" name="Google Shape;110;p9"/>
          <p:cNvSpPr txBox="1"/>
          <p:nvPr>
            <p:ph idx="28" type="body"/>
          </p:nvPr>
        </p:nvSpPr>
        <p:spPr>
          <a:xfrm>
            <a:off x="6737571" y="56769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1" name="Google Shape;111;p9"/>
          <p:cNvSpPr txBox="1"/>
          <p:nvPr>
            <p:ph idx="29" type="body"/>
          </p:nvPr>
        </p:nvSpPr>
        <p:spPr>
          <a:xfrm>
            <a:off x="9836371" y="5676900"/>
            <a:ext cx="2973008" cy="362856"/>
          </a:xfrm>
          <a:prstGeom prst="rect">
            <a:avLst/>
          </a:prstGeom>
          <a:solidFill>
            <a:srgbClr val="063D67"/>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Line ID Card 2">
  <p:cSld name="Business Line ID Card 2">
    <p:spTree>
      <p:nvGrpSpPr>
        <p:cNvPr id="112" name="Shape 112"/>
        <p:cNvGrpSpPr/>
        <p:nvPr/>
      </p:nvGrpSpPr>
      <p:grpSpPr>
        <a:xfrm>
          <a:off x="0" y="0"/>
          <a:ext cx="0" cy="0"/>
          <a:chOff x="0" y="0"/>
          <a:chExt cx="0" cy="0"/>
        </a:xfrm>
      </p:grpSpPr>
      <p:sp>
        <p:nvSpPr>
          <p:cNvPr id="113" name="Google Shape;113;p10"/>
          <p:cNvSpPr/>
          <p:nvPr/>
        </p:nvSpPr>
        <p:spPr>
          <a:xfrm>
            <a:off x="0" y="1460860"/>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14" name="Google Shape;114;p10"/>
          <p:cNvSpPr/>
          <p:nvPr>
            <p:ph idx="2" type="pic"/>
          </p:nvPr>
        </p:nvSpPr>
        <p:spPr>
          <a:xfrm>
            <a:off x="565371" y="2275699"/>
            <a:ext cx="5606829" cy="7592201"/>
          </a:xfrm>
          <a:prstGeom prst="rect">
            <a:avLst/>
          </a:prstGeom>
          <a:noFill/>
          <a:ln>
            <a:noFill/>
          </a:ln>
        </p:spPr>
      </p:sp>
      <p:sp>
        <p:nvSpPr>
          <p:cNvPr id="115" name="Google Shape;115;p10"/>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6" name="Google Shape;116;p10"/>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7" name="Google Shape;117;p10"/>
          <p:cNvSpPr txBox="1"/>
          <p:nvPr>
            <p:ph idx="4" type="body"/>
          </p:nvPr>
        </p:nvSpPr>
        <p:spPr>
          <a:xfrm>
            <a:off x="586776" y="4603595"/>
            <a:ext cx="5585424" cy="2631599"/>
          </a:xfrm>
          <a:prstGeom prst="rect">
            <a:avLst/>
          </a:prstGeom>
          <a:noFill/>
          <a:ln>
            <a:noFill/>
          </a:ln>
        </p:spPr>
        <p:txBody>
          <a:bodyPr anchorCtr="0" anchor="ctr" bIns="0" lIns="108000" spcFirstLastPara="1" rIns="108000" wrap="square" tIns="0">
            <a:noAutofit/>
          </a:bodyPr>
          <a:lstStyle>
            <a:lvl1pPr indent="-228600" lvl="0" marL="457200" marR="0" rtl="0" algn="ctr">
              <a:lnSpc>
                <a:spcPct val="100000"/>
              </a:lnSpc>
              <a:spcBef>
                <a:spcPts val="0"/>
              </a:spcBef>
              <a:spcAft>
                <a:spcPts val="0"/>
              </a:spcAft>
              <a:buClr>
                <a:schemeClr val="lt1"/>
              </a:buClr>
              <a:buSzPts val="3600"/>
              <a:buFont typeface="Arial"/>
              <a:buNone/>
              <a:defRPr b="1" i="0" sz="3600" u="none" cap="none" strike="noStrike">
                <a:solidFill>
                  <a:schemeClr val="lt1"/>
                </a:solidFill>
                <a:latin typeface="Arial Black"/>
                <a:ea typeface="Arial Black"/>
                <a:cs typeface="Arial Black"/>
                <a:sym typeface="Arial Black"/>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8" name="Google Shape;118;p10"/>
          <p:cNvSpPr txBox="1"/>
          <p:nvPr>
            <p:ph idx="5" type="body"/>
          </p:nvPr>
        </p:nvSpPr>
        <p:spPr>
          <a:xfrm>
            <a:off x="1536080" y="8089333"/>
            <a:ext cx="3698332" cy="833663"/>
          </a:xfrm>
          <a:prstGeom prst="rect">
            <a:avLst/>
          </a:prstGeom>
          <a:solidFill>
            <a:schemeClr val="lt1">
              <a:alpha val="83529"/>
            </a:schemeClr>
          </a:solidFill>
          <a:ln>
            <a:noFill/>
          </a:ln>
        </p:spPr>
        <p:txBody>
          <a:bodyPr anchorCtr="0" anchor="ctr" bIns="108000" lIns="108000" spcFirstLastPara="1" rIns="108000" wrap="square" tIns="108000">
            <a:spAutoFit/>
          </a:bodyPr>
          <a:lstStyle>
            <a:lvl1pPr indent="-228600" lvl="0" marL="457200" marR="0" rtl="0" algn="ctr">
              <a:lnSpc>
                <a:spcPct val="100000"/>
              </a:lnSpc>
              <a:spcBef>
                <a:spcPts val="0"/>
              </a:spcBef>
              <a:spcAft>
                <a:spcPts val="0"/>
              </a:spcAft>
              <a:buClr>
                <a:srgbClr val="063D67"/>
              </a:buClr>
              <a:buSzPts val="2000"/>
              <a:buFont typeface="Arial"/>
              <a:buNone/>
              <a:defRPr b="1" i="0" sz="20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19" name="Google Shape;119;p10"/>
          <p:cNvSpPr txBox="1"/>
          <p:nvPr>
            <p:ph idx="6" type="body"/>
          </p:nvPr>
        </p:nvSpPr>
        <p:spPr>
          <a:xfrm>
            <a:off x="1536080" y="9112497"/>
            <a:ext cx="3698332" cy="349702"/>
          </a:xfrm>
          <a:prstGeom prst="rect">
            <a:avLst/>
          </a:prstGeom>
          <a:solidFill>
            <a:srgbClr val="063D67">
              <a:alpha val="80000"/>
            </a:srgbClr>
          </a:solidFill>
          <a:ln>
            <a:noFill/>
          </a:ln>
        </p:spPr>
        <p:txBody>
          <a:bodyPr anchorCtr="0" anchor="t" bIns="36000" lIns="108000" spcFirstLastPara="1" rIns="108000" wrap="square" tIns="36000">
            <a:spAutoFit/>
          </a:bodyPr>
          <a:lstStyle>
            <a:lvl1pPr indent="-228600" lvl="0" marL="457200" marR="0" rtl="0" algn="ctr">
              <a:lnSpc>
                <a:spcPct val="100000"/>
              </a:lnSpc>
              <a:spcBef>
                <a:spcPts val="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0" name="Google Shape;120;p10"/>
          <p:cNvSpPr/>
          <p:nvPr/>
        </p:nvSpPr>
        <p:spPr>
          <a:xfrm>
            <a:off x="6462632" y="2377476"/>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1" name="Google Shape;121;p10"/>
          <p:cNvSpPr/>
          <p:nvPr/>
        </p:nvSpPr>
        <p:spPr>
          <a:xfrm>
            <a:off x="12192000" y="2377476"/>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2" name="Google Shape;122;p10"/>
          <p:cNvSpPr/>
          <p:nvPr/>
        </p:nvSpPr>
        <p:spPr>
          <a:xfrm>
            <a:off x="6462632" y="4983485"/>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3" name="Google Shape;123;p10"/>
          <p:cNvSpPr/>
          <p:nvPr/>
        </p:nvSpPr>
        <p:spPr>
          <a:xfrm>
            <a:off x="12192000" y="4983485"/>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4" name="Google Shape;124;p10"/>
          <p:cNvSpPr/>
          <p:nvPr/>
        </p:nvSpPr>
        <p:spPr>
          <a:xfrm>
            <a:off x="6462632" y="7570401"/>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5" name="Google Shape;125;p10"/>
          <p:cNvSpPr/>
          <p:nvPr/>
        </p:nvSpPr>
        <p:spPr>
          <a:xfrm>
            <a:off x="12192000" y="7570401"/>
            <a:ext cx="5511600" cy="2383191"/>
          </a:xfrm>
          <a:prstGeom prst="rect">
            <a:avLst/>
          </a:prstGeom>
          <a:solidFill>
            <a:schemeClr val="lt2"/>
          </a:solidFill>
          <a:ln cap="flat" cmpd="sng" w="9525">
            <a:solidFill>
              <a:srgbClr val="F2F2F2"/>
            </a:solidFill>
            <a:prstDash val="solid"/>
            <a:miter lim="800000"/>
            <a:headEnd len="sm" w="sm" type="none"/>
            <a:tailEnd len="sm" w="sm" type="none"/>
          </a:ln>
          <a:effectLst>
            <a:outerShdw blurRad="38100" rotWithShape="0" algn="tl" dir="2700000" dist="38100">
              <a:srgbClr val="000000">
                <a:alpha val="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26" name="Google Shape;126;p10"/>
          <p:cNvSpPr txBox="1"/>
          <p:nvPr>
            <p:ph idx="7" type="body"/>
          </p:nvPr>
        </p:nvSpPr>
        <p:spPr>
          <a:xfrm>
            <a:off x="12555632" y="3238499"/>
            <a:ext cx="5147968" cy="1522167"/>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7" name="Google Shape;127;p10"/>
          <p:cNvSpPr txBox="1"/>
          <p:nvPr>
            <p:ph idx="8" type="body"/>
          </p:nvPr>
        </p:nvSpPr>
        <p:spPr>
          <a:xfrm>
            <a:off x="12555632" y="5829300"/>
            <a:ext cx="5147968" cy="1537376"/>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8" name="Google Shape;128;p10"/>
          <p:cNvSpPr txBox="1"/>
          <p:nvPr>
            <p:ph idx="9" type="body"/>
          </p:nvPr>
        </p:nvSpPr>
        <p:spPr>
          <a:xfrm>
            <a:off x="12555632" y="8386232"/>
            <a:ext cx="5147968" cy="1567359"/>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9" name="Google Shape;129;p10"/>
          <p:cNvSpPr txBox="1"/>
          <p:nvPr>
            <p:ph idx="13" type="body"/>
          </p:nvPr>
        </p:nvSpPr>
        <p:spPr>
          <a:xfrm>
            <a:off x="6815232" y="3238499"/>
            <a:ext cx="5147968" cy="1522167"/>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0" name="Google Shape;130;p10"/>
          <p:cNvSpPr txBox="1"/>
          <p:nvPr>
            <p:ph idx="14" type="body"/>
          </p:nvPr>
        </p:nvSpPr>
        <p:spPr>
          <a:xfrm>
            <a:off x="6815232" y="5829300"/>
            <a:ext cx="5147968" cy="1537376"/>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1" name="Google Shape;131;p10"/>
          <p:cNvSpPr txBox="1"/>
          <p:nvPr>
            <p:ph idx="15" type="body"/>
          </p:nvPr>
        </p:nvSpPr>
        <p:spPr>
          <a:xfrm>
            <a:off x="6815232" y="8386232"/>
            <a:ext cx="5147968" cy="1567359"/>
          </a:xfrm>
          <a:prstGeom prst="rect">
            <a:avLst/>
          </a:prstGeom>
          <a:noFill/>
          <a:ln>
            <a:noFill/>
          </a:ln>
        </p:spPr>
        <p:txBody>
          <a:bodyPr anchorCtr="0" anchor="t" bIns="144000" lIns="0" spcFirstLastPara="1" rIns="144000" wrap="square" tIns="0">
            <a:noAutofit/>
          </a:bodyPr>
          <a:lstStyle>
            <a:lvl1pPr indent="-342900" lvl="0" marL="457200" marR="0" rtl="0" algn="l">
              <a:lnSpc>
                <a:spcPct val="90000"/>
              </a:lnSpc>
              <a:spcBef>
                <a:spcPts val="0"/>
              </a:spcBef>
              <a:spcAft>
                <a:spcPts val="0"/>
              </a:spcAft>
              <a:buClr>
                <a:srgbClr val="1D94C9"/>
              </a:buClr>
              <a:buSzPts val="1800"/>
              <a:buFont typeface="Arial"/>
              <a:buChar char="•"/>
              <a:defRPr b="0" i="0" sz="1500" u="none" cap="none" strike="noStrike">
                <a:solidFill>
                  <a:schemeClr val="dk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2" name="Google Shape;132;p10"/>
          <p:cNvSpPr txBox="1"/>
          <p:nvPr>
            <p:ph idx="16" type="body"/>
          </p:nvPr>
        </p:nvSpPr>
        <p:spPr>
          <a:xfrm>
            <a:off x="12497840" y="26705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3" name="Google Shape;133;p10"/>
          <p:cNvSpPr txBox="1"/>
          <p:nvPr>
            <p:ph idx="17" type="body"/>
          </p:nvPr>
        </p:nvSpPr>
        <p:spPr>
          <a:xfrm>
            <a:off x="12497840" y="52613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4" name="Google Shape;134;p10"/>
          <p:cNvSpPr txBox="1"/>
          <p:nvPr>
            <p:ph idx="18" type="body"/>
          </p:nvPr>
        </p:nvSpPr>
        <p:spPr>
          <a:xfrm>
            <a:off x="12497840" y="7784457"/>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5" name="Google Shape;135;p10"/>
          <p:cNvSpPr txBox="1"/>
          <p:nvPr>
            <p:ph idx="19" type="body"/>
          </p:nvPr>
        </p:nvSpPr>
        <p:spPr>
          <a:xfrm>
            <a:off x="6791307" y="26705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6" name="Google Shape;136;p10"/>
          <p:cNvSpPr txBox="1"/>
          <p:nvPr>
            <p:ph idx="20" type="body"/>
          </p:nvPr>
        </p:nvSpPr>
        <p:spPr>
          <a:xfrm>
            <a:off x="6791307" y="5261390"/>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37" name="Google Shape;137;p10"/>
          <p:cNvSpPr txBox="1"/>
          <p:nvPr>
            <p:ph idx="21" type="body"/>
          </p:nvPr>
        </p:nvSpPr>
        <p:spPr>
          <a:xfrm>
            <a:off x="6791307" y="7784457"/>
            <a:ext cx="3870157" cy="256617"/>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340"/>
              <a:buFont typeface="Arial"/>
              <a:buNone/>
              <a:defRPr b="1" i="0" sz="1800" u="none" cap="none" strike="noStrike">
                <a:solidFill>
                  <a:srgbClr val="063D67"/>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age White Background">
  <p:cSld name="Right Image White Background">
    <p:spTree>
      <p:nvGrpSpPr>
        <p:cNvPr id="138" name="Shape 138"/>
        <p:cNvGrpSpPr/>
        <p:nvPr/>
      </p:nvGrpSpPr>
      <p:grpSpPr>
        <a:xfrm>
          <a:off x="0" y="0"/>
          <a:ext cx="0" cy="0"/>
          <a:chOff x="0" y="0"/>
          <a:chExt cx="0" cy="0"/>
        </a:xfrm>
      </p:grpSpPr>
      <p:sp>
        <p:nvSpPr>
          <p:cNvPr id="139" name="Google Shape;139;p11"/>
          <p:cNvSpPr/>
          <p:nvPr>
            <p:ph idx="2" type="pic"/>
          </p:nvPr>
        </p:nvSpPr>
        <p:spPr>
          <a:xfrm>
            <a:off x="11257655" y="1898449"/>
            <a:ext cx="6484914" cy="7969451"/>
          </a:xfrm>
          <a:prstGeom prst="rect">
            <a:avLst/>
          </a:prstGeom>
          <a:noFill/>
          <a:ln>
            <a:noFill/>
          </a:ln>
        </p:spPr>
      </p:sp>
      <p:sp>
        <p:nvSpPr>
          <p:cNvPr id="140" name="Google Shape;140;p11"/>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1" name="Google Shape;141;p11"/>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hite Background">
  <p:cSld name="Left Image White Background">
    <p:spTree>
      <p:nvGrpSpPr>
        <p:cNvPr id="142" name="Shape 142"/>
        <p:cNvGrpSpPr/>
        <p:nvPr/>
      </p:nvGrpSpPr>
      <p:grpSpPr>
        <a:xfrm>
          <a:off x="0" y="0"/>
          <a:ext cx="0" cy="0"/>
          <a:chOff x="0" y="0"/>
          <a:chExt cx="0" cy="0"/>
        </a:xfrm>
      </p:grpSpPr>
      <p:sp>
        <p:nvSpPr>
          <p:cNvPr id="143" name="Google Shape;143;p12"/>
          <p:cNvSpPr/>
          <p:nvPr>
            <p:ph idx="2" type="pic"/>
          </p:nvPr>
        </p:nvSpPr>
        <p:spPr>
          <a:xfrm>
            <a:off x="529200" y="1898449"/>
            <a:ext cx="6484914" cy="7969451"/>
          </a:xfrm>
          <a:prstGeom prst="rect">
            <a:avLst/>
          </a:prstGeom>
          <a:noFill/>
          <a:ln>
            <a:noFill/>
          </a:ln>
        </p:spPr>
      </p:sp>
      <p:sp>
        <p:nvSpPr>
          <p:cNvPr id="144" name="Google Shape;144;p12"/>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45" name="Google Shape;145;p12"/>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hite Background">
  <p:cSld name="Two Images White Background">
    <p:spTree>
      <p:nvGrpSpPr>
        <p:cNvPr id="146" name="Shape 146"/>
        <p:cNvGrpSpPr/>
        <p:nvPr/>
      </p:nvGrpSpPr>
      <p:grpSpPr>
        <a:xfrm>
          <a:off x="0" y="0"/>
          <a:ext cx="0" cy="0"/>
          <a:chOff x="0" y="0"/>
          <a:chExt cx="0" cy="0"/>
        </a:xfrm>
      </p:grpSpPr>
      <p:sp>
        <p:nvSpPr>
          <p:cNvPr id="147" name="Google Shape;147;p13"/>
          <p:cNvSpPr/>
          <p:nvPr>
            <p:ph idx="2" type="pic"/>
          </p:nvPr>
        </p:nvSpPr>
        <p:spPr>
          <a:xfrm>
            <a:off x="11257655" y="1898449"/>
            <a:ext cx="6484914" cy="7969451"/>
          </a:xfrm>
          <a:prstGeom prst="rect">
            <a:avLst/>
          </a:prstGeom>
          <a:noFill/>
          <a:ln>
            <a:noFill/>
          </a:ln>
        </p:spPr>
      </p:sp>
      <p:sp>
        <p:nvSpPr>
          <p:cNvPr id="148" name="Google Shape;148;p13"/>
          <p:cNvSpPr/>
          <p:nvPr>
            <p:ph idx="3" type="pic"/>
          </p:nvPr>
        </p:nvSpPr>
        <p:spPr>
          <a:xfrm>
            <a:off x="529200" y="1898449"/>
            <a:ext cx="6484914" cy="7969451"/>
          </a:xfrm>
          <a:prstGeom prst="rect">
            <a:avLst/>
          </a:prstGeom>
          <a:noFill/>
          <a:ln>
            <a:noFill/>
          </a:ln>
        </p:spPr>
      </p:sp>
      <p:sp>
        <p:nvSpPr>
          <p:cNvPr id="149" name="Google Shape;149;p13"/>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50" name="Google Shape;150;p13"/>
          <p:cNvSpPr txBox="1"/>
          <p:nvPr>
            <p:ph idx="4"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Grey Background">
  <p:cSld name="3 Col Grey Background">
    <p:spTree>
      <p:nvGrpSpPr>
        <p:cNvPr id="151" name="Shape 151"/>
        <p:cNvGrpSpPr/>
        <p:nvPr/>
      </p:nvGrpSpPr>
      <p:grpSpPr>
        <a:xfrm>
          <a:off x="0" y="0"/>
          <a:ext cx="0" cy="0"/>
          <a:chOff x="0" y="0"/>
          <a:chExt cx="0" cy="0"/>
        </a:xfrm>
      </p:grpSpPr>
      <p:sp>
        <p:nvSpPr>
          <p:cNvPr id="152" name="Google Shape;152;p14"/>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53" name="Google Shape;153;p14"/>
          <p:cNvSpPr/>
          <p:nvPr/>
        </p:nvSpPr>
        <p:spPr>
          <a:xfrm>
            <a:off x="12367839" y="2324100"/>
            <a:ext cx="5378228"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54" name="Google Shape;154;p14"/>
          <p:cNvSpPr/>
          <p:nvPr/>
        </p:nvSpPr>
        <p:spPr>
          <a:xfrm>
            <a:off x="533400" y="2324100"/>
            <a:ext cx="5378228"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55" name="Google Shape;155;p14"/>
          <p:cNvSpPr/>
          <p:nvPr/>
        </p:nvSpPr>
        <p:spPr>
          <a:xfrm>
            <a:off x="6454439" y="2324100"/>
            <a:ext cx="5378228"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56" name="Google Shape;156;p14"/>
          <p:cNvSpPr/>
          <p:nvPr>
            <p:ph idx="2" type="pic"/>
          </p:nvPr>
        </p:nvSpPr>
        <p:spPr>
          <a:xfrm>
            <a:off x="533400" y="2324100"/>
            <a:ext cx="5378227" cy="2537925"/>
          </a:xfrm>
          <a:prstGeom prst="rect">
            <a:avLst/>
          </a:prstGeom>
          <a:noFill/>
          <a:ln>
            <a:noFill/>
          </a:ln>
        </p:spPr>
      </p:sp>
      <p:sp>
        <p:nvSpPr>
          <p:cNvPr id="157" name="Google Shape;157;p14"/>
          <p:cNvSpPr/>
          <p:nvPr>
            <p:ph idx="3" type="pic"/>
          </p:nvPr>
        </p:nvSpPr>
        <p:spPr>
          <a:xfrm>
            <a:off x="6445027" y="2324100"/>
            <a:ext cx="5378228" cy="2537925"/>
          </a:xfrm>
          <a:prstGeom prst="rect">
            <a:avLst/>
          </a:prstGeom>
          <a:noFill/>
          <a:ln>
            <a:noFill/>
          </a:ln>
        </p:spPr>
      </p:sp>
      <p:sp>
        <p:nvSpPr>
          <p:cNvPr id="158" name="Google Shape;158;p14"/>
          <p:cNvSpPr/>
          <p:nvPr>
            <p:ph idx="4" type="pic"/>
          </p:nvPr>
        </p:nvSpPr>
        <p:spPr>
          <a:xfrm>
            <a:off x="12377251" y="2324100"/>
            <a:ext cx="5359404" cy="2537925"/>
          </a:xfrm>
          <a:prstGeom prst="rect">
            <a:avLst/>
          </a:prstGeom>
          <a:noFill/>
          <a:ln>
            <a:noFill/>
          </a:ln>
        </p:spPr>
      </p:sp>
      <p:sp>
        <p:nvSpPr>
          <p:cNvPr id="159" name="Google Shape;159;p14"/>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60" name="Google Shape;160;p14"/>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 Grey Background">
  <p:cSld name="4 Col Grey Background">
    <p:spTree>
      <p:nvGrpSpPr>
        <p:cNvPr id="161" name="Shape 161"/>
        <p:cNvGrpSpPr/>
        <p:nvPr/>
      </p:nvGrpSpPr>
      <p:grpSpPr>
        <a:xfrm>
          <a:off x="0" y="0"/>
          <a:ext cx="0" cy="0"/>
          <a:chOff x="0" y="0"/>
          <a:chExt cx="0" cy="0"/>
        </a:xfrm>
      </p:grpSpPr>
      <p:sp>
        <p:nvSpPr>
          <p:cNvPr id="162" name="Google Shape;162;p15"/>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63" name="Google Shape;163;p15"/>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64" name="Google Shape;164;p15"/>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65" name="Google Shape;165;p15"/>
          <p:cNvSpPr/>
          <p:nvPr/>
        </p:nvSpPr>
        <p:spPr>
          <a:xfrm>
            <a:off x="9297801" y="2324100"/>
            <a:ext cx="4137841"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6" name="Google Shape;166;p15"/>
          <p:cNvSpPr/>
          <p:nvPr/>
        </p:nvSpPr>
        <p:spPr>
          <a:xfrm>
            <a:off x="508248" y="2324100"/>
            <a:ext cx="4141804"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7" name="Google Shape;167;p15"/>
          <p:cNvSpPr/>
          <p:nvPr/>
        </p:nvSpPr>
        <p:spPr>
          <a:xfrm>
            <a:off x="4901041" y="2324100"/>
            <a:ext cx="4141805"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68" name="Google Shape;168;p15"/>
          <p:cNvSpPr/>
          <p:nvPr>
            <p:ph idx="3" type="pic"/>
          </p:nvPr>
        </p:nvSpPr>
        <p:spPr>
          <a:xfrm>
            <a:off x="508248" y="2324100"/>
            <a:ext cx="4141803" cy="2537925"/>
          </a:xfrm>
          <a:prstGeom prst="rect">
            <a:avLst/>
          </a:prstGeom>
          <a:noFill/>
          <a:ln>
            <a:noFill/>
          </a:ln>
        </p:spPr>
      </p:sp>
      <p:sp>
        <p:nvSpPr>
          <p:cNvPr id="169" name="Google Shape;169;p15"/>
          <p:cNvSpPr/>
          <p:nvPr>
            <p:ph idx="4" type="pic"/>
          </p:nvPr>
        </p:nvSpPr>
        <p:spPr>
          <a:xfrm>
            <a:off x="4891629" y="2324100"/>
            <a:ext cx="4141805" cy="2537925"/>
          </a:xfrm>
          <a:prstGeom prst="rect">
            <a:avLst/>
          </a:prstGeom>
          <a:noFill/>
          <a:ln>
            <a:noFill/>
          </a:ln>
        </p:spPr>
      </p:sp>
      <p:sp>
        <p:nvSpPr>
          <p:cNvPr id="170" name="Google Shape;170;p15"/>
          <p:cNvSpPr/>
          <p:nvPr>
            <p:ph idx="5" type="pic"/>
          </p:nvPr>
        </p:nvSpPr>
        <p:spPr>
          <a:xfrm>
            <a:off x="9307213" y="2324100"/>
            <a:ext cx="4123358" cy="2537925"/>
          </a:xfrm>
          <a:prstGeom prst="rect">
            <a:avLst/>
          </a:prstGeom>
          <a:noFill/>
          <a:ln>
            <a:noFill/>
          </a:ln>
        </p:spPr>
      </p:sp>
      <p:sp>
        <p:nvSpPr>
          <p:cNvPr id="171" name="Google Shape;171;p15"/>
          <p:cNvSpPr/>
          <p:nvPr/>
        </p:nvSpPr>
        <p:spPr>
          <a:xfrm>
            <a:off x="13695668" y="2324100"/>
            <a:ext cx="4137841" cy="7467600"/>
          </a:xfrm>
          <a:prstGeom prst="rect">
            <a:avLst/>
          </a:prstGeom>
          <a:solidFill>
            <a:schemeClr val="lt1"/>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2" name="Google Shape;172;p15"/>
          <p:cNvSpPr/>
          <p:nvPr>
            <p:ph idx="6" type="pic"/>
          </p:nvPr>
        </p:nvSpPr>
        <p:spPr>
          <a:xfrm>
            <a:off x="13705080" y="2324100"/>
            <a:ext cx="4123358" cy="2537925"/>
          </a:xfrm>
          <a:prstGeom prst="rect">
            <a:avLst/>
          </a:prstGeom>
          <a:noFill/>
          <a:ln>
            <a:noFill/>
          </a:ln>
        </p:spPr>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grey Col White Background">
  <p:cSld name="3 grey Col White Background">
    <p:spTree>
      <p:nvGrpSpPr>
        <p:cNvPr id="173" name="Shape 173"/>
        <p:cNvGrpSpPr/>
        <p:nvPr/>
      </p:nvGrpSpPr>
      <p:grpSpPr>
        <a:xfrm>
          <a:off x="0" y="0"/>
          <a:ext cx="0" cy="0"/>
          <a:chOff x="0" y="0"/>
          <a:chExt cx="0" cy="0"/>
        </a:xfrm>
      </p:grpSpPr>
      <p:sp>
        <p:nvSpPr>
          <p:cNvPr id="174" name="Google Shape;174;p16"/>
          <p:cNvSpPr/>
          <p:nvPr/>
        </p:nvSpPr>
        <p:spPr>
          <a:xfrm>
            <a:off x="12367839" y="2324100"/>
            <a:ext cx="5378228" cy="7467600"/>
          </a:xfrm>
          <a:prstGeom prst="rect">
            <a:avLst/>
          </a:prstGeom>
          <a:solidFill>
            <a:srgbClr val="E5E5E8"/>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5" name="Google Shape;175;p16"/>
          <p:cNvSpPr/>
          <p:nvPr/>
        </p:nvSpPr>
        <p:spPr>
          <a:xfrm>
            <a:off x="533400" y="2324100"/>
            <a:ext cx="5378228" cy="7467600"/>
          </a:xfrm>
          <a:prstGeom prst="rect">
            <a:avLst/>
          </a:prstGeom>
          <a:solidFill>
            <a:srgbClr val="E5E5E8"/>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6" name="Google Shape;176;p16"/>
          <p:cNvSpPr/>
          <p:nvPr/>
        </p:nvSpPr>
        <p:spPr>
          <a:xfrm>
            <a:off x="6454439" y="2324100"/>
            <a:ext cx="5378228" cy="7467600"/>
          </a:xfrm>
          <a:prstGeom prst="rect">
            <a:avLst/>
          </a:prstGeom>
          <a:solidFill>
            <a:srgbClr val="E5E5E8"/>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77" name="Google Shape;177;p16"/>
          <p:cNvSpPr/>
          <p:nvPr>
            <p:ph idx="2" type="pic"/>
          </p:nvPr>
        </p:nvSpPr>
        <p:spPr>
          <a:xfrm>
            <a:off x="533400" y="2324100"/>
            <a:ext cx="5378227" cy="2537925"/>
          </a:xfrm>
          <a:prstGeom prst="rect">
            <a:avLst/>
          </a:prstGeom>
          <a:noFill/>
          <a:ln>
            <a:noFill/>
          </a:ln>
        </p:spPr>
      </p:sp>
      <p:sp>
        <p:nvSpPr>
          <p:cNvPr id="178" name="Google Shape;178;p16"/>
          <p:cNvSpPr/>
          <p:nvPr>
            <p:ph idx="3" type="pic"/>
          </p:nvPr>
        </p:nvSpPr>
        <p:spPr>
          <a:xfrm>
            <a:off x="6445027" y="2324100"/>
            <a:ext cx="5378228" cy="2537925"/>
          </a:xfrm>
          <a:prstGeom prst="rect">
            <a:avLst/>
          </a:prstGeom>
          <a:noFill/>
          <a:ln>
            <a:noFill/>
          </a:ln>
        </p:spPr>
      </p:sp>
      <p:sp>
        <p:nvSpPr>
          <p:cNvPr id="179" name="Google Shape;179;p16"/>
          <p:cNvSpPr/>
          <p:nvPr>
            <p:ph idx="4" type="pic"/>
          </p:nvPr>
        </p:nvSpPr>
        <p:spPr>
          <a:xfrm>
            <a:off x="12377251" y="2324100"/>
            <a:ext cx="5359404" cy="2537925"/>
          </a:xfrm>
          <a:prstGeom prst="rect">
            <a:avLst/>
          </a:prstGeom>
          <a:noFill/>
          <a:ln>
            <a:noFill/>
          </a:ln>
        </p:spPr>
      </p:sp>
      <p:sp>
        <p:nvSpPr>
          <p:cNvPr id="180" name="Google Shape;180;p16"/>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81" name="Google Shape;181;p16"/>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grey Col White Background">
  <p:cSld name="2 grey Col White Background">
    <p:spTree>
      <p:nvGrpSpPr>
        <p:cNvPr id="182" name="Shape 182"/>
        <p:cNvGrpSpPr/>
        <p:nvPr/>
      </p:nvGrpSpPr>
      <p:grpSpPr>
        <a:xfrm>
          <a:off x="0" y="0"/>
          <a:ext cx="0" cy="0"/>
          <a:chOff x="0" y="0"/>
          <a:chExt cx="0" cy="0"/>
        </a:xfrm>
      </p:grpSpPr>
      <p:sp>
        <p:nvSpPr>
          <p:cNvPr id="183" name="Google Shape;183;p17"/>
          <p:cNvSpPr/>
          <p:nvPr/>
        </p:nvSpPr>
        <p:spPr>
          <a:xfrm>
            <a:off x="12367839" y="2324100"/>
            <a:ext cx="5378228" cy="7467600"/>
          </a:xfrm>
          <a:prstGeom prst="rect">
            <a:avLst/>
          </a:prstGeom>
          <a:solidFill>
            <a:srgbClr val="E5E5E8"/>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4" name="Google Shape;184;p17"/>
          <p:cNvSpPr/>
          <p:nvPr/>
        </p:nvSpPr>
        <p:spPr>
          <a:xfrm>
            <a:off x="533400" y="2324100"/>
            <a:ext cx="11430000" cy="7467600"/>
          </a:xfrm>
          <a:prstGeom prst="rect">
            <a:avLst/>
          </a:prstGeom>
          <a:solidFill>
            <a:srgbClr val="E5E5E8"/>
          </a:solidFill>
          <a:ln>
            <a:noFill/>
          </a:ln>
          <a:effectLst>
            <a:outerShdw blurRad="88900" rotWithShape="0" algn="tl" dir="2700000" dist="38100">
              <a:srgbClr val="000000">
                <a:alpha val="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85" name="Google Shape;185;p17"/>
          <p:cNvSpPr/>
          <p:nvPr>
            <p:ph idx="2" type="pic"/>
          </p:nvPr>
        </p:nvSpPr>
        <p:spPr>
          <a:xfrm>
            <a:off x="533400" y="2324100"/>
            <a:ext cx="11430000" cy="2537925"/>
          </a:xfrm>
          <a:prstGeom prst="rect">
            <a:avLst/>
          </a:prstGeom>
          <a:noFill/>
          <a:ln>
            <a:noFill/>
          </a:ln>
        </p:spPr>
      </p:sp>
      <p:sp>
        <p:nvSpPr>
          <p:cNvPr id="186" name="Google Shape;186;p17"/>
          <p:cNvSpPr/>
          <p:nvPr>
            <p:ph idx="3" type="pic"/>
          </p:nvPr>
        </p:nvSpPr>
        <p:spPr>
          <a:xfrm>
            <a:off x="12377251" y="2324100"/>
            <a:ext cx="5359404" cy="2537925"/>
          </a:xfrm>
          <a:prstGeom prst="rect">
            <a:avLst/>
          </a:prstGeom>
          <a:noFill/>
          <a:ln>
            <a:noFill/>
          </a:ln>
        </p:spPr>
      </p:sp>
      <p:sp>
        <p:nvSpPr>
          <p:cNvPr id="187" name="Google Shape;187;p17"/>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88" name="Google Shape;188;p17"/>
          <p:cNvSpPr txBox="1"/>
          <p:nvPr>
            <p:ph idx="4"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mages">
  <p:cSld name="4 images">
    <p:spTree>
      <p:nvGrpSpPr>
        <p:cNvPr id="189" name="Shape 189"/>
        <p:cNvGrpSpPr/>
        <p:nvPr/>
      </p:nvGrpSpPr>
      <p:grpSpPr>
        <a:xfrm>
          <a:off x="0" y="0"/>
          <a:ext cx="0" cy="0"/>
          <a:chOff x="0" y="0"/>
          <a:chExt cx="0" cy="0"/>
        </a:xfrm>
      </p:grpSpPr>
      <p:sp>
        <p:nvSpPr>
          <p:cNvPr id="190" name="Google Shape;190;p18"/>
          <p:cNvSpPr/>
          <p:nvPr>
            <p:ph idx="2" type="pic"/>
          </p:nvPr>
        </p:nvSpPr>
        <p:spPr>
          <a:xfrm>
            <a:off x="533400" y="1994640"/>
            <a:ext cx="8280000" cy="3563123"/>
          </a:xfrm>
          <a:prstGeom prst="rect">
            <a:avLst/>
          </a:prstGeom>
          <a:noFill/>
          <a:ln>
            <a:noFill/>
          </a:ln>
        </p:spPr>
      </p:sp>
      <p:sp>
        <p:nvSpPr>
          <p:cNvPr id="191" name="Google Shape;191;p18"/>
          <p:cNvSpPr/>
          <p:nvPr>
            <p:ph idx="3" type="pic"/>
          </p:nvPr>
        </p:nvSpPr>
        <p:spPr>
          <a:xfrm>
            <a:off x="9462569" y="1994640"/>
            <a:ext cx="8280000" cy="3563123"/>
          </a:xfrm>
          <a:prstGeom prst="rect">
            <a:avLst/>
          </a:prstGeom>
          <a:noFill/>
          <a:ln>
            <a:noFill/>
          </a:ln>
        </p:spPr>
      </p:sp>
      <p:sp>
        <p:nvSpPr>
          <p:cNvPr id="192" name="Google Shape;192;p18"/>
          <p:cNvSpPr/>
          <p:nvPr>
            <p:ph idx="4" type="pic"/>
          </p:nvPr>
        </p:nvSpPr>
        <p:spPr>
          <a:xfrm>
            <a:off x="533400" y="6210300"/>
            <a:ext cx="8280000" cy="3563123"/>
          </a:xfrm>
          <a:prstGeom prst="rect">
            <a:avLst/>
          </a:prstGeom>
          <a:noFill/>
          <a:ln>
            <a:noFill/>
          </a:ln>
        </p:spPr>
      </p:sp>
      <p:sp>
        <p:nvSpPr>
          <p:cNvPr id="193" name="Google Shape;193;p18"/>
          <p:cNvSpPr/>
          <p:nvPr>
            <p:ph idx="5" type="pic"/>
          </p:nvPr>
        </p:nvSpPr>
        <p:spPr>
          <a:xfrm>
            <a:off x="9462569" y="6210300"/>
            <a:ext cx="8280000" cy="3563123"/>
          </a:xfrm>
          <a:prstGeom prst="rect">
            <a:avLst/>
          </a:prstGeom>
          <a:noFill/>
          <a:ln>
            <a:noFill/>
          </a:ln>
        </p:spPr>
      </p:sp>
      <p:sp>
        <p:nvSpPr>
          <p:cNvPr id="194" name="Google Shape;194;p18"/>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95" name="Google Shape;195;p18"/>
          <p:cNvSpPr txBox="1"/>
          <p:nvPr>
            <p:ph idx="6"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Grey Background">
  <p:cSld name="3 Images Grey Background">
    <p:spTree>
      <p:nvGrpSpPr>
        <p:cNvPr id="196" name="Shape 196"/>
        <p:cNvGrpSpPr/>
        <p:nvPr/>
      </p:nvGrpSpPr>
      <p:grpSpPr>
        <a:xfrm>
          <a:off x="0" y="0"/>
          <a:ext cx="0" cy="0"/>
          <a:chOff x="0" y="0"/>
          <a:chExt cx="0" cy="0"/>
        </a:xfrm>
      </p:grpSpPr>
      <p:sp>
        <p:nvSpPr>
          <p:cNvPr id="197" name="Google Shape;197;p19"/>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198" name="Google Shape;198;p19"/>
          <p:cNvSpPr/>
          <p:nvPr>
            <p:ph idx="2" type="pic"/>
          </p:nvPr>
        </p:nvSpPr>
        <p:spPr>
          <a:xfrm>
            <a:off x="565372" y="2211857"/>
            <a:ext cx="5330102" cy="7624494"/>
          </a:xfrm>
          <a:prstGeom prst="rect">
            <a:avLst/>
          </a:prstGeom>
          <a:noFill/>
          <a:ln>
            <a:noFill/>
          </a:ln>
        </p:spPr>
      </p:sp>
      <p:sp>
        <p:nvSpPr>
          <p:cNvPr id="199" name="Google Shape;199;p19"/>
          <p:cNvSpPr/>
          <p:nvPr>
            <p:ph idx="3" type="pic"/>
          </p:nvPr>
        </p:nvSpPr>
        <p:spPr>
          <a:xfrm>
            <a:off x="6475105" y="2211857"/>
            <a:ext cx="5330102" cy="7624494"/>
          </a:xfrm>
          <a:prstGeom prst="rect">
            <a:avLst/>
          </a:prstGeom>
          <a:noFill/>
          <a:ln>
            <a:noFill/>
          </a:ln>
        </p:spPr>
      </p:sp>
      <p:sp>
        <p:nvSpPr>
          <p:cNvPr id="200" name="Google Shape;200;p19"/>
          <p:cNvSpPr/>
          <p:nvPr>
            <p:ph idx="4" type="pic"/>
          </p:nvPr>
        </p:nvSpPr>
        <p:spPr>
          <a:xfrm>
            <a:off x="12384838" y="2211857"/>
            <a:ext cx="5330102" cy="7624494"/>
          </a:xfrm>
          <a:prstGeom prst="rect">
            <a:avLst/>
          </a:prstGeom>
          <a:noFill/>
          <a:ln>
            <a:noFill/>
          </a:ln>
        </p:spPr>
      </p:sp>
      <p:sp>
        <p:nvSpPr>
          <p:cNvPr id="201" name="Google Shape;201;p19"/>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2" name="Google Shape;202;p19"/>
          <p:cNvSpPr txBox="1"/>
          <p:nvPr>
            <p:ph idx="5"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s Grey Background">
  <p:cSld name="2 Images Grey Background">
    <p:spTree>
      <p:nvGrpSpPr>
        <p:cNvPr id="203" name="Shape 203"/>
        <p:cNvGrpSpPr/>
        <p:nvPr/>
      </p:nvGrpSpPr>
      <p:grpSpPr>
        <a:xfrm>
          <a:off x="0" y="0"/>
          <a:ext cx="0" cy="0"/>
          <a:chOff x="0" y="0"/>
          <a:chExt cx="0" cy="0"/>
        </a:xfrm>
      </p:grpSpPr>
      <p:sp>
        <p:nvSpPr>
          <p:cNvPr id="204" name="Google Shape;204;p20"/>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205" name="Google Shape;205;p20"/>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6" name="Google Shape;206;p20"/>
          <p:cNvSpPr txBox="1"/>
          <p:nvPr>
            <p:ph idx="2"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7" name="Google Shape;207;p20"/>
          <p:cNvSpPr/>
          <p:nvPr>
            <p:ph idx="3" type="pic"/>
          </p:nvPr>
        </p:nvSpPr>
        <p:spPr>
          <a:xfrm>
            <a:off x="9288458" y="2211857"/>
            <a:ext cx="8426228" cy="7624494"/>
          </a:xfrm>
          <a:prstGeom prst="rect">
            <a:avLst/>
          </a:prstGeom>
          <a:noFill/>
          <a:ln>
            <a:noFill/>
          </a:ln>
        </p:spPr>
      </p:sp>
      <p:sp>
        <p:nvSpPr>
          <p:cNvPr id="208" name="Google Shape;208;p20"/>
          <p:cNvSpPr/>
          <p:nvPr>
            <p:ph idx="4" type="pic"/>
          </p:nvPr>
        </p:nvSpPr>
        <p:spPr>
          <a:xfrm>
            <a:off x="594401" y="2211857"/>
            <a:ext cx="8426228" cy="7624494"/>
          </a:xfrm>
          <a:prstGeom prst="rect">
            <a:avLst/>
          </a:prstGeom>
          <a:noFill/>
          <a:ln>
            <a:noFill/>
          </a:ln>
        </p:spPr>
      </p:sp>
    </p:spTree>
  </p:cSld>
  <p:clrMapOvr>
    <a:masterClrMapping/>
  </p:clrMapOvr>
  <mc:AlternateContent>
    <mc:Choice Requires="p14">
      <p:transition spd="slow" p14:dur="2500">
        <p14:flip dir="l"/>
      </p:transition>
    </mc:Choice>
    <mc:Fallback>
      <p:transition spd="slow">
        <p:fade/>
      </p:transition>
    </mc:Fallback>
  </mc:AlternateContent>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Image Grey Background">
  <p:cSld name="Right Image Grey Background">
    <p:spTree>
      <p:nvGrpSpPr>
        <p:cNvPr id="209" name="Shape 209"/>
        <p:cNvGrpSpPr/>
        <p:nvPr/>
      </p:nvGrpSpPr>
      <p:grpSpPr>
        <a:xfrm>
          <a:off x="0" y="0"/>
          <a:ext cx="0" cy="0"/>
          <a:chOff x="0" y="0"/>
          <a:chExt cx="0" cy="0"/>
        </a:xfrm>
      </p:grpSpPr>
      <p:sp>
        <p:nvSpPr>
          <p:cNvPr id="210" name="Google Shape;210;p21"/>
          <p:cNvSpPr/>
          <p:nvPr/>
        </p:nvSpPr>
        <p:spPr>
          <a:xfrm>
            <a:off x="0" y="1456628"/>
            <a:ext cx="18288000" cy="8830374"/>
          </a:xfrm>
          <a:prstGeom prst="rect">
            <a:avLst/>
          </a:prstGeom>
          <a:solidFill>
            <a:srgbClr val="E5E5E8"/>
          </a:solidFill>
          <a:ln>
            <a:noFill/>
          </a:ln>
        </p:spPr>
        <p:txBody>
          <a:bodyPr anchorCtr="0" anchor="ctr" bIns="45700" lIns="144000" spcFirstLastPara="1" rIns="144000"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F07559"/>
              </a:solidFill>
              <a:latin typeface="Arial"/>
              <a:ea typeface="Arial"/>
              <a:cs typeface="Arial"/>
              <a:sym typeface="Arial"/>
            </a:endParaRPr>
          </a:p>
        </p:txBody>
      </p:sp>
      <p:sp>
        <p:nvSpPr>
          <p:cNvPr id="211" name="Google Shape;211;p21"/>
          <p:cNvSpPr/>
          <p:nvPr>
            <p:ph idx="2" type="pic"/>
          </p:nvPr>
        </p:nvSpPr>
        <p:spPr>
          <a:xfrm>
            <a:off x="12173840" y="1898449"/>
            <a:ext cx="5606829" cy="7969451"/>
          </a:xfrm>
          <a:prstGeom prst="rect">
            <a:avLst/>
          </a:prstGeom>
          <a:noFill/>
          <a:ln>
            <a:noFill/>
          </a:ln>
        </p:spPr>
      </p:sp>
      <p:sp>
        <p:nvSpPr>
          <p:cNvPr id="212" name="Google Shape;212;p21"/>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13" name="Google Shape;213;p21"/>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2500">
        <p14:flip dir="l"/>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 Agenda">
  <p:cSld name="Full Image - Agenda">
    <p:spTree>
      <p:nvGrpSpPr>
        <p:cNvPr id="214" name="Shape 214"/>
        <p:cNvGrpSpPr/>
        <p:nvPr/>
      </p:nvGrpSpPr>
      <p:grpSpPr>
        <a:xfrm>
          <a:off x="0" y="0"/>
          <a:ext cx="0" cy="0"/>
          <a:chOff x="0" y="0"/>
          <a:chExt cx="0" cy="0"/>
        </a:xfrm>
      </p:grpSpPr>
      <p:sp>
        <p:nvSpPr>
          <p:cNvPr id="215" name="Google Shape;215;p22"/>
          <p:cNvSpPr/>
          <p:nvPr>
            <p:ph idx="2" type="pic"/>
          </p:nvPr>
        </p:nvSpPr>
        <p:spPr>
          <a:xfrm>
            <a:off x="0" y="1409700"/>
            <a:ext cx="18288000" cy="8877301"/>
          </a:xfrm>
          <a:prstGeom prst="rect">
            <a:avLst/>
          </a:prstGeom>
          <a:noFill/>
          <a:ln>
            <a:noFill/>
          </a:ln>
        </p:spPr>
      </p:sp>
      <p:sp>
        <p:nvSpPr>
          <p:cNvPr id="216" name="Google Shape;216;p22"/>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17" name="Google Shape;217;p22"/>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Ref Projet">
  <p:cSld name="1_Ref Projet">
    <p:spTree>
      <p:nvGrpSpPr>
        <p:cNvPr id="218" name="Shape 218"/>
        <p:cNvGrpSpPr/>
        <p:nvPr/>
      </p:nvGrpSpPr>
      <p:grpSpPr>
        <a:xfrm>
          <a:off x="0" y="0"/>
          <a:ext cx="0" cy="0"/>
          <a:chOff x="0" y="0"/>
          <a:chExt cx="0" cy="0"/>
        </a:xfrm>
      </p:grpSpPr>
      <p:sp>
        <p:nvSpPr>
          <p:cNvPr id="219" name="Google Shape;219;p23"/>
          <p:cNvSpPr/>
          <p:nvPr>
            <p:ph idx="2" type="pic"/>
          </p:nvPr>
        </p:nvSpPr>
        <p:spPr>
          <a:xfrm>
            <a:off x="559317" y="1857090"/>
            <a:ext cx="3948541" cy="3006096"/>
          </a:xfrm>
          <a:prstGeom prst="rect">
            <a:avLst/>
          </a:prstGeom>
          <a:noFill/>
          <a:ln>
            <a:noFill/>
          </a:ln>
        </p:spPr>
      </p:sp>
      <p:sp>
        <p:nvSpPr>
          <p:cNvPr id="220" name="Google Shape;220;p23"/>
          <p:cNvSpPr txBox="1"/>
          <p:nvPr>
            <p:ph idx="1" type="body"/>
          </p:nvPr>
        </p:nvSpPr>
        <p:spPr>
          <a:xfrm>
            <a:off x="1562595" y="202481"/>
            <a:ext cx="14404763" cy="5214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043962"/>
              </a:buClr>
              <a:buSzPts val="3600"/>
              <a:buFont typeface="Arial"/>
              <a:buNone/>
              <a:defRPr b="1" i="0" sz="3600" u="none" cap="none" strike="noStrike">
                <a:solidFill>
                  <a:srgbClr val="043962"/>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21" name="Google Shape;221;p23"/>
          <p:cNvSpPr txBox="1"/>
          <p:nvPr>
            <p:ph idx="3" type="body"/>
          </p:nvPr>
        </p:nvSpPr>
        <p:spPr>
          <a:xfrm>
            <a:off x="1562595" y="896881"/>
            <a:ext cx="14404763" cy="512819"/>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chemeClr val="lt1"/>
              </a:buClr>
              <a:buSzPts val="2400"/>
              <a:buFont typeface="Arial"/>
              <a:buNone/>
              <a:defRPr b="1" i="0" sz="24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22" name="Google Shape;222;p23"/>
          <p:cNvSpPr/>
          <p:nvPr/>
        </p:nvSpPr>
        <p:spPr>
          <a:xfrm flipH="1" rot="10800000">
            <a:off x="13715998"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23" name="Google Shape;223;p23"/>
          <p:cNvSpPr/>
          <p:nvPr/>
        </p:nvSpPr>
        <p:spPr>
          <a:xfrm flipH="1" rot="10800000">
            <a:off x="11557414" y="1456622"/>
            <a:ext cx="215506" cy="8856000"/>
          </a:xfrm>
          <a:prstGeom prst="rect">
            <a:avLst/>
          </a:prstGeom>
          <a:solidFill>
            <a:srgbClr val="E5E5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24" name="Google Shape;224;p23"/>
          <p:cNvSpPr txBox="1"/>
          <p:nvPr/>
        </p:nvSpPr>
        <p:spPr>
          <a:xfrm>
            <a:off x="13944600" y="2820928"/>
            <a:ext cx="4356496" cy="393435"/>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dk1"/>
              </a:buClr>
              <a:buSzPts val="2400"/>
              <a:buFont typeface="Calibri"/>
              <a:buNone/>
            </a:pPr>
            <a:r>
              <a:rPr b="1" i="0" lang="fr-FR" sz="2400" u="none" cap="none" strike="noStrike">
                <a:solidFill>
                  <a:schemeClr val="dk1"/>
                </a:solidFill>
                <a:latin typeface="Calibri"/>
                <a:ea typeface="Calibri"/>
                <a:cs typeface="Calibri"/>
                <a:sym typeface="Calibri"/>
              </a:rPr>
              <a:t>VALEUR AJOUTÉE</a:t>
            </a:r>
            <a:endParaRPr b="0" i="0" sz="1400" u="none" cap="none" strike="noStrike">
              <a:solidFill>
                <a:srgbClr val="000000"/>
              </a:solidFill>
              <a:latin typeface="Arial"/>
              <a:ea typeface="Arial"/>
              <a:cs typeface="Arial"/>
              <a:sym typeface="Arial"/>
            </a:endParaRPr>
          </a:p>
        </p:txBody>
      </p:sp>
      <p:sp>
        <p:nvSpPr>
          <p:cNvPr id="225" name="Google Shape;225;p23"/>
          <p:cNvSpPr txBox="1"/>
          <p:nvPr/>
        </p:nvSpPr>
        <p:spPr>
          <a:xfrm>
            <a:off x="554240" y="5197970"/>
            <a:ext cx="3970742" cy="42432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CONTEXTE</a:t>
            </a:r>
            <a:endParaRPr b="0" i="0" sz="1400" u="none" cap="none" strike="noStrike">
              <a:solidFill>
                <a:srgbClr val="000000"/>
              </a:solidFill>
              <a:latin typeface="Arial"/>
              <a:ea typeface="Arial"/>
              <a:cs typeface="Arial"/>
              <a:sym typeface="Arial"/>
            </a:endParaRPr>
          </a:p>
        </p:txBody>
      </p:sp>
      <p:sp>
        <p:nvSpPr>
          <p:cNvPr id="226" name="Google Shape;226;p23"/>
          <p:cNvSpPr/>
          <p:nvPr/>
        </p:nvSpPr>
        <p:spPr>
          <a:xfrm rot="5400000">
            <a:off x="13330339" y="2090275"/>
            <a:ext cx="1143001" cy="550272"/>
          </a:xfrm>
          <a:prstGeom prst="triangle">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227" name="Google Shape;227;p23"/>
          <p:cNvSpPr/>
          <p:nvPr/>
        </p:nvSpPr>
        <p:spPr>
          <a:xfrm flipH="1" rot="10800000">
            <a:off x="11763586" y="1456620"/>
            <a:ext cx="1952411" cy="885599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grpSp>
        <p:nvGrpSpPr>
          <p:cNvPr id="228" name="Google Shape;228;p23"/>
          <p:cNvGrpSpPr/>
          <p:nvPr/>
        </p:nvGrpSpPr>
        <p:grpSpPr>
          <a:xfrm>
            <a:off x="12193571" y="5895686"/>
            <a:ext cx="1065370" cy="1065370"/>
            <a:chOff x="16536830" y="1845872"/>
            <a:chExt cx="1065370" cy="1065370"/>
          </a:xfrm>
        </p:grpSpPr>
        <p:sp>
          <p:nvSpPr>
            <p:cNvPr id="229" name="Google Shape;229;p23"/>
            <p:cNvSpPr/>
            <p:nvPr/>
          </p:nvSpPr>
          <p:spPr>
            <a:xfrm>
              <a:off x="1653683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30" name="Google Shape;230;p23"/>
            <p:cNvPicPr preferRelativeResize="0"/>
            <p:nvPr/>
          </p:nvPicPr>
          <p:blipFill rotWithShape="1">
            <a:blip r:embed="rId2">
              <a:alphaModFix/>
            </a:blip>
            <a:srcRect b="0" l="0" r="0" t="0"/>
            <a:stretch/>
          </p:blipFill>
          <p:spPr>
            <a:xfrm>
              <a:off x="16730018" y="2053039"/>
              <a:ext cx="648000" cy="648000"/>
            </a:xfrm>
            <a:prstGeom prst="rect">
              <a:avLst/>
            </a:prstGeom>
            <a:noFill/>
            <a:ln>
              <a:noFill/>
            </a:ln>
          </p:spPr>
        </p:pic>
      </p:grpSp>
      <p:grpSp>
        <p:nvGrpSpPr>
          <p:cNvPr id="231" name="Google Shape;231;p23"/>
          <p:cNvGrpSpPr/>
          <p:nvPr/>
        </p:nvGrpSpPr>
        <p:grpSpPr>
          <a:xfrm>
            <a:off x="12193571" y="3839969"/>
            <a:ext cx="1065370" cy="1065370"/>
            <a:chOff x="15011400" y="1845872"/>
            <a:chExt cx="1065370" cy="1065370"/>
          </a:xfrm>
        </p:grpSpPr>
        <p:sp>
          <p:nvSpPr>
            <p:cNvPr id="232" name="Google Shape;232;p23"/>
            <p:cNvSpPr/>
            <p:nvPr/>
          </p:nvSpPr>
          <p:spPr>
            <a:xfrm>
              <a:off x="15011400"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33" name="Google Shape;233;p23"/>
            <p:cNvPicPr preferRelativeResize="0"/>
            <p:nvPr/>
          </p:nvPicPr>
          <p:blipFill rotWithShape="1">
            <a:blip r:embed="rId3">
              <a:alphaModFix/>
            </a:blip>
            <a:srcRect b="0" l="0" r="0" t="0"/>
            <a:stretch/>
          </p:blipFill>
          <p:spPr>
            <a:xfrm flipH="1">
              <a:off x="15194693" y="2027399"/>
              <a:ext cx="684000" cy="684000"/>
            </a:xfrm>
            <a:prstGeom prst="rect">
              <a:avLst/>
            </a:prstGeom>
            <a:noFill/>
            <a:ln>
              <a:noFill/>
            </a:ln>
          </p:spPr>
        </p:pic>
      </p:grpSp>
      <p:grpSp>
        <p:nvGrpSpPr>
          <p:cNvPr id="234" name="Google Shape;234;p23"/>
          <p:cNvGrpSpPr/>
          <p:nvPr/>
        </p:nvGrpSpPr>
        <p:grpSpPr>
          <a:xfrm>
            <a:off x="12193571" y="7951402"/>
            <a:ext cx="1065370" cy="1065370"/>
            <a:chOff x="13558142" y="1845872"/>
            <a:chExt cx="1065370" cy="1065370"/>
          </a:xfrm>
        </p:grpSpPr>
        <p:sp>
          <p:nvSpPr>
            <p:cNvPr id="235" name="Google Shape;235;p23"/>
            <p:cNvSpPr/>
            <p:nvPr/>
          </p:nvSpPr>
          <p:spPr>
            <a:xfrm>
              <a:off x="13558142"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36" name="Google Shape;236;p23"/>
            <p:cNvPicPr preferRelativeResize="0"/>
            <p:nvPr/>
          </p:nvPicPr>
          <p:blipFill rotWithShape="1">
            <a:blip r:embed="rId4">
              <a:alphaModFix/>
            </a:blip>
            <a:srcRect b="0" l="0" r="0" t="0"/>
            <a:stretch/>
          </p:blipFill>
          <p:spPr>
            <a:xfrm>
              <a:off x="13765995" y="2072730"/>
              <a:ext cx="680384" cy="680384"/>
            </a:xfrm>
            <a:prstGeom prst="rect">
              <a:avLst/>
            </a:prstGeom>
            <a:noFill/>
            <a:ln>
              <a:noFill/>
            </a:ln>
          </p:spPr>
        </p:pic>
      </p:grpSp>
      <p:grpSp>
        <p:nvGrpSpPr>
          <p:cNvPr id="237" name="Google Shape;237;p23"/>
          <p:cNvGrpSpPr/>
          <p:nvPr/>
        </p:nvGrpSpPr>
        <p:grpSpPr>
          <a:xfrm>
            <a:off x="12193571" y="1784252"/>
            <a:ext cx="1065370" cy="1065370"/>
            <a:chOff x="12027516" y="1845872"/>
            <a:chExt cx="1065370" cy="1065370"/>
          </a:xfrm>
        </p:grpSpPr>
        <p:sp>
          <p:nvSpPr>
            <p:cNvPr id="238" name="Google Shape;238;p23"/>
            <p:cNvSpPr/>
            <p:nvPr/>
          </p:nvSpPr>
          <p:spPr>
            <a:xfrm>
              <a:off x="12027516" y="1845872"/>
              <a:ext cx="1065370" cy="106537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239" name="Google Shape;239;p23"/>
            <p:cNvPicPr preferRelativeResize="0"/>
            <p:nvPr/>
          </p:nvPicPr>
          <p:blipFill rotWithShape="1">
            <a:blip r:embed="rId5">
              <a:alphaModFix/>
            </a:blip>
            <a:srcRect b="0" l="0" r="0" t="0"/>
            <a:stretch/>
          </p:blipFill>
          <p:spPr>
            <a:xfrm>
              <a:off x="12195083" y="1976776"/>
              <a:ext cx="724263" cy="724263"/>
            </a:xfrm>
            <a:prstGeom prst="rect">
              <a:avLst/>
            </a:prstGeom>
            <a:noFill/>
            <a:ln>
              <a:noFill/>
            </a:ln>
          </p:spPr>
        </p:pic>
      </p:grpSp>
      <p:sp>
        <p:nvSpPr>
          <p:cNvPr id="240" name="Google Shape;240;p23"/>
          <p:cNvSpPr txBox="1"/>
          <p:nvPr/>
        </p:nvSpPr>
        <p:spPr>
          <a:xfrm>
            <a:off x="4992080" y="1790700"/>
            <a:ext cx="6391794" cy="474134"/>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RÉALISATIONS ALTEN</a:t>
            </a:r>
            <a:endParaRPr b="0" i="0" sz="1400" u="none" cap="none" strike="noStrike">
              <a:solidFill>
                <a:srgbClr val="000000"/>
              </a:solidFill>
              <a:latin typeface="Arial"/>
              <a:ea typeface="Arial"/>
              <a:cs typeface="Arial"/>
              <a:sym typeface="Arial"/>
            </a:endParaRPr>
          </a:p>
        </p:txBody>
      </p:sp>
      <p:sp>
        <p:nvSpPr>
          <p:cNvPr id="241" name="Google Shape;241;p23"/>
          <p:cNvSpPr txBox="1"/>
          <p:nvPr/>
        </p:nvSpPr>
        <p:spPr>
          <a:xfrm>
            <a:off x="4992080" y="7021941"/>
            <a:ext cx="5606562" cy="457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STANDARDS &amp; OUTILS</a:t>
            </a:r>
            <a:endParaRPr b="0" i="0" sz="1400" u="none" cap="none" strike="noStrike">
              <a:solidFill>
                <a:srgbClr val="000000"/>
              </a:solidFill>
              <a:latin typeface="Arial"/>
              <a:ea typeface="Arial"/>
              <a:cs typeface="Arial"/>
              <a:sym typeface="Arial"/>
            </a:endParaRPr>
          </a:p>
        </p:txBody>
      </p:sp>
      <p:cxnSp>
        <p:nvCxnSpPr>
          <p:cNvPr id="242" name="Google Shape;242;p23"/>
          <p:cNvCxnSpPr/>
          <p:nvPr/>
        </p:nvCxnSpPr>
        <p:spPr>
          <a:xfrm>
            <a:off x="4819290" y="1813042"/>
            <a:ext cx="0" cy="8066273"/>
          </a:xfrm>
          <a:prstGeom prst="straightConnector1">
            <a:avLst/>
          </a:prstGeom>
          <a:noFill/>
          <a:ln cap="flat" cmpd="sng" w="19050">
            <a:solidFill>
              <a:srgbClr val="E5E5E8"/>
            </a:solidFill>
            <a:prstDash val="solid"/>
            <a:miter lim="800000"/>
            <a:headEnd len="sm" w="sm" type="none"/>
            <a:tailEnd len="sm" w="sm" type="none"/>
          </a:ln>
        </p:spPr>
      </p:cxnSp>
      <p:sp>
        <p:nvSpPr>
          <p:cNvPr id="243" name="Google Shape;243;p23"/>
          <p:cNvSpPr txBox="1"/>
          <p:nvPr/>
        </p:nvSpPr>
        <p:spPr>
          <a:xfrm>
            <a:off x="14136648" y="2019300"/>
            <a:ext cx="4151352" cy="697414"/>
          </a:xfrm>
          <a:prstGeom prst="rect">
            <a:avLst/>
          </a:prstGeom>
          <a:noFill/>
          <a:ln>
            <a:noFill/>
          </a:ln>
        </p:spPr>
        <p:txBody>
          <a:bodyPr anchorCtr="0" anchor="t" bIns="45700" lIns="90000" spcFirstLastPara="1" rIns="91425" wrap="square" tIns="45700">
            <a:noAutofit/>
          </a:bodyPr>
          <a:lstStyle/>
          <a:p>
            <a:pPr indent="0" lvl="0" marL="0" marR="0" rtl="0" algn="ctr">
              <a:lnSpc>
                <a:spcPct val="90000"/>
              </a:lnSpc>
              <a:spcBef>
                <a:spcPts val="0"/>
              </a:spcBef>
              <a:spcAft>
                <a:spcPts val="0"/>
              </a:spcAft>
              <a:buClr>
                <a:schemeClr val="accent4"/>
              </a:buClr>
              <a:buSzPts val="6400"/>
              <a:buFont typeface="Calibri"/>
              <a:buNone/>
            </a:pPr>
            <a:r>
              <a:rPr b="1" i="0" lang="fr-FR" sz="6400" u="none" cap="none" strike="noStrike">
                <a:solidFill>
                  <a:schemeClr val="accent4"/>
                </a:solidFill>
                <a:latin typeface="Calibri"/>
                <a:ea typeface="Calibri"/>
                <a:cs typeface="Calibri"/>
                <a:sym typeface="Calibri"/>
              </a:rPr>
              <a:t>ALTEN</a:t>
            </a:r>
            <a:endParaRPr b="1" i="0" sz="6400" u="none" cap="none" strike="noStrike">
              <a:solidFill>
                <a:schemeClr val="dk1"/>
              </a:solidFill>
              <a:latin typeface="Calibri"/>
              <a:ea typeface="Calibri"/>
              <a:cs typeface="Calibri"/>
              <a:sym typeface="Calibri"/>
            </a:endParaRPr>
          </a:p>
        </p:txBody>
      </p:sp>
      <p:sp>
        <p:nvSpPr>
          <p:cNvPr id="244" name="Google Shape;244;p23"/>
          <p:cNvSpPr txBox="1"/>
          <p:nvPr>
            <p:ph idx="4" type="body"/>
          </p:nvPr>
        </p:nvSpPr>
        <p:spPr>
          <a:xfrm>
            <a:off x="5106176" y="2527763"/>
            <a:ext cx="6246094" cy="4293935"/>
          </a:xfrm>
          <a:prstGeom prst="rect">
            <a:avLst/>
          </a:prstGeom>
          <a:noFill/>
          <a:ln>
            <a:noFill/>
          </a:ln>
        </p:spPr>
        <p:txBody>
          <a:bodyPr anchorCtr="0" anchor="t" bIns="144000" lIns="0" spcFirstLastPara="1" rIns="144000" wrap="square" tIns="0">
            <a:noAutofit/>
          </a:bodyPr>
          <a:lstStyle>
            <a:lvl1pPr indent="-400050" lvl="0" marL="457200" marR="0" rtl="0" algn="l">
              <a:lnSpc>
                <a:spcPct val="90000"/>
              </a:lnSpc>
              <a:spcBef>
                <a:spcPts val="800"/>
              </a:spcBef>
              <a:spcAft>
                <a:spcPts val="0"/>
              </a:spcAft>
              <a:buClr>
                <a:srgbClr val="1D94C9"/>
              </a:buClr>
              <a:buSzPts val="2700"/>
              <a:buFont typeface="Arial"/>
              <a:buChar char="•"/>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5" name="Google Shape;245;p23"/>
          <p:cNvSpPr txBox="1"/>
          <p:nvPr>
            <p:ph idx="5" type="body"/>
          </p:nvPr>
        </p:nvSpPr>
        <p:spPr>
          <a:xfrm>
            <a:off x="5106175" y="7735194"/>
            <a:ext cx="6247625" cy="2144121"/>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6" name="Google Shape;246;p23"/>
          <p:cNvSpPr txBox="1"/>
          <p:nvPr>
            <p:ph idx="6" type="body"/>
          </p:nvPr>
        </p:nvSpPr>
        <p:spPr>
          <a:xfrm>
            <a:off x="635585" y="5855290"/>
            <a:ext cx="3872272" cy="4024025"/>
          </a:xfrm>
          <a:prstGeom prst="rect">
            <a:avLst/>
          </a:prstGeom>
          <a:noFill/>
          <a:ln>
            <a:noFill/>
          </a:ln>
        </p:spPr>
        <p:txBody>
          <a:bodyPr anchorCtr="0" anchor="t" bIns="144000" lIns="0" spcFirstLastPara="1" rIns="144000" wrap="square" tIns="0">
            <a:noAutofit/>
          </a:bodyPr>
          <a:lstStyle>
            <a:lvl1pPr indent="-228600" lvl="0" marL="457200" marR="0" rtl="0" algn="l">
              <a:lnSpc>
                <a:spcPct val="90000"/>
              </a:lnSpc>
              <a:spcBef>
                <a:spcPts val="0"/>
              </a:spcBef>
              <a:spcAft>
                <a:spcPts val="0"/>
              </a:spcAft>
              <a:buClr>
                <a:srgbClr val="1D94C9"/>
              </a:buClr>
              <a:buSzPts val="2700"/>
              <a:buFont typeface="Arial"/>
              <a:buNone/>
              <a:defRPr b="0" i="0" sz="18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7" name="Google Shape;247;p23"/>
          <p:cNvSpPr txBox="1"/>
          <p:nvPr>
            <p:ph idx="7" type="body"/>
          </p:nvPr>
        </p:nvSpPr>
        <p:spPr>
          <a:xfrm>
            <a:off x="11779861" y="3009900"/>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8" name="Google Shape;248;p23"/>
          <p:cNvSpPr txBox="1"/>
          <p:nvPr>
            <p:ph idx="8" type="body"/>
          </p:nvPr>
        </p:nvSpPr>
        <p:spPr>
          <a:xfrm>
            <a:off x="11779861" y="5071175"/>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49" name="Google Shape;249;p23"/>
          <p:cNvSpPr txBox="1"/>
          <p:nvPr>
            <p:ph idx="9" type="body"/>
          </p:nvPr>
        </p:nvSpPr>
        <p:spPr>
          <a:xfrm>
            <a:off x="11779861" y="7116951"/>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50" name="Google Shape;250;p23"/>
          <p:cNvSpPr txBox="1"/>
          <p:nvPr>
            <p:ph idx="13" type="body"/>
          </p:nvPr>
        </p:nvSpPr>
        <p:spPr>
          <a:xfrm>
            <a:off x="11779861" y="9178226"/>
            <a:ext cx="1936136" cy="423388"/>
          </a:xfrm>
          <a:prstGeom prst="rect">
            <a:avLst/>
          </a:prstGeom>
          <a:noFill/>
          <a:ln>
            <a:noFill/>
          </a:ln>
        </p:spPr>
        <p:txBody>
          <a:bodyPr anchorCtr="0" anchor="t" bIns="144000" lIns="0" spcFirstLastPara="1" rIns="144000" wrap="square" tIns="0">
            <a:noAutofit/>
          </a:bodyPr>
          <a:lstStyle>
            <a:lvl1pPr indent="-228600" lvl="0" marL="457200" marR="0" rtl="0" algn="ctr">
              <a:lnSpc>
                <a:spcPct val="90000"/>
              </a:lnSpc>
              <a:spcBef>
                <a:spcPts val="0"/>
              </a:spcBef>
              <a:spcAft>
                <a:spcPts val="0"/>
              </a:spcAft>
              <a:buClr>
                <a:srgbClr val="1D94C9"/>
              </a:buClr>
              <a:buSzPts val="2700"/>
              <a:buFont typeface="Arial"/>
              <a:buNone/>
              <a:defRPr b="1" i="0" sz="1800" u="none" cap="none" strike="noStrike">
                <a:solidFill>
                  <a:schemeClr val="lt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51" name="Google Shape;251;p23"/>
          <p:cNvSpPr txBox="1"/>
          <p:nvPr>
            <p:ph idx="14" type="body"/>
          </p:nvPr>
        </p:nvSpPr>
        <p:spPr>
          <a:xfrm>
            <a:off x="14283763" y="3665051"/>
            <a:ext cx="3700340" cy="6388177"/>
          </a:xfrm>
          <a:prstGeom prst="rect">
            <a:avLst/>
          </a:prstGeom>
          <a:noFill/>
          <a:ln>
            <a:noFill/>
          </a:ln>
        </p:spPr>
        <p:txBody>
          <a:bodyPr anchorCtr="0" anchor="t" bIns="144000" lIns="0" spcFirstLastPara="1" rIns="144000" wrap="square" tIns="0">
            <a:noAutofit/>
          </a:bodyPr>
          <a:lstStyle>
            <a:lvl1pPr indent="-419100" lvl="0" marL="457200" marR="0" rtl="0" algn="l">
              <a:lnSpc>
                <a:spcPct val="90000"/>
              </a:lnSpc>
              <a:spcBef>
                <a:spcPts val="1400"/>
              </a:spcBef>
              <a:spcAft>
                <a:spcPts val="0"/>
              </a:spcAft>
              <a:buClr>
                <a:schemeClr val="accent1"/>
              </a:buClr>
              <a:buSzPts val="3000"/>
              <a:buFont typeface="Merriweather Sans"/>
              <a:buChar char="▸"/>
              <a:defRPr b="0" i="0" sz="2000" u="none" cap="none" strike="noStrike">
                <a:solidFill>
                  <a:schemeClr val="dk1"/>
                </a:solidFill>
                <a:latin typeface="Calibri"/>
                <a:ea typeface="Calibri"/>
                <a:cs typeface="Calibri"/>
                <a:sym typeface="Calibri"/>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2.xml"/><Relationship Id="rId22" Type="http://schemas.openxmlformats.org/officeDocument/2006/relationships/slideLayout" Target="../slideLayouts/slideLayout14.xml"/><Relationship Id="rId21" Type="http://schemas.openxmlformats.org/officeDocument/2006/relationships/slideLayout" Target="../slideLayouts/slideLayout13.xml"/><Relationship Id="rId24" Type="http://schemas.openxmlformats.org/officeDocument/2006/relationships/slideLayout" Target="../slideLayouts/slideLayout16.xml"/><Relationship Id="rId23" Type="http://schemas.openxmlformats.org/officeDocument/2006/relationships/slideLayout" Target="../slideLayouts/slideLayout15.xml"/><Relationship Id="rId1" Type="http://schemas.openxmlformats.org/officeDocument/2006/relationships/hyperlink" Target="https://www.linkedin.com/authwall?trk=ripf&amp;trkInfo=AQFrOVGd5j-ehwAAAWY43EZgcCw1zBfYArwe0ANOBGdDgksB7kw2f2UC01E3if66ein-8fMD17fN5KNKVjHZWrLNE8WR9uP5ZFXr9ObmojPKnvvtED2VY3LoLXfdDnIsm1evbk0=&amp;originalReferer=http://www.alten.com/&amp;sessionRedirect=https://www.linkedin.com/company/alten" TargetMode="External"/><Relationship Id="rId2" Type="http://schemas.openxmlformats.org/officeDocument/2006/relationships/image" Target="../media/image8.png"/><Relationship Id="rId3" Type="http://schemas.openxmlformats.org/officeDocument/2006/relationships/hyperlink" Target="https://twitter.com/Alten_france" TargetMode="External"/><Relationship Id="rId4" Type="http://schemas.openxmlformats.org/officeDocument/2006/relationships/image" Target="../media/image12.png"/><Relationship Id="rId9" Type="http://schemas.openxmlformats.org/officeDocument/2006/relationships/slideLayout" Target="../slideLayouts/slideLayout1.xml"/><Relationship Id="rId26" Type="http://schemas.openxmlformats.org/officeDocument/2006/relationships/slideLayout" Target="../slideLayouts/slideLayout18.xml"/><Relationship Id="rId25" Type="http://schemas.openxmlformats.org/officeDocument/2006/relationships/slideLayout" Target="../slideLayouts/slideLayout17.xml"/><Relationship Id="rId28" Type="http://schemas.openxmlformats.org/officeDocument/2006/relationships/slideLayout" Target="../slideLayouts/slideLayout20.xml"/><Relationship Id="rId27" Type="http://schemas.openxmlformats.org/officeDocument/2006/relationships/slideLayout" Target="../slideLayouts/slideLayout19.xml"/><Relationship Id="rId5" Type="http://schemas.openxmlformats.org/officeDocument/2006/relationships/hyperlink" Target="https://www.youtube.com/user/altenfrance" TargetMode="External"/><Relationship Id="rId6" Type="http://schemas.openxmlformats.org/officeDocument/2006/relationships/image" Target="../media/image21.png"/><Relationship Id="rId29" Type="http://schemas.openxmlformats.org/officeDocument/2006/relationships/theme" Target="../theme/theme2.xml"/><Relationship Id="rId7" Type="http://schemas.openxmlformats.org/officeDocument/2006/relationships/hyperlink" Target="http://www.alten.com/" TargetMode="External"/><Relationship Id="rId8" Type="http://schemas.openxmlformats.org/officeDocument/2006/relationships/image" Target="../media/image2.png"/><Relationship Id="rId11" Type="http://schemas.openxmlformats.org/officeDocument/2006/relationships/slideLayout" Target="../slideLayouts/slideLayout3.xml"/><Relationship Id="rId10" Type="http://schemas.openxmlformats.org/officeDocument/2006/relationships/slideLayout" Target="../slideLayouts/slideLayout2.xml"/><Relationship Id="rId13" Type="http://schemas.openxmlformats.org/officeDocument/2006/relationships/slideLayout" Target="../slideLayouts/slideLayout5.xml"/><Relationship Id="rId12" Type="http://schemas.openxmlformats.org/officeDocument/2006/relationships/slideLayout" Target="../slideLayouts/slideLayout4.xml"/><Relationship Id="rId15" Type="http://schemas.openxmlformats.org/officeDocument/2006/relationships/slideLayout" Target="../slideLayouts/slideLayout7.xml"/><Relationship Id="rId14" Type="http://schemas.openxmlformats.org/officeDocument/2006/relationships/slideLayout" Target="../slideLayouts/slideLayout6.xml"/><Relationship Id="rId17" Type="http://schemas.openxmlformats.org/officeDocument/2006/relationships/slideLayout" Target="../slideLayouts/slideLayout9.xml"/><Relationship Id="rId16" Type="http://schemas.openxmlformats.org/officeDocument/2006/relationships/slideLayout" Target="../slideLayouts/slideLayout8.xml"/><Relationship Id="rId19" Type="http://schemas.openxmlformats.org/officeDocument/2006/relationships/slideLayout" Target="../slideLayouts/slideLayout11.xml"/><Relationship Id="rId1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
          <p:cNvSpPr/>
          <p:nvPr/>
        </p:nvSpPr>
        <p:spPr>
          <a:xfrm>
            <a:off x="0" y="896881"/>
            <a:ext cx="18288000" cy="559746"/>
          </a:xfrm>
          <a:prstGeom prst="rect">
            <a:avLst/>
          </a:prstGeom>
          <a:gradFill>
            <a:gsLst>
              <a:gs pos="0">
                <a:srgbClr val="44B2E4"/>
              </a:gs>
              <a:gs pos="100000">
                <a:srgbClr val="1B688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pic>
        <p:nvPicPr>
          <p:cNvPr id="11" name="Google Shape;11;p4">
            <a:hlinkClick r:id="rId1"/>
          </p:cNvPr>
          <p:cNvPicPr preferRelativeResize="0"/>
          <p:nvPr/>
        </p:nvPicPr>
        <p:blipFill rotWithShape="1">
          <a:blip r:embed="rId2">
            <a:alphaModFix/>
          </a:blip>
          <a:srcRect b="0" l="0" r="0" t="0"/>
          <a:stretch/>
        </p:blipFill>
        <p:spPr>
          <a:xfrm>
            <a:off x="17129997" y="369368"/>
            <a:ext cx="192733" cy="192733"/>
          </a:xfrm>
          <a:prstGeom prst="rect">
            <a:avLst/>
          </a:prstGeom>
          <a:noFill/>
          <a:ln>
            <a:noFill/>
          </a:ln>
        </p:spPr>
      </p:pic>
      <p:pic>
        <p:nvPicPr>
          <p:cNvPr id="12" name="Google Shape;12;p4">
            <a:hlinkClick r:id="rId3"/>
          </p:cNvPr>
          <p:cNvPicPr preferRelativeResize="0"/>
          <p:nvPr/>
        </p:nvPicPr>
        <p:blipFill rotWithShape="1">
          <a:blip r:embed="rId4">
            <a:alphaModFix/>
          </a:blip>
          <a:srcRect b="0" l="0" r="0" t="0"/>
          <a:stretch/>
        </p:blipFill>
        <p:spPr>
          <a:xfrm>
            <a:off x="16748997" y="355602"/>
            <a:ext cx="220267" cy="220267"/>
          </a:xfrm>
          <a:prstGeom prst="rect">
            <a:avLst/>
          </a:prstGeom>
          <a:noFill/>
          <a:ln>
            <a:noFill/>
          </a:ln>
        </p:spPr>
      </p:pic>
      <p:pic>
        <p:nvPicPr>
          <p:cNvPr id="13" name="Google Shape;13;p4">
            <a:hlinkClick r:id="rId5"/>
          </p:cNvPr>
          <p:cNvPicPr preferRelativeResize="0"/>
          <p:nvPr/>
        </p:nvPicPr>
        <p:blipFill rotWithShape="1">
          <a:blip r:embed="rId6">
            <a:alphaModFix/>
          </a:blip>
          <a:srcRect b="0" l="0" r="0" t="0"/>
          <a:stretch/>
        </p:blipFill>
        <p:spPr>
          <a:xfrm>
            <a:off x="17494769" y="341835"/>
            <a:ext cx="247800" cy="247800"/>
          </a:xfrm>
          <a:prstGeom prst="rect">
            <a:avLst/>
          </a:prstGeom>
          <a:noFill/>
          <a:ln>
            <a:noFill/>
          </a:ln>
        </p:spPr>
      </p:pic>
      <p:pic>
        <p:nvPicPr>
          <p:cNvPr id="14" name="Google Shape;14;p4">
            <a:hlinkClick r:id="rId7"/>
          </p:cNvPr>
          <p:cNvPicPr preferRelativeResize="0"/>
          <p:nvPr/>
        </p:nvPicPr>
        <p:blipFill rotWithShape="1">
          <a:blip r:embed="rId8">
            <a:alphaModFix/>
          </a:blip>
          <a:srcRect b="0" l="0" r="0" t="0"/>
          <a:stretch/>
        </p:blipFill>
        <p:spPr>
          <a:xfrm>
            <a:off x="16367997" y="355602"/>
            <a:ext cx="220267" cy="220267"/>
          </a:xfrm>
          <a:prstGeom prst="rect">
            <a:avLst/>
          </a:prstGeom>
          <a:noFill/>
          <a:ln>
            <a:noFill/>
          </a:ln>
        </p:spPr>
      </p:pic>
      <p:cxnSp>
        <p:nvCxnSpPr>
          <p:cNvPr id="15" name="Google Shape;15;p4"/>
          <p:cNvCxnSpPr/>
          <p:nvPr/>
        </p:nvCxnSpPr>
        <p:spPr>
          <a:xfrm>
            <a:off x="16139397" y="281226"/>
            <a:ext cx="0" cy="369019"/>
          </a:xfrm>
          <a:prstGeom prst="straightConnector1">
            <a:avLst/>
          </a:prstGeom>
          <a:noFill/>
          <a:ln cap="flat" cmpd="sng" w="9525">
            <a:solidFill>
              <a:srgbClr val="1D94C9"/>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9"/>
    <p:sldLayoutId id="2147483650" r:id="rId10"/>
    <p:sldLayoutId id="2147483651" r:id="rId11"/>
    <p:sldLayoutId id="2147483652" r:id="rId12"/>
    <p:sldLayoutId id="2147483653" r:id="rId13"/>
    <p:sldLayoutId id="2147483654" r:id="rId14"/>
    <p:sldLayoutId id="2147483655" r:id="rId15"/>
    <p:sldLayoutId id="2147483656" r:id="rId16"/>
    <p:sldLayoutId id="2147483657" r:id="rId17"/>
    <p:sldLayoutId id="2147483658" r:id="rId18"/>
    <p:sldLayoutId id="2147483659" r:id="rId19"/>
    <p:sldLayoutId id="2147483660" r:id="rId20"/>
    <p:sldLayoutId id="2147483661" r:id="rId21"/>
    <p:sldLayoutId id="2147483662" r:id="rId22"/>
    <p:sldLayoutId id="2147483663" r:id="rId23"/>
    <p:sldLayoutId id="2147483664" r:id="rId24"/>
    <p:sldLayoutId id="2147483665" r:id="rId25"/>
    <p:sldLayoutId id="2147483666" r:id="rId26"/>
    <p:sldLayoutId id="2147483667" r:id="rId27"/>
    <p:sldLayoutId id="2147483668"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g308434b8c83_0_28"/>
          <p:cNvSpPr txBox="1"/>
          <p:nvPr>
            <p:ph idx="1" type="body"/>
          </p:nvPr>
        </p:nvSpPr>
        <p:spPr>
          <a:xfrm>
            <a:off x="556421" y="202481"/>
            <a:ext cx="14404800" cy="52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SzPts val="3600"/>
              <a:buNone/>
            </a:pPr>
            <a:r>
              <a:rPr lang="fr-FR" sz="2900">
                <a:solidFill>
                  <a:schemeClr val="dk1"/>
                </a:solidFill>
              </a:rPr>
              <a:t>EN - </a:t>
            </a:r>
            <a:r>
              <a:rPr lang="fr-FR" sz="2900">
                <a:solidFill>
                  <a:schemeClr val="dk1"/>
                </a:solidFill>
              </a:rPr>
              <a:t>ISG23223</a:t>
            </a:r>
            <a:r>
              <a:rPr lang="fr-FR" sz="2900">
                <a:solidFill>
                  <a:schemeClr val="dk1"/>
                </a:solidFill>
              </a:rPr>
              <a:t> – ERP Modernization &amp; Cloud Migration – Migration</a:t>
            </a:r>
            <a:endParaRPr sz="2900">
              <a:solidFill>
                <a:schemeClr val="dk1"/>
              </a:solidFill>
            </a:endParaRPr>
          </a:p>
        </p:txBody>
      </p:sp>
      <p:sp>
        <p:nvSpPr>
          <p:cNvPr id="257" name="Google Shape;257;g308434b8c83_0_28"/>
          <p:cNvSpPr txBox="1"/>
          <p:nvPr>
            <p:ph idx="2" type="body"/>
          </p:nvPr>
        </p:nvSpPr>
        <p:spPr>
          <a:xfrm>
            <a:off x="556421" y="8968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Overview</a:t>
            </a:r>
            <a:endParaRPr/>
          </a:p>
        </p:txBody>
      </p:sp>
      <p:sp>
        <p:nvSpPr>
          <p:cNvPr id="258" name="Google Shape;258;g308434b8c83_0_28"/>
          <p:cNvSpPr txBox="1"/>
          <p:nvPr>
            <p:ph idx="3" type="body"/>
          </p:nvPr>
        </p:nvSpPr>
        <p:spPr>
          <a:xfrm>
            <a:off x="5020925" y="2308977"/>
            <a:ext cx="6246000" cy="4652700"/>
          </a:xfrm>
          <a:prstGeom prst="rect">
            <a:avLst/>
          </a:prstGeom>
          <a:noFill/>
          <a:ln>
            <a:noFill/>
          </a:ln>
        </p:spPr>
        <p:txBody>
          <a:bodyPr anchorCtr="0" anchor="t" bIns="144000" lIns="0" spcFirstLastPara="1" rIns="144000" wrap="square" tIns="0">
            <a:noAutofit/>
          </a:bodyPr>
          <a:lstStyle/>
          <a:p>
            <a:pPr indent="0" lvl="0" marL="0" rtl="0" algn="just">
              <a:lnSpc>
                <a:spcPct val="115000"/>
              </a:lnSpc>
              <a:spcBef>
                <a:spcPts val="1200"/>
              </a:spcBef>
              <a:spcAft>
                <a:spcPts val="0"/>
              </a:spcAft>
              <a:buSzPts val="2700"/>
              <a:buNone/>
            </a:pPr>
            <a:r>
              <a:rPr b="1" lang="fr-FR" sz="1600"/>
              <a:t>VMO Solution: </a:t>
            </a:r>
            <a:endParaRPr b="1" sz="1600"/>
          </a:p>
          <a:p>
            <a:pPr indent="0" lvl="0" marL="0" rtl="0" algn="just">
              <a:lnSpc>
                <a:spcPct val="115000"/>
              </a:lnSpc>
              <a:spcBef>
                <a:spcPts val="1200"/>
              </a:spcBef>
              <a:spcAft>
                <a:spcPts val="0"/>
              </a:spcAft>
              <a:buClr>
                <a:schemeClr val="hlink"/>
              </a:buClr>
              <a:buSzPts val="2700"/>
              <a:buFont typeface="Arial"/>
              <a:buNone/>
            </a:pPr>
            <a:r>
              <a:rPr lang="fr-FR" sz="1600"/>
              <a:t>VMO provided end-to-end ERP modernization services including legacy system analysis, business logic extraction, feasibility assessment, and data migration to a cloud-based platform. The team also supported system integration design to ensure seamless connectivity between NetSuite and existing subsystems.</a:t>
            </a:r>
            <a:endParaRPr b="1" sz="1600">
              <a:solidFill>
                <a:srgbClr val="E06666"/>
              </a:solidFill>
            </a:endParaRPr>
          </a:p>
          <a:p>
            <a:pPr indent="0" lvl="0" marL="0" rtl="0" algn="just">
              <a:lnSpc>
                <a:spcPct val="115000"/>
              </a:lnSpc>
              <a:spcBef>
                <a:spcPts val="1200"/>
              </a:spcBef>
              <a:spcAft>
                <a:spcPts val="0"/>
              </a:spcAft>
              <a:buSzPts val="2700"/>
              <a:buNone/>
            </a:pPr>
            <a:r>
              <a:rPr b="1" lang="fr-FR" sz="1600"/>
              <a:t>SCOPE OF WORK:</a:t>
            </a:r>
            <a:endParaRPr b="1" sz="1600"/>
          </a:p>
          <a:p>
            <a:pPr indent="-330200" lvl="0" marL="457200" marR="0" rtl="0" algn="just">
              <a:lnSpc>
                <a:spcPct val="100000"/>
              </a:lnSpc>
              <a:spcBef>
                <a:spcPts val="0"/>
              </a:spcBef>
              <a:spcAft>
                <a:spcPts val="0"/>
              </a:spcAft>
              <a:buSzPts val="1600"/>
              <a:buChar char="●"/>
            </a:pPr>
            <a:r>
              <a:rPr lang="fr-FR" sz="1600"/>
              <a:t>Legacy system analysis and business logic extraction from AS400 source code </a:t>
            </a:r>
            <a:endParaRPr sz="1600"/>
          </a:p>
          <a:p>
            <a:pPr indent="-330200" lvl="0" marL="457200" marR="0" rtl="0" algn="just">
              <a:lnSpc>
                <a:spcPct val="100000"/>
              </a:lnSpc>
              <a:spcBef>
                <a:spcPts val="0"/>
              </a:spcBef>
              <a:spcAft>
                <a:spcPts val="0"/>
              </a:spcAft>
              <a:buSzPts val="1600"/>
              <a:buChar char="●"/>
            </a:pPr>
            <a:r>
              <a:rPr lang="fr-FR" sz="1600"/>
              <a:t>Feasibility study and solution design for NetSuite and Boomi integration </a:t>
            </a:r>
            <a:endParaRPr sz="1600"/>
          </a:p>
          <a:p>
            <a:pPr indent="-330200" lvl="0" marL="457200" marR="0" rtl="0" algn="just">
              <a:lnSpc>
                <a:spcPct val="100000"/>
              </a:lnSpc>
              <a:spcBef>
                <a:spcPts val="0"/>
              </a:spcBef>
              <a:spcAft>
                <a:spcPts val="0"/>
              </a:spcAft>
              <a:buSzPts val="1600"/>
              <a:buChar char="●"/>
            </a:pPr>
            <a:r>
              <a:rPr lang="fr-FR" sz="1600"/>
              <a:t>Data migration from AS400 to NetSuite with data validation and integrity assurance </a:t>
            </a:r>
            <a:endParaRPr sz="1600"/>
          </a:p>
          <a:p>
            <a:pPr indent="-330200" lvl="0" marL="457200" marR="0" rtl="0" algn="just">
              <a:lnSpc>
                <a:spcPct val="100000"/>
              </a:lnSpc>
              <a:spcBef>
                <a:spcPts val="0"/>
              </a:spcBef>
              <a:spcAft>
                <a:spcPts val="0"/>
              </a:spcAft>
              <a:buSzPts val="1600"/>
              <a:buChar char="●"/>
            </a:pPr>
            <a:r>
              <a:rPr lang="fr-FR" sz="1600"/>
              <a:t>System architecture documentation including data flow, table definition, and integration mapping </a:t>
            </a:r>
            <a:endParaRPr sz="1600"/>
          </a:p>
          <a:p>
            <a:pPr indent="-330200" lvl="0" marL="457200" marR="0" rtl="0" algn="just">
              <a:lnSpc>
                <a:spcPct val="100000"/>
              </a:lnSpc>
              <a:spcBef>
                <a:spcPts val="0"/>
              </a:spcBef>
              <a:spcAft>
                <a:spcPts val="0"/>
              </a:spcAft>
              <a:buSzPts val="1600"/>
              <a:buChar char="●"/>
            </a:pPr>
            <a:r>
              <a:rPr lang="fr-FR" sz="1600"/>
              <a:t>Integration design to connect NetSuite with existing subsystems (C/S Bridge, DBMoto, EDI, etc.)</a:t>
            </a:r>
            <a:endParaRPr sz="1600">
              <a:solidFill>
                <a:srgbClr val="E06666"/>
              </a:solidFill>
            </a:endParaRPr>
          </a:p>
        </p:txBody>
      </p:sp>
      <p:sp>
        <p:nvSpPr>
          <p:cNvPr id="259" name="Google Shape;259;g308434b8c83_0_28"/>
          <p:cNvSpPr txBox="1"/>
          <p:nvPr>
            <p:ph idx="5" type="body"/>
          </p:nvPr>
        </p:nvSpPr>
        <p:spPr>
          <a:xfrm>
            <a:off x="438500" y="2661576"/>
            <a:ext cx="4069500" cy="6693300"/>
          </a:xfrm>
          <a:prstGeom prst="rect">
            <a:avLst/>
          </a:prstGeom>
          <a:noFill/>
          <a:ln>
            <a:noFill/>
          </a:ln>
        </p:spPr>
        <p:txBody>
          <a:bodyPr anchorCtr="0" anchor="t" bIns="144000" lIns="0" spcFirstLastPara="1" rIns="144000" wrap="square" tIns="0">
            <a:noAutofit/>
          </a:bodyPr>
          <a:lstStyle/>
          <a:p>
            <a:pPr indent="0" lvl="0" marL="0" rtl="0" algn="just">
              <a:lnSpc>
                <a:spcPct val="100000"/>
              </a:lnSpc>
              <a:spcBef>
                <a:spcPts val="0"/>
              </a:spcBef>
              <a:spcAft>
                <a:spcPts val="0"/>
              </a:spcAft>
              <a:buSzPts val="2700"/>
              <a:buNone/>
            </a:pPr>
            <a:r>
              <a:rPr b="1" lang="fr-FR" sz="1600"/>
              <a:t>Our </a:t>
            </a:r>
            <a:r>
              <a:rPr b="1" lang="fr-FR" sz="1600">
                <a:extLst>
                  <a:ext uri="http://customooxmlschemas.google.com/">
                    <go:slidesCustomData xmlns:go="http://customooxmlschemas.google.com/" textRoundtripDataId="0"/>
                  </a:ext>
                </a:extLst>
              </a:rPr>
              <a:t>client</a:t>
            </a:r>
            <a:r>
              <a:rPr b="1" lang="fr-FR" sz="1600"/>
              <a:t>:</a:t>
            </a:r>
            <a:r>
              <a:rPr lang="fr-FR" sz="1600"/>
              <a:t> </a:t>
            </a:r>
            <a:endParaRPr sz="1600"/>
          </a:p>
          <a:p>
            <a:pPr indent="0" lvl="0" marL="0" rtl="0" algn="just">
              <a:lnSpc>
                <a:spcPct val="100000"/>
              </a:lnSpc>
              <a:spcBef>
                <a:spcPts val="0"/>
              </a:spcBef>
              <a:spcAft>
                <a:spcPts val="0"/>
              </a:spcAft>
              <a:buSzPts val="1100"/>
              <a:buNone/>
            </a:pPr>
            <a:r>
              <a:rPr lang="fr-FR" sz="1600"/>
              <a:t>The client is a Japan-based energy and utility provider specializing in LP gas and electricity services, with additional business in housing renovation. The company operates a legacy AS400-based ERP system to manage core business processes and serves customers primarily in the domestic market.</a:t>
            </a:r>
            <a:endParaRPr sz="1100">
              <a:solidFill>
                <a:srgbClr val="E06666"/>
              </a:solidFill>
              <a:latin typeface="Arial"/>
              <a:ea typeface="Arial"/>
              <a:cs typeface="Arial"/>
              <a:sym typeface="Arial"/>
            </a:endParaRPr>
          </a:p>
          <a:p>
            <a:pPr indent="0" lvl="0" marL="0" rtl="0" algn="just">
              <a:lnSpc>
                <a:spcPct val="100000"/>
              </a:lnSpc>
              <a:spcBef>
                <a:spcPts val="0"/>
              </a:spcBef>
              <a:spcAft>
                <a:spcPts val="0"/>
              </a:spcAft>
              <a:buClr>
                <a:schemeClr val="hlink"/>
              </a:buClr>
              <a:buSzPts val="2700"/>
              <a:buFont typeface="Arial"/>
              <a:buNone/>
            </a:pPr>
            <a:r>
              <a:rPr b="1" lang="fr-FR" sz="1600"/>
              <a:t>Product Overview:</a:t>
            </a:r>
            <a:endParaRPr b="1" sz="1600"/>
          </a:p>
          <a:p>
            <a:pPr indent="0" lvl="0" marL="0" rtl="0" algn="just">
              <a:lnSpc>
                <a:spcPct val="100000"/>
              </a:lnSpc>
              <a:spcBef>
                <a:spcPts val="0"/>
              </a:spcBef>
              <a:spcAft>
                <a:spcPts val="0"/>
              </a:spcAft>
              <a:buClr>
                <a:schemeClr val="hlink"/>
              </a:buClr>
              <a:buSzPts val="1100"/>
              <a:buFont typeface="Arial"/>
              <a:buNone/>
            </a:pPr>
            <a:r>
              <a:rPr lang="fr-FR" sz="1600"/>
              <a:t>An integrated cloud-based ERP platform designed to centralize and manage core business operations such as finance, inventory, and data integration across multiple subsystems. The solution enables seamless data synchronization and supports business process continuity for energy and utility service providers.</a:t>
            </a:r>
            <a:endParaRPr sz="1100">
              <a:solidFill>
                <a:srgbClr val="E06666"/>
              </a:solidFill>
              <a:latin typeface="Arial"/>
              <a:ea typeface="Arial"/>
              <a:cs typeface="Arial"/>
              <a:sym typeface="Arial"/>
            </a:endParaRPr>
          </a:p>
          <a:p>
            <a:pPr indent="0" lvl="0" marL="0" rtl="0" algn="just">
              <a:lnSpc>
                <a:spcPct val="100000"/>
              </a:lnSpc>
              <a:spcBef>
                <a:spcPts val="0"/>
              </a:spcBef>
              <a:spcAft>
                <a:spcPts val="0"/>
              </a:spcAft>
              <a:buSzPts val="2700"/>
              <a:buNone/>
            </a:pPr>
            <a:r>
              <a:rPr b="1" lang="fr-FR" sz="1600"/>
              <a:t>Client Pain Points: </a:t>
            </a:r>
            <a:endParaRPr b="1" sz="1600"/>
          </a:p>
          <a:p>
            <a:pPr indent="-191600" lvl="0" marL="269999" rtl="0" algn="just">
              <a:lnSpc>
                <a:spcPct val="100000"/>
              </a:lnSpc>
              <a:spcBef>
                <a:spcPts val="0"/>
              </a:spcBef>
              <a:spcAft>
                <a:spcPts val="0"/>
              </a:spcAft>
              <a:buClr>
                <a:schemeClr val="accent6"/>
              </a:buClr>
              <a:buSzPts val="1600"/>
              <a:buChar char="●"/>
            </a:pPr>
            <a:r>
              <a:rPr lang="fr-FR" sz="1600"/>
              <a:t>Legacy AS400-based ERP system with outdated technologies </a:t>
            </a:r>
            <a:r>
              <a:rPr b="1" lang="fr-FR" sz="1600"/>
              <a:t>(RPG, COBOL)</a:t>
            </a:r>
            <a:r>
              <a:rPr lang="fr-FR" sz="1600"/>
              <a:t>, making maintenance and troubleshooting difficult </a:t>
            </a:r>
            <a:endParaRPr sz="1600"/>
          </a:p>
          <a:p>
            <a:pPr indent="-191600" lvl="0" marL="269999" rtl="0" algn="just">
              <a:lnSpc>
                <a:spcPct val="100000"/>
              </a:lnSpc>
              <a:spcBef>
                <a:spcPts val="0"/>
              </a:spcBef>
              <a:spcAft>
                <a:spcPts val="0"/>
              </a:spcAft>
              <a:buClr>
                <a:schemeClr val="accent6"/>
              </a:buClr>
              <a:buSzPts val="1600"/>
              <a:buChar char="●"/>
            </a:pPr>
            <a:r>
              <a:rPr lang="fr-FR" sz="1600"/>
              <a:t>Lack of proper development and debugging environment for existing source code </a:t>
            </a:r>
            <a:endParaRPr sz="1600"/>
          </a:p>
          <a:p>
            <a:pPr indent="-191600" lvl="0" marL="269999" rtl="0" algn="just">
              <a:lnSpc>
                <a:spcPct val="100000"/>
              </a:lnSpc>
              <a:spcBef>
                <a:spcPts val="0"/>
              </a:spcBef>
              <a:spcAft>
                <a:spcPts val="0"/>
              </a:spcAft>
              <a:buClr>
                <a:schemeClr val="accent6"/>
              </a:buClr>
              <a:buSzPts val="1600"/>
              <a:buChar char="●"/>
            </a:pPr>
            <a:r>
              <a:rPr lang="fr-FR" sz="1600"/>
              <a:t>Challenges in ensuring functional equivalence when migrating to a modern cloud-based ERP (NetSuite) </a:t>
            </a:r>
            <a:endParaRPr sz="1600"/>
          </a:p>
          <a:p>
            <a:pPr indent="-191600" lvl="0" marL="269999" rtl="0" algn="just">
              <a:lnSpc>
                <a:spcPct val="100000"/>
              </a:lnSpc>
              <a:spcBef>
                <a:spcPts val="0"/>
              </a:spcBef>
              <a:spcAft>
                <a:spcPts val="0"/>
              </a:spcAft>
              <a:buClr>
                <a:schemeClr val="accent6"/>
              </a:buClr>
              <a:buSzPts val="1600"/>
              <a:buChar char="●"/>
            </a:pPr>
            <a:r>
              <a:rPr lang="fr-FR" sz="1600"/>
              <a:t>Complexity in migrating and preserving over 15 years of historical ERP data while maintaining data integrity</a:t>
            </a:r>
            <a:endParaRPr sz="1600">
              <a:solidFill>
                <a:srgbClr val="E06666"/>
              </a:solidFill>
            </a:endParaRPr>
          </a:p>
          <a:p>
            <a:pPr indent="0" lvl="0" marL="0" rtl="0" algn="just">
              <a:lnSpc>
                <a:spcPct val="100000"/>
              </a:lnSpc>
              <a:spcBef>
                <a:spcPts val="0"/>
              </a:spcBef>
              <a:spcAft>
                <a:spcPts val="0"/>
              </a:spcAft>
              <a:buSzPts val="1100"/>
              <a:buNone/>
            </a:pPr>
            <a:r>
              <a:t/>
            </a:r>
            <a:endParaRPr sz="1600">
              <a:solidFill>
                <a:srgbClr val="E06666"/>
              </a:solidFill>
            </a:endParaRPr>
          </a:p>
        </p:txBody>
      </p:sp>
      <p:sp>
        <p:nvSpPr>
          <p:cNvPr id="260" name="Google Shape;260;g308434b8c83_0_28"/>
          <p:cNvSpPr txBox="1"/>
          <p:nvPr>
            <p:ph idx="6" type="body"/>
          </p:nvPr>
        </p:nvSpPr>
        <p:spPr>
          <a:xfrm>
            <a:off x="11779861" y="3009900"/>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Team size: </a:t>
            </a:r>
            <a:endParaRPr/>
          </a:p>
          <a:p>
            <a:pPr indent="0" lvl="0" marL="0" rtl="0" algn="ctr">
              <a:lnSpc>
                <a:spcPct val="90000"/>
              </a:lnSpc>
              <a:spcBef>
                <a:spcPts val="0"/>
              </a:spcBef>
              <a:spcAft>
                <a:spcPts val="0"/>
              </a:spcAft>
              <a:buSzPts val="2700"/>
              <a:buNone/>
            </a:pPr>
            <a:r>
              <a:rPr lang="fr-FR"/>
              <a:t> 5 Members</a:t>
            </a:r>
            <a:endParaRPr/>
          </a:p>
        </p:txBody>
      </p:sp>
      <p:sp>
        <p:nvSpPr>
          <p:cNvPr id="261" name="Google Shape;261;g308434b8c83_0_28"/>
          <p:cNvSpPr txBox="1"/>
          <p:nvPr>
            <p:ph idx="7" type="body"/>
          </p:nvPr>
        </p:nvSpPr>
        <p:spPr>
          <a:xfrm>
            <a:off x="11779861" y="5071175"/>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Duration: </a:t>
            </a:r>
            <a:endParaRPr/>
          </a:p>
          <a:p>
            <a:pPr indent="0" lvl="0" marL="0" rtl="0" algn="ctr">
              <a:lnSpc>
                <a:spcPct val="90000"/>
              </a:lnSpc>
              <a:spcBef>
                <a:spcPts val="0"/>
              </a:spcBef>
              <a:spcAft>
                <a:spcPts val="0"/>
              </a:spcAft>
              <a:buSzPts val="2700"/>
              <a:buNone/>
            </a:pPr>
            <a:r>
              <a:rPr lang="fr-FR"/>
              <a:t>4 months</a:t>
            </a:r>
            <a:endParaRPr/>
          </a:p>
        </p:txBody>
      </p:sp>
      <p:sp>
        <p:nvSpPr>
          <p:cNvPr id="262" name="Google Shape;262;g308434b8c83_0_28"/>
          <p:cNvSpPr txBox="1"/>
          <p:nvPr>
            <p:ph idx="8" type="body"/>
          </p:nvPr>
        </p:nvSpPr>
        <p:spPr>
          <a:xfrm>
            <a:off x="11779861" y="7116951"/>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Location: </a:t>
            </a:r>
            <a:endParaRPr/>
          </a:p>
          <a:p>
            <a:pPr indent="0" lvl="0" marL="0" rtl="0" algn="ctr">
              <a:lnSpc>
                <a:spcPct val="90000"/>
              </a:lnSpc>
              <a:spcBef>
                <a:spcPts val="0"/>
              </a:spcBef>
              <a:spcAft>
                <a:spcPts val="0"/>
              </a:spcAft>
              <a:buSzPts val="2700"/>
              <a:buNone/>
            </a:pPr>
            <a:r>
              <a:rPr lang="fr-FR"/>
              <a:t>Japan</a:t>
            </a:r>
            <a:endParaRPr/>
          </a:p>
        </p:txBody>
      </p:sp>
      <p:sp>
        <p:nvSpPr>
          <p:cNvPr id="263" name="Google Shape;263;g308434b8c83_0_28"/>
          <p:cNvSpPr txBox="1"/>
          <p:nvPr>
            <p:ph idx="9" type="body"/>
          </p:nvPr>
        </p:nvSpPr>
        <p:spPr>
          <a:xfrm>
            <a:off x="11779861" y="9178226"/>
            <a:ext cx="1936200" cy="423300"/>
          </a:xfrm>
          <a:prstGeom prst="rect">
            <a:avLst/>
          </a:prstGeom>
          <a:noFill/>
          <a:ln>
            <a:noFill/>
          </a:ln>
        </p:spPr>
        <p:txBody>
          <a:bodyPr anchorCtr="0" anchor="t" bIns="144000" lIns="0" spcFirstLastPara="1" rIns="144000" wrap="square" tIns="0">
            <a:noAutofit/>
          </a:bodyPr>
          <a:lstStyle/>
          <a:p>
            <a:pPr indent="0" lvl="0" marL="0" rtl="0" algn="ctr">
              <a:lnSpc>
                <a:spcPct val="90000"/>
              </a:lnSpc>
              <a:spcBef>
                <a:spcPts val="0"/>
              </a:spcBef>
              <a:spcAft>
                <a:spcPts val="0"/>
              </a:spcAft>
              <a:buSzPts val="2700"/>
              <a:buNone/>
            </a:pPr>
            <a:r>
              <a:rPr lang="fr-FR"/>
              <a:t>Contract Type: T&amp;M</a:t>
            </a:r>
            <a:endParaRPr/>
          </a:p>
        </p:txBody>
      </p:sp>
      <p:sp>
        <p:nvSpPr>
          <p:cNvPr id="264" name="Google Shape;264;g308434b8c83_0_28"/>
          <p:cNvSpPr txBox="1"/>
          <p:nvPr/>
        </p:nvSpPr>
        <p:spPr>
          <a:xfrm>
            <a:off x="5106175" y="7552759"/>
            <a:ext cx="6247500" cy="2144100"/>
          </a:xfrm>
          <a:prstGeom prst="rect">
            <a:avLst/>
          </a:prstGeom>
          <a:noFill/>
          <a:ln>
            <a:noFill/>
          </a:ln>
        </p:spPr>
        <p:txBody>
          <a:bodyPr anchorCtr="0" anchor="t" bIns="144000" lIns="0" spcFirstLastPara="1" rIns="144000" wrap="square" tIns="0">
            <a:noAutofit/>
          </a:bodyPr>
          <a:lstStyle/>
          <a:p>
            <a:pPr indent="-330200" lvl="0" marL="457200" marR="0" rtl="0" algn="just">
              <a:lnSpc>
                <a:spcPct val="100000"/>
              </a:lnSpc>
              <a:spcBef>
                <a:spcPts val="0"/>
              </a:spcBef>
              <a:spcAft>
                <a:spcPts val="0"/>
              </a:spcAft>
              <a:buClr>
                <a:schemeClr val="accent6"/>
              </a:buClr>
              <a:buSzPts val="1600"/>
              <a:buFont typeface="Calibri"/>
              <a:buChar char="●"/>
            </a:pPr>
            <a:r>
              <a:rPr b="0" i="0" lang="fr-FR" sz="1600" u="none" cap="none" strike="noStrike">
                <a:solidFill>
                  <a:schemeClr val="dk1"/>
                </a:solidFill>
                <a:latin typeface="Calibri"/>
                <a:ea typeface="Calibri"/>
                <a:cs typeface="Calibri"/>
                <a:sym typeface="Calibri"/>
              </a:rPr>
              <a:t>ISO 27001, ISO 9001</a:t>
            </a:r>
            <a:endParaRPr b="0"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accent6"/>
              </a:buClr>
              <a:buSzPts val="1600"/>
              <a:buFont typeface="Calibri"/>
              <a:buChar char="●"/>
            </a:pPr>
            <a:r>
              <a:rPr b="0" i="0" lang="fr-FR" sz="1600" u="none" cap="none" strike="noStrike">
                <a:solidFill>
                  <a:schemeClr val="dk1"/>
                </a:solidFill>
                <a:latin typeface="Calibri"/>
                <a:ea typeface="Calibri"/>
                <a:cs typeface="Calibri"/>
                <a:sym typeface="Calibri"/>
              </a:rPr>
              <a:t>ITIL, PMBOK, BABOK, Agile/Scrum</a:t>
            </a:r>
            <a:endParaRPr b="0" i="0" sz="1800" u="none" cap="none" strike="noStrike">
              <a:solidFill>
                <a:schemeClr val="dk1"/>
              </a:solidFill>
              <a:latin typeface="Calibri"/>
              <a:ea typeface="Calibri"/>
              <a:cs typeface="Calibri"/>
              <a:sym typeface="Calibri"/>
            </a:endParaRPr>
          </a:p>
        </p:txBody>
      </p:sp>
      <p:sp>
        <p:nvSpPr>
          <p:cNvPr id="265" name="Google Shape;265;g308434b8c83_0_28"/>
          <p:cNvSpPr txBox="1"/>
          <p:nvPr/>
        </p:nvSpPr>
        <p:spPr>
          <a:xfrm>
            <a:off x="14283775" y="3280800"/>
            <a:ext cx="3480000" cy="431100"/>
          </a:xfrm>
          <a:prstGeom prst="rect">
            <a:avLst/>
          </a:prstGeom>
          <a:noFill/>
          <a:ln>
            <a:noFill/>
          </a:ln>
        </p:spPr>
        <p:txBody>
          <a:bodyPr anchorCtr="0" anchor="t" bIns="91425" lIns="91425" spcFirstLastPara="1" rIns="91425" wrap="square" tIns="91425">
            <a:spAutoFit/>
          </a:bodyPr>
          <a:lstStyle/>
          <a:p>
            <a:pPr indent="-57783" lvl="0" marL="248283" marR="0" rtl="0" algn="l">
              <a:lnSpc>
                <a:spcPct val="115000"/>
              </a:lnSpc>
              <a:spcBef>
                <a:spcPts val="0"/>
              </a:spcBef>
              <a:spcAft>
                <a:spcPts val="0"/>
              </a:spcAft>
              <a:buClr>
                <a:schemeClr val="accent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266" name="Google Shape;266;g308434b8c83_0_28"/>
          <p:cNvSpPr txBox="1"/>
          <p:nvPr/>
        </p:nvSpPr>
        <p:spPr>
          <a:xfrm>
            <a:off x="338982" y="1544088"/>
            <a:ext cx="4069500" cy="446400"/>
          </a:xfrm>
          <a:prstGeom prst="rect">
            <a:avLst/>
          </a:prstGeom>
          <a:noFill/>
          <a:ln>
            <a:noFill/>
          </a:ln>
        </p:spPr>
        <p:txBody>
          <a:bodyPr anchorCtr="0" anchor="t" bIns="0" lIns="0" spcFirstLastPara="1" rIns="0" wrap="square" tIns="0">
            <a:spAutoFit/>
          </a:bodyPr>
          <a:lstStyle/>
          <a:p>
            <a:pPr indent="0" lvl="0" marL="0" marR="0" rtl="0" algn="ctr">
              <a:lnSpc>
                <a:spcPct val="118000"/>
              </a:lnSpc>
              <a:spcBef>
                <a:spcPts val="0"/>
              </a:spcBef>
              <a:spcAft>
                <a:spcPts val="0"/>
              </a:spcAft>
              <a:buClr>
                <a:srgbClr val="000000"/>
              </a:buClr>
              <a:buSzPts val="2900"/>
              <a:buFont typeface="Arial"/>
              <a:buNone/>
            </a:pPr>
            <a:r>
              <a:rPr b="1" i="1" lang="fr-FR" sz="2900" u="none" cap="none" strike="noStrike">
                <a:solidFill>
                  <a:schemeClr val="accent3"/>
                </a:solidFill>
                <a:latin typeface="Calibri"/>
                <a:ea typeface="Calibri"/>
                <a:cs typeface="Calibri"/>
                <a:sym typeface="Calibri"/>
              </a:rPr>
              <a:t>Gas provider company</a:t>
            </a:r>
            <a:endParaRPr b="1" i="1" sz="2900" u="none" cap="none" strike="noStrike">
              <a:solidFill>
                <a:schemeClr val="accent3"/>
              </a:solidFill>
              <a:latin typeface="Calibri"/>
              <a:ea typeface="Calibri"/>
              <a:cs typeface="Calibri"/>
              <a:sym typeface="Calibri"/>
            </a:endParaRPr>
          </a:p>
        </p:txBody>
      </p:sp>
      <p:sp>
        <p:nvSpPr>
          <p:cNvPr id="267" name="Google Shape;267;g308434b8c83_0_28"/>
          <p:cNvSpPr txBox="1"/>
          <p:nvPr/>
        </p:nvSpPr>
        <p:spPr>
          <a:xfrm>
            <a:off x="14226175" y="7470498"/>
            <a:ext cx="3595200" cy="2356800"/>
          </a:xfrm>
          <a:prstGeom prst="rect">
            <a:avLst/>
          </a:prstGeom>
          <a:noFill/>
          <a:ln>
            <a:noFill/>
          </a:ln>
        </p:spPr>
        <p:txBody>
          <a:bodyPr anchorCtr="0" anchor="t" bIns="144000" lIns="0" spcFirstLastPara="1" rIns="144000" wrap="square" tIns="0">
            <a:noAutofit/>
          </a:bodyPr>
          <a:lstStyle/>
          <a:p>
            <a:pPr indent="0" lvl="0" marL="0" marR="0" rtl="0" algn="l">
              <a:lnSpc>
                <a:spcPct val="115000"/>
              </a:lnSpc>
              <a:spcBef>
                <a:spcPts val="0"/>
              </a:spcBef>
              <a:spcAft>
                <a:spcPts val="0"/>
              </a:spcAft>
              <a:buClr>
                <a:srgbClr val="000000"/>
              </a:buClr>
              <a:buSzPts val="1600"/>
              <a:buFont typeface="Arial"/>
              <a:buNone/>
            </a:pPr>
            <a:r>
              <a:rPr b="1" i="0" lang="fr-FR" sz="1600" u="none" cap="none" strike="noStrike">
                <a:solidFill>
                  <a:srgbClr val="063C67"/>
                </a:solidFill>
                <a:latin typeface="Calibri"/>
                <a:ea typeface="Calibri"/>
                <a:cs typeface="Calibri"/>
                <a:sym typeface="Calibri"/>
              </a:rPr>
              <a:t>RESOURCES RAMP UP &amp; DOWN</a:t>
            </a:r>
            <a:endParaRPr b="0" i="0" sz="1600" u="none" cap="none" strike="noStrike">
              <a:solidFill>
                <a:srgbClr val="063C67"/>
              </a:solidFill>
              <a:latin typeface="Calibri"/>
              <a:ea typeface="Calibri"/>
              <a:cs typeface="Calibri"/>
              <a:sym typeface="Calibri"/>
            </a:endParaRPr>
          </a:p>
          <a:p>
            <a:pPr indent="-269999" lvl="0" marL="269999" marR="0" rtl="0" algn="l">
              <a:lnSpc>
                <a:spcPct val="115000"/>
              </a:lnSpc>
              <a:spcBef>
                <a:spcPts val="0"/>
              </a:spcBef>
              <a:spcAft>
                <a:spcPts val="0"/>
              </a:spcAft>
              <a:buClr>
                <a:schemeClr val="accent6"/>
              </a:buClr>
              <a:buSzPts val="1600"/>
              <a:buFont typeface="Calibri"/>
              <a:buChar char="●"/>
            </a:pPr>
            <a:r>
              <a:rPr b="0" i="0" lang="fr-FR" sz="1600" u="none" cap="none" strike="noStrike">
                <a:solidFill>
                  <a:schemeClr val="dk1"/>
                </a:solidFill>
                <a:latin typeface="Calibri"/>
                <a:ea typeface="Calibri"/>
                <a:cs typeface="Calibri"/>
                <a:sym typeface="Calibri"/>
              </a:rPr>
              <a:t>Fixed team size of 5 members (PM, BA, Developer, Data Engineer)</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br>
              <a:rPr b="0" i="0" lang="fr-FR" sz="1600" u="none" cap="none" strike="noStrike">
                <a:solidFill>
                  <a:srgbClr val="063C67"/>
                </a:solidFill>
                <a:latin typeface="Calibri"/>
                <a:ea typeface="Calibri"/>
                <a:cs typeface="Calibri"/>
                <a:sym typeface="Calibri"/>
              </a:rPr>
            </a:br>
            <a:endParaRPr b="0" i="0" sz="1600" u="none" cap="none" strike="noStrike">
              <a:solidFill>
                <a:srgbClr val="063C67"/>
              </a:solidFill>
              <a:latin typeface="Calibri"/>
              <a:ea typeface="Calibri"/>
              <a:cs typeface="Calibri"/>
              <a:sym typeface="Calibri"/>
            </a:endParaRPr>
          </a:p>
        </p:txBody>
      </p:sp>
      <p:pic>
        <p:nvPicPr>
          <p:cNvPr id="268" name="Google Shape;268;g308434b8c83_0_28"/>
          <p:cNvPicPr preferRelativeResize="0"/>
          <p:nvPr/>
        </p:nvPicPr>
        <p:blipFill rotWithShape="1">
          <a:blip r:embed="rId3">
            <a:alphaModFix/>
          </a:blip>
          <a:srcRect b="34282" l="0" r="0" t="31845"/>
          <a:stretch/>
        </p:blipFill>
        <p:spPr>
          <a:xfrm>
            <a:off x="14772463" y="2102988"/>
            <a:ext cx="2502624" cy="599700"/>
          </a:xfrm>
          <a:prstGeom prst="rect">
            <a:avLst/>
          </a:prstGeom>
          <a:noFill/>
          <a:ln>
            <a:noFill/>
          </a:ln>
        </p:spPr>
      </p:pic>
      <p:sp>
        <p:nvSpPr>
          <p:cNvPr id="269" name="Google Shape;269;g308434b8c83_0_28"/>
          <p:cNvSpPr txBox="1"/>
          <p:nvPr/>
        </p:nvSpPr>
        <p:spPr>
          <a:xfrm>
            <a:off x="388315" y="2087666"/>
            <a:ext cx="3970800" cy="424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ABOUT</a:t>
            </a:r>
            <a:endParaRPr b="0" i="0" sz="1400" u="none" cap="none" strike="noStrike">
              <a:solidFill>
                <a:srgbClr val="000000"/>
              </a:solidFill>
              <a:latin typeface="Arial"/>
              <a:ea typeface="Arial"/>
              <a:cs typeface="Arial"/>
              <a:sym typeface="Arial"/>
            </a:endParaRPr>
          </a:p>
        </p:txBody>
      </p:sp>
      <p:sp>
        <p:nvSpPr>
          <p:cNvPr id="270" name="Google Shape;270;g308434b8c83_0_28"/>
          <p:cNvSpPr txBox="1"/>
          <p:nvPr/>
        </p:nvSpPr>
        <p:spPr>
          <a:xfrm>
            <a:off x="4992080" y="1790700"/>
            <a:ext cx="4054500" cy="4740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VMO ACTIVITIES</a:t>
            </a:r>
            <a:endParaRPr b="0" i="0" sz="1400" u="none" cap="none" strike="noStrike">
              <a:solidFill>
                <a:srgbClr val="000000"/>
              </a:solidFill>
              <a:latin typeface="Arial"/>
              <a:ea typeface="Arial"/>
              <a:cs typeface="Arial"/>
              <a:sym typeface="Arial"/>
            </a:endParaRPr>
          </a:p>
        </p:txBody>
      </p:sp>
      <p:sp>
        <p:nvSpPr>
          <p:cNvPr id="271" name="Google Shape;271;g308434b8c83_0_28"/>
          <p:cNvSpPr txBox="1"/>
          <p:nvPr/>
        </p:nvSpPr>
        <p:spPr>
          <a:xfrm>
            <a:off x="4992080" y="7021941"/>
            <a:ext cx="5606700" cy="457200"/>
          </a:xfrm>
          <a:prstGeom prst="rect">
            <a:avLst/>
          </a:prstGeom>
          <a:noFill/>
          <a:ln>
            <a:noFill/>
          </a:ln>
        </p:spPr>
        <p:txBody>
          <a:bodyPr anchorCtr="0" anchor="t" bIns="45700" lIns="90000" spcFirstLastPara="1" rIns="91425" wrap="square" tIns="45700">
            <a:noAutofit/>
          </a:bodyPr>
          <a:lstStyle/>
          <a:p>
            <a:pPr indent="0" lvl="0" marL="0" marR="0" rtl="0" algn="l">
              <a:lnSpc>
                <a:spcPct val="90000"/>
              </a:lnSpc>
              <a:spcBef>
                <a:spcPts val="0"/>
              </a:spcBef>
              <a:spcAft>
                <a:spcPts val="0"/>
              </a:spcAft>
              <a:buClr>
                <a:schemeClr val="accent4"/>
              </a:buClr>
              <a:buSzPts val="2800"/>
              <a:buFont typeface="Calibri"/>
              <a:buNone/>
            </a:pPr>
            <a:r>
              <a:rPr b="1" i="0" lang="fr-FR" sz="2800" u="none" cap="none" strike="noStrike">
                <a:solidFill>
                  <a:schemeClr val="accent4"/>
                </a:solidFill>
                <a:latin typeface="Calibri"/>
                <a:ea typeface="Calibri"/>
                <a:cs typeface="Calibri"/>
                <a:sym typeface="Calibri"/>
              </a:rPr>
              <a:t>STANDARDS</a:t>
            </a:r>
            <a:endParaRPr b="0" i="0" sz="1400" u="none" cap="none" strike="noStrike">
              <a:solidFill>
                <a:srgbClr val="000000"/>
              </a:solidFill>
              <a:latin typeface="Arial"/>
              <a:ea typeface="Arial"/>
              <a:cs typeface="Arial"/>
              <a:sym typeface="Arial"/>
            </a:endParaRPr>
          </a:p>
        </p:txBody>
      </p:sp>
      <p:sp>
        <p:nvSpPr>
          <p:cNvPr id="272" name="Google Shape;272;g308434b8c83_0_28"/>
          <p:cNvSpPr txBox="1"/>
          <p:nvPr>
            <p:ph idx="3" type="body"/>
          </p:nvPr>
        </p:nvSpPr>
        <p:spPr>
          <a:xfrm>
            <a:off x="14056800" y="3396125"/>
            <a:ext cx="4054500" cy="3146400"/>
          </a:xfrm>
          <a:prstGeom prst="rect">
            <a:avLst/>
          </a:prstGeom>
          <a:noFill/>
          <a:ln>
            <a:noFill/>
          </a:ln>
        </p:spPr>
        <p:txBody>
          <a:bodyPr anchorCtr="0" anchor="t" bIns="144000" lIns="0" spcFirstLastPara="1" rIns="144000" wrap="square" tIns="0">
            <a:noAutofit/>
          </a:bodyPr>
          <a:lstStyle/>
          <a:p>
            <a:pPr indent="-330200" lvl="0" marL="457200" rtl="0" algn="l">
              <a:lnSpc>
                <a:spcPct val="115000"/>
              </a:lnSpc>
              <a:spcBef>
                <a:spcPts val="0"/>
              </a:spcBef>
              <a:spcAft>
                <a:spcPts val="0"/>
              </a:spcAft>
              <a:buClr>
                <a:schemeClr val="accent6"/>
              </a:buClr>
              <a:buSzPts val="1600"/>
              <a:buChar char="●"/>
            </a:pPr>
            <a:r>
              <a:rPr lang="fr-FR" sz="1600"/>
              <a:t>Successfully migrated 15+ years of ERP data to NetSuite with high data accuracy and integrity </a:t>
            </a:r>
            <a:endParaRPr sz="1600"/>
          </a:p>
          <a:p>
            <a:pPr indent="-330200" lvl="0" marL="457200" rtl="0" algn="l">
              <a:lnSpc>
                <a:spcPct val="115000"/>
              </a:lnSpc>
              <a:spcBef>
                <a:spcPts val="0"/>
              </a:spcBef>
              <a:spcAft>
                <a:spcPts val="0"/>
              </a:spcAft>
              <a:buClr>
                <a:schemeClr val="accent6"/>
              </a:buClr>
              <a:buSzPts val="1600"/>
              <a:buChar char="●"/>
            </a:pPr>
            <a:r>
              <a:rPr lang="fr-FR" sz="1600"/>
              <a:t>Enabled 100% visibility of legacy business logic through comprehensive documentation (system flow, table definitions, integration mapping) </a:t>
            </a:r>
            <a:endParaRPr sz="1600"/>
          </a:p>
          <a:p>
            <a:pPr indent="-330200" lvl="0" marL="457200" rtl="0" algn="l">
              <a:lnSpc>
                <a:spcPct val="115000"/>
              </a:lnSpc>
              <a:spcBef>
                <a:spcPts val="0"/>
              </a:spcBef>
              <a:spcAft>
                <a:spcPts val="0"/>
              </a:spcAft>
              <a:buClr>
                <a:schemeClr val="accent6"/>
              </a:buClr>
              <a:buSzPts val="1600"/>
              <a:buChar char="●"/>
            </a:pPr>
            <a:r>
              <a:rPr lang="fr-FR" sz="1600"/>
              <a:t>Reduced dependency on legacy technologies (RPG/COBOL), improving maintainability and future scalability </a:t>
            </a:r>
            <a:endParaRPr sz="1600"/>
          </a:p>
          <a:p>
            <a:pPr indent="-330200" lvl="0" marL="457200" rtl="0" algn="l">
              <a:lnSpc>
                <a:spcPct val="115000"/>
              </a:lnSpc>
              <a:spcBef>
                <a:spcPts val="0"/>
              </a:spcBef>
              <a:spcAft>
                <a:spcPts val="0"/>
              </a:spcAft>
              <a:buClr>
                <a:schemeClr val="accent6"/>
              </a:buClr>
              <a:buSzPts val="1600"/>
              <a:buChar char="●"/>
            </a:pPr>
            <a:r>
              <a:rPr lang="fr-FR" sz="1600"/>
              <a:t>Ensured seamless integration between NetSuite and multiple subsystems, supporting stable business operations post-migration</a:t>
            </a:r>
            <a:endParaRPr sz="1600">
              <a:solidFill>
                <a:srgbClr val="E06666"/>
              </a:solidFill>
            </a:endParaRPr>
          </a:p>
          <a:p>
            <a:pPr indent="0" lvl="0" marL="0" rtl="0" algn="l">
              <a:lnSpc>
                <a:spcPct val="115000"/>
              </a:lnSpc>
              <a:spcBef>
                <a:spcPts val="0"/>
              </a:spcBef>
              <a:spcAft>
                <a:spcPts val="0"/>
              </a:spcAft>
              <a:buSzPts val="2700"/>
              <a:buNone/>
            </a:pPr>
            <a:r>
              <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08434b8c83_0_15"/>
          <p:cNvSpPr txBox="1"/>
          <p:nvPr/>
        </p:nvSpPr>
        <p:spPr>
          <a:xfrm>
            <a:off x="12504350" y="1994350"/>
            <a:ext cx="5405100" cy="3634500"/>
          </a:xfrm>
          <a:prstGeom prst="rect">
            <a:avLst/>
          </a:prstGeom>
          <a:solidFill>
            <a:srgbClr val="FFFEFF"/>
          </a:solidFill>
          <a:ln>
            <a:noFill/>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600"/>
              <a:buFont typeface="Arial"/>
              <a:buNone/>
            </a:pPr>
            <a:r>
              <a:rPr b="1" i="0" lang="fr-FR" sz="1600" u="none" cap="none" strike="noStrike">
                <a:solidFill>
                  <a:schemeClr val="accent4"/>
                </a:solidFill>
                <a:latin typeface="Calibri"/>
                <a:ea typeface="Calibri"/>
                <a:cs typeface="Calibri"/>
                <a:sym typeface="Calibri"/>
              </a:rPr>
              <a:t>KEY FEATURES</a:t>
            </a:r>
            <a:endParaRPr b="1" i="0" sz="1600" u="none" cap="none" strike="noStrike">
              <a:solidFill>
                <a:schemeClr val="dk1"/>
              </a:solidFill>
              <a:latin typeface="Calibri"/>
              <a:ea typeface="Calibri"/>
              <a:cs typeface="Calibri"/>
              <a:sym typeface="Calibri"/>
            </a:endParaRPr>
          </a:p>
          <a:p>
            <a:pPr indent="-330200" lvl="0" marL="457200" marR="0" rtl="0" algn="l">
              <a:lnSpc>
                <a:spcPct val="12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Financial Management: Manage accounting, billing, and financial reporting in a centralized system</a:t>
            </a:r>
            <a:endParaRPr b="0" i="0" sz="1600" u="none" cap="none" strike="noStrike">
              <a:solidFill>
                <a:schemeClr val="dk1"/>
              </a:solidFill>
              <a:latin typeface="Calibri"/>
              <a:ea typeface="Calibri"/>
              <a:cs typeface="Calibri"/>
              <a:sym typeface="Calibri"/>
            </a:endParaRPr>
          </a:p>
          <a:p>
            <a:pPr indent="-330200" lvl="0" marL="457200" marR="0" rtl="0" algn="l">
              <a:lnSpc>
                <a:spcPct val="12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Inventory &amp; Order Management: Track inventory, manage orders, and support operational workflows</a:t>
            </a:r>
            <a:endParaRPr b="0" i="0" sz="1600" u="none" cap="none" strike="noStrike">
              <a:solidFill>
                <a:schemeClr val="dk1"/>
              </a:solidFill>
              <a:latin typeface="Calibri"/>
              <a:ea typeface="Calibri"/>
              <a:cs typeface="Calibri"/>
              <a:sym typeface="Calibri"/>
            </a:endParaRPr>
          </a:p>
          <a:p>
            <a:pPr indent="-330200" lvl="0" marL="457200" marR="0" rtl="0" algn="l">
              <a:lnSpc>
                <a:spcPct val="12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ERP Data Centralization: Single source of truth for all business data across departments</a:t>
            </a:r>
            <a:endParaRPr b="0" i="0" sz="1600" u="none" cap="none" strike="noStrike">
              <a:solidFill>
                <a:schemeClr val="dk1"/>
              </a:solidFill>
              <a:latin typeface="Calibri"/>
              <a:ea typeface="Calibri"/>
              <a:cs typeface="Calibri"/>
              <a:sym typeface="Calibri"/>
            </a:endParaRPr>
          </a:p>
          <a:p>
            <a:pPr indent="-330200" lvl="0" marL="457200" marR="0" rtl="0" algn="l">
              <a:lnSpc>
                <a:spcPct val="12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Reporting &amp; Analytics: Generate reports and insights to support business decision-making</a:t>
            </a:r>
            <a:endParaRPr b="0" i="0" sz="1600" u="none" cap="none" strike="noStrike">
              <a:solidFill>
                <a:schemeClr val="dk1"/>
              </a:solidFill>
              <a:latin typeface="Calibri"/>
              <a:ea typeface="Calibri"/>
              <a:cs typeface="Calibri"/>
              <a:sym typeface="Calibri"/>
            </a:endParaRPr>
          </a:p>
        </p:txBody>
      </p:sp>
      <p:sp>
        <p:nvSpPr>
          <p:cNvPr id="279" name="Google Shape;279;g308434b8c83_0_15"/>
          <p:cNvSpPr txBox="1"/>
          <p:nvPr/>
        </p:nvSpPr>
        <p:spPr>
          <a:xfrm>
            <a:off x="12504275" y="5709100"/>
            <a:ext cx="5405100" cy="4458600"/>
          </a:xfrm>
          <a:prstGeom prst="rect">
            <a:avLst/>
          </a:prstGeom>
          <a:solidFill>
            <a:srgbClr val="FFFEFF"/>
          </a:solid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600"/>
              <a:buFont typeface="Arial"/>
              <a:buNone/>
            </a:pPr>
            <a:r>
              <a:rPr b="1" i="0" lang="fr-FR" sz="1600" u="none" cap="none" strike="noStrike">
                <a:solidFill>
                  <a:schemeClr val="accent4"/>
                </a:solidFill>
                <a:latin typeface="Calibri"/>
                <a:ea typeface="Calibri"/>
                <a:cs typeface="Calibri"/>
                <a:sym typeface="Calibri"/>
              </a:rPr>
              <a:t>TECH STACK</a:t>
            </a:r>
            <a:endParaRPr b="1" i="0" sz="1600" u="none" cap="none" strike="noStrike">
              <a:solidFill>
                <a:schemeClr val="accent4"/>
              </a:solidFill>
              <a:latin typeface="Calibri"/>
              <a:ea typeface="Calibri"/>
              <a:cs typeface="Calibri"/>
              <a:sym typeface="Calibri"/>
            </a:endParaRPr>
          </a:p>
          <a:p>
            <a:pPr indent="-330200" lvl="0" marL="457200" marR="0" rtl="0" algn="l">
              <a:lnSpc>
                <a:spcPct val="115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Development Language:</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RPG</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Java</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Database: IBM DB2, SQL Server</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Platform: Boomi, Netsuite</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fr-FR" sz="1600" u="none" cap="none" strike="noStrike">
                <a:solidFill>
                  <a:schemeClr val="dk1"/>
                </a:solidFill>
                <a:latin typeface="Calibri"/>
                <a:ea typeface="Calibri"/>
                <a:cs typeface="Calibri"/>
                <a:sym typeface="Calibri"/>
              </a:rPr>
              <a:t>Cloud: Azure</a:t>
            </a:r>
            <a:endParaRPr b="0" i="0" sz="1600" u="none" cap="none" strike="noStrike">
              <a:solidFill>
                <a:schemeClr val="dk1"/>
              </a:solidFill>
              <a:latin typeface="Calibri"/>
              <a:ea typeface="Calibri"/>
              <a:cs typeface="Calibri"/>
              <a:sym typeface="Calibri"/>
            </a:endParaRPr>
          </a:p>
        </p:txBody>
      </p:sp>
      <p:sp>
        <p:nvSpPr>
          <p:cNvPr id="280" name="Google Shape;280;g308434b8c83_0_15"/>
          <p:cNvSpPr txBox="1"/>
          <p:nvPr>
            <p:ph idx="3" type="body"/>
          </p:nvPr>
        </p:nvSpPr>
        <p:spPr>
          <a:xfrm>
            <a:off x="541404" y="8968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Technology Detail</a:t>
            </a:r>
            <a:endParaRPr/>
          </a:p>
        </p:txBody>
      </p:sp>
      <p:graphicFrame>
        <p:nvGraphicFramePr>
          <p:cNvPr id="281" name="Google Shape;281;g308434b8c83_0_15"/>
          <p:cNvGraphicFramePr/>
          <p:nvPr/>
        </p:nvGraphicFramePr>
        <p:xfrm>
          <a:off x="152400" y="152400"/>
          <a:ext cx="3000000" cy="3000000"/>
        </p:xfrm>
        <a:graphic>
          <a:graphicData uri="http://schemas.openxmlformats.org/drawingml/2006/table">
            <a:tbl>
              <a:tblPr>
                <a:noFill/>
                <a:tableStyleId>{9C3E05A9-70D6-43E0-BE02-FE0F1A6B3BC0}</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282" name="Google Shape;282;g308434b8c83_0_15"/>
          <p:cNvGraphicFramePr/>
          <p:nvPr/>
        </p:nvGraphicFramePr>
        <p:xfrm>
          <a:off x="304800" y="304800"/>
          <a:ext cx="3000000" cy="3000000"/>
        </p:xfrm>
        <a:graphic>
          <a:graphicData uri="http://schemas.openxmlformats.org/drawingml/2006/table">
            <a:tbl>
              <a:tblPr>
                <a:noFill/>
                <a:tableStyleId>{9C3E05A9-70D6-43E0-BE02-FE0F1A6B3BC0}</a:tableStyleId>
              </a:tblPr>
              <a:tblGrid>
                <a:gridCol w="1905000"/>
              </a:tblGrid>
              <a:tr h="200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pic>
        <p:nvPicPr>
          <p:cNvPr id="283" name="Google Shape;283;g308434b8c83_0_15"/>
          <p:cNvPicPr preferRelativeResize="0"/>
          <p:nvPr/>
        </p:nvPicPr>
        <p:blipFill rotWithShape="1">
          <a:blip r:embed="rId3">
            <a:alphaModFix/>
          </a:blip>
          <a:srcRect b="0" l="0" r="0" t="0"/>
          <a:stretch/>
        </p:blipFill>
        <p:spPr>
          <a:xfrm>
            <a:off x="541400" y="2012025"/>
            <a:ext cx="11795926" cy="8173524"/>
          </a:xfrm>
          <a:prstGeom prst="rect">
            <a:avLst/>
          </a:prstGeom>
          <a:noFill/>
          <a:ln cap="flat" cmpd="sng" w="9525">
            <a:solidFill>
              <a:srgbClr val="000000"/>
            </a:solidFill>
            <a:prstDash val="solid"/>
            <a:round/>
            <a:headEnd len="sm" w="sm" type="none"/>
            <a:tailEnd len="sm" w="sm" type="none"/>
          </a:ln>
        </p:spPr>
      </p:pic>
      <p:sp>
        <p:nvSpPr>
          <p:cNvPr id="284" name="Google Shape;284;g308434b8c83_0_15"/>
          <p:cNvSpPr txBox="1"/>
          <p:nvPr>
            <p:ph idx="3" type="body"/>
          </p:nvPr>
        </p:nvSpPr>
        <p:spPr>
          <a:xfrm>
            <a:off x="541404" y="14095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solidFill>
                  <a:schemeClr val="dk1"/>
                </a:solidFill>
              </a:rPr>
              <a:t>System Architecture</a:t>
            </a:r>
            <a:endParaRPr>
              <a:solidFill>
                <a:schemeClr val="dk1"/>
              </a:solidFill>
            </a:endParaRPr>
          </a:p>
        </p:txBody>
      </p:sp>
      <p:sp>
        <p:nvSpPr>
          <p:cNvPr id="285" name="Google Shape;285;g308434b8c83_0_15"/>
          <p:cNvSpPr txBox="1"/>
          <p:nvPr>
            <p:ph idx="1" type="body"/>
          </p:nvPr>
        </p:nvSpPr>
        <p:spPr>
          <a:xfrm>
            <a:off x="556421" y="202481"/>
            <a:ext cx="14404800" cy="52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SzPts val="3600"/>
              <a:buNone/>
            </a:pPr>
            <a:r>
              <a:rPr lang="fr-FR" sz="2900">
                <a:solidFill>
                  <a:schemeClr val="dk1"/>
                </a:solidFill>
              </a:rPr>
              <a:t>EN - ISG23223 – ERP Modernization &amp; Cloud Migration – Migration</a:t>
            </a:r>
            <a:endParaRPr sz="2900">
              <a:solidFill>
                <a:schemeClr val="dk1"/>
              </a:solidFill>
            </a:endParaRPr>
          </a:p>
        </p:txBody>
      </p:sp>
    </p:spTree>
  </p:cSld>
  <p:clrMapOvr>
    <a:masterClrMapping/>
  </p:clrMapOvr>
  <mc:AlternateContent>
    <mc:Choice Requires="p14">
      <p:transition spd="slow" p14:dur="2500">
        <p14:flip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dcfc85adf2_0_13"/>
          <p:cNvSpPr txBox="1"/>
          <p:nvPr>
            <p:ph idx="3" type="body"/>
          </p:nvPr>
        </p:nvSpPr>
        <p:spPr>
          <a:xfrm>
            <a:off x="541404" y="8968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Technology Detail</a:t>
            </a:r>
            <a:endParaRPr/>
          </a:p>
        </p:txBody>
      </p:sp>
      <p:graphicFrame>
        <p:nvGraphicFramePr>
          <p:cNvPr id="292" name="Google Shape;292;g3dcfc85adf2_0_13"/>
          <p:cNvGraphicFramePr/>
          <p:nvPr/>
        </p:nvGraphicFramePr>
        <p:xfrm>
          <a:off x="152400" y="152400"/>
          <a:ext cx="3000000" cy="3000000"/>
        </p:xfrm>
        <a:graphic>
          <a:graphicData uri="http://schemas.openxmlformats.org/drawingml/2006/table">
            <a:tbl>
              <a:tblPr>
                <a:noFill/>
                <a:tableStyleId>{9C3E05A9-70D6-43E0-BE02-FE0F1A6B3BC0}</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293" name="Google Shape;293;g3dcfc85adf2_0_13"/>
          <p:cNvGraphicFramePr/>
          <p:nvPr/>
        </p:nvGraphicFramePr>
        <p:xfrm>
          <a:off x="304800" y="304800"/>
          <a:ext cx="3000000" cy="3000000"/>
        </p:xfrm>
        <a:graphic>
          <a:graphicData uri="http://schemas.openxmlformats.org/drawingml/2006/table">
            <a:tbl>
              <a:tblPr>
                <a:noFill/>
                <a:tableStyleId>{9C3E05A9-70D6-43E0-BE02-FE0F1A6B3BC0}</a:tableStyleId>
              </a:tblPr>
              <a:tblGrid>
                <a:gridCol w="1905000"/>
              </a:tblGrid>
              <a:tr h="200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
        <p:nvSpPr>
          <p:cNvPr id="294" name="Google Shape;294;g3dcfc85adf2_0_13"/>
          <p:cNvSpPr txBox="1"/>
          <p:nvPr>
            <p:ph idx="3" type="body"/>
          </p:nvPr>
        </p:nvSpPr>
        <p:spPr>
          <a:xfrm>
            <a:off x="541404" y="14095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solidFill>
                  <a:schemeClr val="dk1"/>
                </a:solidFill>
              </a:rPr>
              <a:t>System design</a:t>
            </a:r>
            <a:endParaRPr>
              <a:solidFill>
                <a:schemeClr val="dk1"/>
              </a:solidFill>
            </a:endParaRPr>
          </a:p>
        </p:txBody>
      </p:sp>
      <p:pic>
        <p:nvPicPr>
          <p:cNvPr id="295" name="Google Shape;295;g3dcfc85adf2_0_13"/>
          <p:cNvPicPr preferRelativeResize="0"/>
          <p:nvPr/>
        </p:nvPicPr>
        <p:blipFill rotWithShape="1">
          <a:blip r:embed="rId3">
            <a:alphaModFix/>
          </a:blip>
          <a:srcRect b="0" l="0" r="0" t="0"/>
          <a:stretch/>
        </p:blipFill>
        <p:spPr>
          <a:xfrm>
            <a:off x="781638" y="2241325"/>
            <a:ext cx="16724726" cy="7031712"/>
          </a:xfrm>
          <a:prstGeom prst="rect">
            <a:avLst/>
          </a:prstGeom>
          <a:noFill/>
          <a:ln>
            <a:noFill/>
          </a:ln>
        </p:spPr>
      </p:pic>
      <p:sp>
        <p:nvSpPr>
          <p:cNvPr id="296" name="Google Shape;296;g3dcfc85adf2_0_13"/>
          <p:cNvSpPr txBox="1"/>
          <p:nvPr>
            <p:ph idx="1" type="body"/>
          </p:nvPr>
        </p:nvSpPr>
        <p:spPr>
          <a:xfrm>
            <a:off x="556421" y="202481"/>
            <a:ext cx="14404800" cy="52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SzPts val="3600"/>
              <a:buNone/>
            </a:pPr>
            <a:r>
              <a:rPr lang="fr-FR" sz="2900">
                <a:solidFill>
                  <a:schemeClr val="dk1"/>
                </a:solidFill>
              </a:rPr>
              <a:t>EN - ISG23223 – ERP Modernization &amp; Cloud Migration – Migration</a:t>
            </a:r>
            <a:endParaRPr sz="2900">
              <a:solidFill>
                <a:schemeClr val="dk1"/>
              </a:solidFill>
            </a:endParaRPr>
          </a:p>
        </p:txBody>
      </p:sp>
    </p:spTree>
  </p:cSld>
  <p:clrMapOvr>
    <a:masterClrMapping/>
  </p:clrMapOvr>
  <mc:AlternateContent>
    <mc:Choice Requires="p14">
      <p:transition spd="slow" p14:dur="2500">
        <p14:flip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dcfc85adf2_0_26"/>
          <p:cNvSpPr txBox="1"/>
          <p:nvPr>
            <p:ph idx="3" type="body"/>
          </p:nvPr>
        </p:nvSpPr>
        <p:spPr>
          <a:xfrm>
            <a:off x="541404" y="896881"/>
            <a:ext cx="14404800" cy="512700"/>
          </a:xfrm>
          <a:prstGeom prst="rect">
            <a:avLst/>
          </a:prstGeom>
          <a:noFill/>
          <a:ln>
            <a:noFill/>
          </a:ln>
        </p:spPr>
        <p:txBody>
          <a:bodyPr anchorCtr="0" anchor="ctr" bIns="0" lIns="0" spcFirstLastPara="1" rIns="0" wrap="square" tIns="0">
            <a:noAutofit/>
          </a:bodyPr>
          <a:lstStyle/>
          <a:p>
            <a:pPr indent="0" lvl="0" marL="0" rtl="0" algn="l">
              <a:lnSpc>
                <a:spcPct val="108000"/>
              </a:lnSpc>
              <a:spcBef>
                <a:spcPts val="0"/>
              </a:spcBef>
              <a:spcAft>
                <a:spcPts val="0"/>
              </a:spcAft>
              <a:buSzPts val="2400"/>
              <a:buNone/>
            </a:pPr>
            <a:r>
              <a:rPr lang="fr-FR"/>
              <a:t>Business flow - Function Transition Chart</a:t>
            </a:r>
            <a:endParaRPr/>
          </a:p>
        </p:txBody>
      </p:sp>
      <p:graphicFrame>
        <p:nvGraphicFramePr>
          <p:cNvPr id="303" name="Google Shape;303;g3dcfc85adf2_0_26"/>
          <p:cNvGraphicFramePr/>
          <p:nvPr/>
        </p:nvGraphicFramePr>
        <p:xfrm>
          <a:off x="152400" y="152400"/>
          <a:ext cx="3000000" cy="3000000"/>
        </p:xfrm>
        <a:graphic>
          <a:graphicData uri="http://schemas.openxmlformats.org/drawingml/2006/table">
            <a:tbl>
              <a:tblPr>
                <a:noFill/>
                <a:tableStyleId>{9C3E05A9-70D6-43E0-BE02-FE0F1A6B3BC0}</a:tableStyleId>
              </a:tblPr>
              <a:tblGrid>
                <a:gridCol w="19050"/>
              </a:tblGrid>
              <a:tr h="19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304" name="Google Shape;304;g3dcfc85adf2_0_26"/>
          <p:cNvGraphicFramePr/>
          <p:nvPr/>
        </p:nvGraphicFramePr>
        <p:xfrm>
          <a:off x="304800" y="304800"/>
          <a:ext cx="3000000" cy="3000000"/>
        </p:xfrm>
        <a:graphic>
          <a:graphicData uri="http://schemas.openxmlformats.org/drawingml/2006/table">
            <a:tbl>
              <a:tblPr>
                <a:noFill/>
                <a:tableStyleId>{9C3E05A9-70D6-43E0-BE02-FE0F1A6B3BC0}</a:tableStyleId>
              </a:tblPr>
              <a:tblGrid>
                <a:gridCol w="1905000"/>
              </a:tblGrid>
              <a:tr h="200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pic>
        <p:nvPicPr>
          <p:cNvPr id="305" name="Google Shape;305;g3dcfc85adf2_0_26"/>
          <p:cNvPicPr preferRelativeResize="0"/>
          <p:nvPr/>
        </p:nvPicPr>
        <p:blipFill rotWithShape="1">
          <a:blip r:embed="rId3">
            <a:alphaModFix/>
          </a:blip>
          <a:srcRect b="0" l="0" r="0" t="0"/>
          <a:stretch/>
        </p:blipFill>
        <p:spPr>
          <a:xfrm>
            <a:off x="541402" y="2115104"/>
            <a:ext cx="16962325" cy="6492750"/>
          </a:xfrm>
          <a:prstGeom prst="rect">
            <a:avLst/>
          </a:prstGeom>
          <a:noFill/>
          <a:ln>
            <a:noFill/>
          </a:ln>
        </p:spPr>
      </p:pic>
      <p:sp>
        <p:nvSpPr>
          <p:cNvPr id="306" name="Google Shape;306;g3dcfc85adf2_0_26"/>
          <p:cNvSpPr txBox="1"/>
          <p:nvPr>
            <p:ph idx="1" type="body"/>
          </p:nvPr>
        </p:nvSpPr>
        <p:spPr>
          <a:xfrm>
            <a:off x="556421" y="202481"/>
            <a:ext cx="14404800" cy="521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SzPts val="3600"/>
              <a:buNone/>
            </a:pPr>
            <a:r>
              <a:rPr lang="fr-FR" sz="2900">
                <a:solidFill>
                  <a:schemeClr val="dk1"/>
                </a:solidFill>
              </a:rPr>
              <a:t>EN - ISG23223 – ERP Modernization &amp; Cloud Migration – Migration</a:t>
            </a:r>
            <a:endParaRPr sz="2900">
              <a:solidFill>
                <a:schemeClr val="dk1"/>
              </a:solidFill>
            </a:endParaRPr>
          </a:p>
        </p:txBody>
      </p:sp>
    </p:spTree>
  </p:cSld>
  <p:clrMapOvr>
    <a:masterClrMapping/>
  </p:clrMapOvr>
  <mc:AlternateContent>
    <mc:Choice Requires="p14">
      <p:transition spd="slow" p14:dur="2500">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ALTEN HEADER">
  <a:themeElements>
    <a:clrScheme name="Alten">
      <a:dk1>
        <a:srgbClr val="063C67"/>
      </a:dk1>
      <a:lt1>
        <a:srgbClr val="FFFFFF"/>
      </a:lt1>
      <a:dk2>
        <a:srgbClr val="858591"/>
      </a:dk2>
      <a:lt2>
        <a:srgbClr val="FFFFFF"/>
      </a:lt2>
      <a:accent1>
        <a:srgbClr val="FFC800"/>
      </a:accent1>
      <a:accent2>
        <a:srgbClr val="C0C0C8"/>
      </a:accent2>
      <a:accent3>
        <a:srgbClr val="063C67"/>
      </a:accent3>
      <a:accent4>
        <a:srgbClr val="1D93C9"/>
      </a:accent4>
      <a:accent5>
        <a:srgbClr val="7ECBEE"/>
      </a:accent5>
      <a:accent6>
        <a:srgbClr val="2F80F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2015-01-20T11:47:00Z</dcterms:created>
  <dc:creator>Палотенце</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0x01010012EE8AC122393943A9ADCEFBE47B62DB00E61A44395F846146BED630EFC674B05B|-928579862</vt:lpwstr>
  </property>
  <property fmtid="{D5CDD505-2E9C-101B-9397-08002B2CF9AE}" pid="3" name="ItemRetentionFormula">
    <vt:lpwstr>&lt;formula id="Microsoft.Office.RecordsManagement.PolicyFeatures.Expiration.Formula.BuiltIn"&gt;&lt;number&gt;2&lt;/number&gt;&lt;property&gt;Modified&lt;/property&gt;&lt;propertyId&gt;28cf69c5-fa48-462a-b5cd-27b6f9d2bd5f&lt;/propertyId&gt;&lt;period&gt;years&lt;/period&gt;&lt;/formula&gt;</vt:lpwstr>
  </property>
  <property fmtid="{D5CDD505-2E9C-101B-9397-08002B2CF9AE}" pid="4" name="Localisation">
    <vt:lpwstr>115;#Accueil|4bd8f80a-33e5-4319-9fab-049e47665117;#199;#Base documentaire|aece0523-a164-40b8-9ea9-90b1e27b8ebb;#214;#Base documentaire|87d88798-9dc2-4302-89ae-a5e1fd887acd;#105;#Modèles de documents|7de429f6-9219-40b1-9188-d5b91a7d27c9</vt:lpwstr>
  </property>
  <property fmtid="{D5CDD505-2E9C-101B-9397-08002B2CF9AE}" pid="5" name="Direction">
    <vt:lpwstr>14;#Direction de la Communication|810adefb-8b86-4726-9d0a-f00260b7b69b</vt:lpwstr>
  </property>
  <property fmtid="{D5CDD505-2E9C-101B-9397-08002B2CF9AE}" pid="6" name="WorkflowChangePath">
    <vt:lpwstr>79a2ffaa-4c2d-490b-9d8d-f58754e49537,4;</vt:lpwstr>
  </property>
  <property fmtid="{D5CDD505-2E9C-101B-9397-08002B2CF9AE}" pid="7" name="_dlc_ExpireDate">
    <vt:filetime>2021-02-18T16:57:28Z</vt:filetime>
  </property>
  <property fmtid="{D5CDD505-2E9C-101B-9397-08002B2CF9AE}" pid="8" name="KSOProductBuildVer">
    <vt:lpwstr>2070-11.2.0.8991</vt:lpwstr>
  </property>
  <property fmtid="{D5CDD505-2E9C-101B-9397-08002B2CF9AE}" pid="9" name="ContentTypeId">
    <vt:lpwstr>0x01010088C810095B12FB46AB33995422CA268B</vt:lpwstr>
  </property>
</Properties>
</file>