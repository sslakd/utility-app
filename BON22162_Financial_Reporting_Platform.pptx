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Lst>
  <p:sldSz cy="10287000" cx="18288000"/>
  <p:notesSz cx="6858000" cy="9144000"/>
  <p:embeddedFontLst>
    <p:embeddedFont>
      <p:font typeface="Zen Kaku Gothic New Medium"/>
      <p:regular r:id="rId10"/>
      <p:bold r:id="rId11"/>
    </p:embeddedFont>
    <p:embeddedFont>
      <p:font typeface="Arial Black"/>
      <p:regular r:id="rId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240">
          <p15:clr>
            <a:srgbClr val="A4A3A4"/>
          </p15:clr>
        </p15:guide>
        <p15:guide id="2" pos="5760">
          <p15:clr>
            <a:srgbClr val="A4A3A4"/>
          </p15:clr>
        </p15:guide>
      </p15:sldGuideLst>
    </p:ext>
    <p:ext uri="GoogleSlidesCustomDataVersion2">
      <go:slidesCustomData xmlns:go="http://customooxmlschemas.google.com/" r:id="rId13" roundtripDataSignature="AMtx7mjrEGcpZOXmW5kBd0NcXtXPsEwV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50671DB-1DC9-4DF0-91C4-7DA4BAF8C809}">
  <a:tblStyle styleId="{050671DB-1DC9-4DF0-91C4-7DA4BAF8C809}"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240" orient="horz"/>
        <p:guide pos="576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font" Target="fonts/ZenKakuGothicNewMedium-bold.fntdata"/><Relationship Id="rId10" Type="http://schemas.openxmlformats.org/officeDocument/2006/relationships/font" Target="fonts/ZenKakuGothicNewMedium-regular.fntdata"/><Relationship Id="rId13" Type="http://customschemas.google.com/relationships/presentationmetadata" Target="metadata"/><Relationship Id="rId12" Type="http://schemas.openxmlformats.org/officeDocument/2006/relationships/font" Target="fonts/ArialBlack-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fr-F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08434b8c83_0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4" name="Google Shape;274;g308434b8c83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286bf49f1e_1_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g3286bf49f1e_1_1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8" name="Google Shape;298;g3286bf49f1e_1_1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08434b8c83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g308434b8c83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4" name="Google Shape;314;g308434b8c83_0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9.png"/><Relationship Id="rId6" Type="http://schemas.openxmlformats.org/officeDocument/2006/relationships/image" Target="../media/image8.png"/><Relationship Id="rId7" Type="http://schemas.openxmlformats.org/officeDocument/2006/relationships/image" Target="../media/image10.png"/><Relationship Id="rId8" Type="http://schemas.openxmlformats.org/officeDocument/2006/relationships/image" Target="../media/image1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f Projet">
  <p:cSld name="Ref Projet">
    <p:spTree>
      <p:nvGrpSpPr>
        <p:cNvPr id="19" name="Shape 19"/>
        <p:cNvGrpSpPr/>
        <p:nvPr/>
      </p:nvGrpSpPr>
      <p:grpSpPr>
        <a:xfrm>
          <a:off x="0" y="0"/>
          <a:ext cx="0" cy="0"/>
          <a:chOff x="0" y="0"/>
          <a:chExt cx="0" cy="0"/>
        </a:xfrm>
      </p:grpSpPr>
      <p:sp>
        <p:nvSpPr>
          <p:cNvPr id="20" name="Google Shape;20;p5"/>
          <p:cNvSpPr/>
          <p:nvPr>
            <p:ph idx="2" type="pic"/>
          </p:nvPr>
        </p:nvSpPr>
        <p:spPr>
          <a:xfrm>
            <a:off x="559317" y="1857090"/>
            <a:ext cx="3948541" cy="3006096"/>
          </a:xfrm>
          <a:prstGeom prst="rect">
            <a:avLst/>
          </a:prstGeom>
          <a:noFill/>
          <a:ln>
            <a:noFill/>
          </a:ln>
        </p:spPr>
      </p:sp>
      <p:sp>
        <p:nvSpPr>
          <p:cNvPr id="21" name="Google Shape;21;p5"/>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2" name="Google Shape;22;p5"/>
          <p:cNvSpPr txBox="1"/>
          <p:nvPr>
            <p:ph idx="3"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3" name="Google Shape;23;p5"/>
          <p:cNvSpPr/>
          <p:nvPr/>
        </p:nvSpPr>
        <p:spPr>
          <a:xfrm flipH="1" rot="10800000">
            <a:off x="13715998" y="1456622"/>
            <a:ext cx="215506" cy="8856000"/>
          </a:xfrm>
          <a:prstGeom prst="rect">
            <a:avLst/>
          </a:prstGeom>
          <a:solidFill>
            <a:srgbClr val="E5E5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24" name="Google Shape;24;p5"/>
          <p:cNvSpPr/>
          <p:nvPr/>
        </p:nvSpPr>
        <p:spPr>
          <a:xfrm flipH="1" rot="10800000">
            <a:off x="11557414" y="1456622"/>
            <a:ext cx="215506" cy="8856000"/>
          </a:xfrm>
          <a:prstGeom prst="rect">
            <a:avLst/>
          </a:prstGeom>
          <a:solidFill>
            <a:srgbClr val="E5E5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25" name="Google Shape;25;p5"/>
          <p:cNvSpPr/>
          <p:nvPr/>
        </p:nvSpPr>
        <p:spPr>
          <a:xfrm rot="5400000">
            <a:off x="13330339" y="2090275"/>
            <a:ext cx="1143001" cy="550272"/>
          </a:xfrm>
          <a:prstGeom prst="triangle">
            <a:avLst>
              <a:gd fmla="val 50000" name="adj"/>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Calibri"/>
              <a:ea typeface="Calibri"/>
              <a:cs typeface="Calibri"/>
              <a:sym typeface="Calibri"/>
            </a:endParaRPr>
          </a:p>
        </p:txBody>
      </p:sp>
      <p:sp>
        <p:nvSpPr>
          <p:cNvPr id="26" name="Google Shape;26;p5"/>
          <p:cNvSpPr/>
          <p:nvPr/>
        </p:nvSpPr>
        <p:spPr>
          <a:xfrm flipH="1" rot="10800000">
            <a:off x="11763586" y="1456620"/>
            <a:ext cx="1952411" cy="8855997"/>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grpSp>
        <p:nvGrpSpPr>
          <p:cNvPr id="27" name="Google Shape;27;p5"/>
          <p:cNvGrpSpPr/>
          <p:nvPr/>
        </p:nvGrpSpPr>
        <p:grpSpPr>
          <a:xfrm>
            <a:off x="12193571" y="5895686"/>
            <a:ext cx="1065370" cy="1065370"/>
            <a:chOff x="16536830" y="1845872"/>
            <a:chExt cx="1065370" cy="1065370"/>
          </a:xfrm>
        </p:grpSpPr>
        <p:sp>
          <p:nvSpPr>
            <p:cNvPr id="28" name="Google Shape;28;p5"/>
            <p:cNvSpPr/>
            <p:nvPr/>
          </p:nvSpPr>
          <p:spPr>
            <a:xfrm>
              <a:off x="16536830" y="1845872"/>
              <a:ext cx="1065370" cy="106537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Calibri"/>
                <a:ea typeface="Calibri"/>
                <a:cs typeface="Calibri"/>
                <a:sym typeface="Calibri"/>
              </a:endParaRPr>
            </a:p>
          </p:txBody>
        </p:sp>
        <p:pic>
          <p:nvPicPr>
            <p:cNvPr id="29" name="Google Shape;29;p5"/>
            <p:cNvPicPr preferRelativeResize="0"/>
            <p:nvPr/>
          </p:nvPicPr>
          <p:blipFill rotWithShape="1">
            <a:blip r:embed="rId2">
              <a:alphaModFix/>
            </a:blip>
            <a:srcRect b="0" l="0" r="0" t="0"/>
            <a:stretch/>
          </p:blipFill>
          <p:spPr>
            <a:xfrm>
              <a:off x="16730018" y="2053039"/>
              <a:ext cx="648000" cy="648000"/>
            </a:xfrm>
            <a:prstGeom prst="rect">
              <a:avLst/>
            </a:prstGeom>
            <a:noFill/>
            <a:ln>
              <a:noFill/>
            </a:ln>
          </p:spPr>
        </p:pic>
      </p:grpSp>
      <p:grpSp>
        <p:nvGrpSpPr>
          <p:cNvPr id="30" name="Google Shape;30;p5"/>
          <p:cNvGrpSpPr/>
          <p:nvPr/>
        </p:nvGrpSpPr>
        <p:grpSpPr>
          <a:xfrm>
            <a:off x="12193571" y="3839969"/>
            <a:ext cx="1065370" cy="1065370"/>
            <a:chOff x="15011400" y="1845872"/>
            <a:chExt cx="1065370" cy="1065370"/>
          </a:xfrm>
        </p:grpSpPr>
        <p:sp>
          <p:nvSpPr>
            <p:cNvPr id="31" name="Google Shape;31;p5"/>
            <p:cNvSpPr/>
            <p:nvPr/>
          </p:nvSpPr>
          <p:spPr>
            <a:xfrm>
              <a:off x="15011400" y="1845872"/>
              <a:ext cx="1065370" cy="106537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Calibri"/>
                <a:ea typeface="Calibri"/>
                <a:cs typeface="Calibri"/>
                <a:sym typeface="Calibri"/>
              </a:endParaRPr>
            </a:p>
          </p:txBody>
        </p:sp>
        <p:pic>
          <p:nvPicPr>
            <p:cNvPr id="32" name="Google Shape;32;p5"/>
            <p:cNvPicPr preferRelativeResize="0"/>
            <p:nvPr/>
          </p:nvPicPr>
          <p:blipFill rotWithShape="1">
            <a:blip r:embed="rId3">
              <a:alphaModFix/>
            </a:blip>
            <a:srcRect b="0" l="0" r="0" t="0"/>
            <a:stretch/>
          </p:blipFill>
          <p:spPr>
            <a:xfrm flipH="1">
              <a:off x="15194693" y="2027399"/>
              <a:ext cx="684000" cy="684000"/>
            </a:xfrm>
            <a:prstGeom prst="rect">
              <a:avLst/>
            </a:prstGeom>
            <a:noFill/>
            <a:ln>
              <a:noFill/>
            </a:ln>
          </p:spPr>
        </p:pic>
      </p:grpSp>
      <p:grpSp>
        <p:nvGrpSpPr>
          <p:cNvPr id="33" name="Google Shape;33;p5"/>
          <p:cNvGrpSpPr/>
          <p:nvPr/>
        </p:nvGrpSpPr>
        <p:grpSpPr>
          <a:xfrm>
            <a:off x="12193571" y="7951402"/>
            <a:ext cx="1065370" cy="1065370"/>
            <a:chOff x="13558142" y="1845872"/>
            <a:chExt cx="1065370" cy="1065370"/>
          </a:xfrm>
        </p:grpSpPr>
        <p:sp>
          <p:nvSpPr>
            <p:cNvPr id="34" name="Google Shape;34;p5"/>
            <p:cNvSpPr/>
            <p:nvPr/>
          </p:nvSpPr>
          <p:spPr>
            <a:xfrm>
              <a:off x="13558142" y="1845872"/>
              <a:ext cx="1065370" cy="106537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Calibri"/>
                <a:ea typeface="Calibri"/>
                <a:cs typeface="Calibri"/>
                <a:sym typeface="Calibri"/>
              </a:endParaRPr>
            </a:p>
          </p:txBody>
        </p:sp>
        <p:pic>
          <p:nvPicPr>
            <p:cNvPr id="35" name="Google Shape;35;p5"/>
            <p:cNvPicPr preferRelativeResize="0"/>
            <p:nvPr/>
          </p:nvPicPr>
          <p:blipFill rotWithShape="1">
            <a:blip r:embed="rId4">
              <a:alphaModFix/>
            </a:blip>
            <a:srcRect b="0" l="0" r="0" t="0"/>
            <a:stretch/>
          </p:blipFill>
          <p:spPr>
            <a:xfrm>
              <a:off x="13765995" y="2072730"/>
              <a:ext cx="680384" cy="680384"/>
            </a:xfrm>
            <a:prstGeom prst="rect">
              <a:avLst/>
            </a:prstGeom>
            <a:noFill/>
            <a:ln>
              <a:noFill/>
            </a:ln>
          </p:spPr>
        </p:pic>
      </p:grpSp>
      <p:grpSp>
        <p:nvGrpSpPr>
          <p:cNvPr id="36" name="Google Shape;36;p5"/>
          <p:cNvGrpSpPr/>
          <p:nvPr/>
        </p:nvGrpSpPr>
        <p:grpSpPr>
          <a:xfrm>
            <a:off x="12193571" y="1784252"/>
            <a:ext cx="1065370" cy="1065370"/>
            <a:chOff x="12027516" y="1845872"/>
            <a:chExt cx="1065370" cy="1065370"/>
          </a:xfrm>
        </p:grpSpPr>
        <p:sp>
          <p:nvSpPr>
            <p:cNvPr id="37" name="Google Shape;37;p5"/>
            <p:cNvSpPr/>
            <p:nvPr/>
          </p:nvSpPr>
          <p:spPr>
            <a:xfrm>
              <a:off x="12027516" y="1845872"/>
              <a:ext cx="1065370" cy="106537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Calibri"/>
                <a:ea typeface="Calibri"/>
                <a:cs typeface="Calibri"/>
                <a:sym typeface="Calibri"/>
              </a:endParaRPr>
            </a:p>
          </p:txBody>
        </p:sp>
        <p:pic>
          <p:nvPicPr>
            <p:cNvPr id="38" name="Google Shape;38;p5"/>
            <p:cNvPicPr preferRelativeResize="0"/>
            <p:nvPr/>
          </p:nvPicPr>
          <p:blipFill rotWithShape="1">
            <a:blip r:embed="rId5">
              <a:alphaModFix/>
            </a:blip>
            <a:srcRect b="0" l="0" r="0" t="0"/>
            <a:stretch/>
          </p:blipFill>
          <p:spPr>
            <a:xfrm>
              <a:off x="12195083" y="1976776"/>
              <a:ext cx="724263" cy="724263"/>
            </a:xfrm>
            <a:prstGeom prst="rect">
              <a:avLst/>
            </a:prstGeom>
            <a:noFill/>
            <a:ln>
              <a:noFill/>
            </a:ln>
          </p:spPr>
        </p:pic>
      </p:grpSp>
      <p:sp>
        <p:nvSpPr>
          <p:cNvPr id="39" name="Google Shape;39;p5"/>
          <p:cNvSpPr txBox="1"/>
          <p:nvPr>
            <p:ph idx="4" type="body"/>
          </p:nvPr>
        </p:nvSpPr>
        <p:spPr>
          <a:xfrm>
            <a:off x="5106176" y="2527763"/>
            <a:ext cx="6246094" cy="4293935"/>
          </a:xfrm>
          <a:prstGeom prst="rect">
            <a:avLst/>
          </a:prstGeom>
          <a:noFill/>
          <a:ln>
            <a:noFill/>
          </a:ln>
        </p:spPr>
        <p:txBody>
          <a:bodyPr anchorCtr="0" anchor="t" bIns="144000" lIns="0" spcFirstLastPara="1" rIns="144000" wrap="square" tIns="0">
            <a:noAutofit/>
          </a:bodyPr>
          <a:lstStyle>
            <a:lvl1pPr indent="-228600" lvl="0" marL="457200" marR="0" rtl="0" algn="l">
              <a:lnSpc>
                <a:spcPct val="90000"/>
              </a:lnSpc>
              <a:spcBef>
                <a:spcPts val="800"/>
              </a:spcBef>
              <a:spcAft>
                <a:spcPts val="0"/>
              </a:spcAft>
              <a:buClr>
                <a:srgbClr val="1D94C9"/>
              </a:buClr>
              <a:buSzPts val="2700"/>
              <a:buFont typeface="Arial"/>
              <a:buNone/>
              <a:defRPr b="0" i="0" sz="1800" u="none" cap="none" strike="noStrike">
                <a:solidFill>
                  <a:schemeClr val="dk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40" name="Google Shape;40;p5"/>
          <p:cNvSpPr txBox="1"/>
          <p:nvPr>
            <p:ph idx="5" type="body"/>
          </p:nvPr>
        </p:nvSpPr>
        <p:spPr>
          <a:xfrm>
            <a:off x="5106175" y="6820794"/>
            <a:ext cx="6247500" cy="2144100"/>
          </a:xfrm>
          <a:prstGeom prst="rect">
            <a:avLst/>
          </a:prstGeom>
          <a:noFill/>
          <a:ln>
            <a:noFill/>
          </a:ln>
        </p:spPr>
        <p:txBody>
          <a:bodyPr anchorCtr="0" anchor="t" bIns="144000" lIns="0" spcFirstLastPara="1" rIns="144000" wrap="square" tIns="0">
            <a:noAutofit/>
          </a:bodyPr>
          <a:lstStyle>
            <a:lvl1pPr indent="-400050" lvl="0" marL="457200" marR="0" rtl="0" algn="l">
              <a:lnSpc>
                <a:spcPct val="90000"/>
              </a:lnSpc>
              <a:spcBef>
                <a:spcPts val="0"/>
              </a:spcBef>
              <a:spcAft>
                <a:spcPts val="0"/>
              </a:spcAft>
              <a:buClr>
                <a:srgbClr val="1D94C9"/>
              </a:buClr>
              <a:buSzPts val="2700"/>
              <a:buFont typeface="Arial"/>
              <a:buChar char="•"/>
              <a:defRPr b="0" i="0" sz="1800" u="none" cap="none" strike="noStrike">
                <a:solidFill>
                  <a:schemeClr val="dk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41" name="Google Shape;41;p5"/>
          <p:cNvSpPr txBox="1"/>
          <p:nvPr>
            <p:ph idx="6" type="body"/>
          </p:nvPr>
        </p:nvSpPr>
        <p:spPr>
          <a:xfrm>
            <a:off x="635585" y="5855290"/>
            <a:ext cx="3872272" cy="4024025"/>
          </a:xfrm>
          <a:prstGeom prst="rect">
            <a:avLst/>
          </a:prstGeom>
          <a:noFill/>
          <a:ln>
            <a:noFill/>
          </a:ln>
        </p:spPr>
        <p:txBody>
          <a:bodyPr anchorCtr="0" anchor="t" bIns="144000" lIns="0" spcFirstLastPara="1" rIns="144000" wrap="square" tIns="0">
            <a:noAutofit/>
          </a:bodyPr>
          <a:lstStyle>
            <a:lvl1pPr indent="-228600" lvl="0" marL="457200" marR="0" rtl="0" algn="l">
              <a:lnSpc>
                <a:spcPct val="90000"/>
              </a:lnSpc>
              <a:spcBef>
                <a:spcPts val="0"/>
              </a:spcBef>
              <a:spcAft>
                <a:spcPts val="0"/>
              </a:spcAft>
              <a:buClr>
                <a:srgbClr val="1D94C9"/>
              </a:buClr>
              <a:buSzPts val="2700"/>
              <a:buFont typeface="Arial"/>
              <a:buNone/>
              <a:defRPr b="0" i="0" sz="1800" u="none" cap="none" strike="noStrike">
                <a:solidFill>
                  <a:schemeClr val="dk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42" name="Google Shape;42;p5"/>
          <p:cNvSpPr txBox="1"/>
          <p:nvPr>
            <p:ph idx="7" type="body"/>
          </p:nvPr>
        </p:nvSpPr>
        <p:spPr>
          <a:xfrm>
            <a:off x="11779861" y="3009900"/>
            <a:ext cx="1936136" cy="423388"/>
          </a:xfrm>
          <a:prstGeom prst="rect">
            <a:avLst/>
          </a:prstGeom>
          <a:noFill/>
          <a:ln>
            <a:noFill/>
          </a:ln>
        </p:spPr>
        <p:txBody>
          <a:bodyPr anchorCtr="0" anchor="t" bIns="144000" lIns="0" spcFirstLastPara="1" rIns="144000" wrap="square" tIns="0">
            <a:noAutofit/>
          </a:bodyPr>
          <a:lstStyle>
            <a:lvl1pPr indent="-228600" lvl="0" marL="457200" marR="0" rtl="0" algn="ctr">
              <a:lnSpc>
                <a:spcPct val="90000"/>
              </a:lnSpc>
              <a:spcBef>
                <a:spcPts val="0"/>
              </a:spcBef>
              <a:spcAft>
                <a:spcPts val="0"/>
              </a:spcAft>
              <a:buClr>
                <a:srgbClr val="1D94C9"/>
              </a:buClr>
              <a:buSzPts val="2700"/>
              <a:buFont typeface="Arial"/>
              <a:buNone/>
              <a:defRPr b="1" i="0" sz="18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43" name="Google Shape;43;p5"/>
          <p:cNvSpPr txBox="1"/>
          <p:nvPr>
            <p:ph idx="8" type="body"/>
          </p:nvPr>
        </p:nvSpPr>
        <p:spPr>
          <a:xfrm>
            <a:off x="11779861" y="5071175"/>
            <a:ext cx="1936136" cy="423388"/>
          </a:xfrm>
          <a:prstGeom prst="rect">
            <a:avLst/>
          </a:prstGeom>
          <a:noFill/>
          <a:ln>
            <a:noFill/>
          </a:ln>
        </p:spPr>
        <p:txBody>
          <a:bodyPr anchorCtr="0" anchor="t" bIns="144000" lIns="0" spcFirstLastPara="1" rIns="144000" wrap="square" tIns="0">
            <a:noAutofit/>
          </a:bodyPr>
          <a:lstStyle>
            <a:lvl1pPr indent="-228600" lvl="0" marL="457200" marR="0" rtl="0" algn="ctr">
              <a:lnSpc>
                <a:spcPct val="90000"/>
              </a:lnSpc>
              <a:spcBef>
                <a:spcPts val="0"/>
              </a:spcBef>
              <a:spcAft>
                <a:spcPts val="0"/>
              </a:spcAft>
              <a:buClr>
                <a:srgbClr val="1D94C9"/>
              </a:buClr>
              <a:buSzPts val="2700"/>
              <a:buFont typeface="Arial"/>
              <a:buNone/>
              <a:defRPr b="1" i="0" sz="18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44" name="Google Shape;44;p5"/>
          <p:cNvSpPr txBox="1"/>
          <p:nvPr>
            <p:ph idx="9" type="body"/>
          </p:nvPr>
        </p:nvSpPr>
        <p:spPr>
          <a:xfrm>
            <a:off x="11779861" y="7116951"/>
            <a:ext cx="1936136" cy="423388"/>
          </a:xfrm>
          <a:prstGeom prst="rect">
            <a:avLst/>
          </a:prstGeom>
          <a:noFill/>
          <a:ln>
            <a:noFill/>
          </a:ln>
        </p:spPr>
        <p:txBody>
          <a:bodyPr anchorCtr="0" anchor="t" bIns="144000" lIns="0" spcFirstLastPara="1" rIns="144000" wrap="square" tIns="0">
            <a:noAutofit/>
          </a:bodyPr>
          <a:lstStyle>
            <a:lvl1pPr indent="-228600" lvl="0" marL="457200" marR="0" rtl="0" algn="ctr">
              <a:lnSpc>
                <a:spcPct val="90000"/>
              </a:lnSpc>
              <a:spcBef>
                <a:spcPts val="0"/>
              </a:spcBef>
              <a:spcAft>
                <a:spcPts val="0"/>
              </a:spcAft>
              <a:buClr>
                <a:srgbClr val="1D94C9"/>
              </a:buClr>
              <a:buSzPts val="2700"/>
              <a:buFont typeface="Arial"/>
              <a:buNone/>
              <a:defRPr b="1" i="0" sz="18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45" name="Google Shape;45;p5"/>
          <p:cNvSpPr txBox="1"/>
          <p:nvPr>
            <p:ph idx="13" type="body"/>
          </p:nvPr>
        </p:nvSpPr>
        <p:spPr>
          <a:xfrm>
            <a:off x="11779861" y="9178226"/>
            <a:ext cx="1936136" cy="423388"/>
          </a:xfrm>
          <a:prstGeom prst="rect">
            <a:avLst/>
          </a:prstGeom>
          <a:noFill/>
          <a:ln>
            <a:noFill/>
          </a:ln>
        </p:spPr>
        <p:txBody>
          <a:bodyPr anchorCtr="0" anchor="t" bIns="144000" lIns="0" spcFirstLastPara="1" rIns="144000" wrap="square" tIns="0">
            <a:noAutofit/>
          </a:bodyPr>
          <a:lstStyle>
            <a:lvl1pPr indent="-228600" lvl="0" marL="457200" marR="0" rtl="0" algn="ctr">
              <a:lnSpc>
                <a:spcPct val="90000"/>
              </a:lnSpc>
              <a:spcBef>
                <a:spcPts val="0"/>
              </a:spcBef>
              <a:spcAft>
                <a:spcPts val="0"/>
              </a:spcAft>
              <a:buClr>
                <a:srgbClr val="1D94C9"/>
              </a:buClr>
              <a:buSzPts val="2700"/>
              <a:buFont typeface="Arial"/>
              <a:buNone/>
              <a:defRPr b="1" i="0" sz="18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46" name="Google Shape;46;p5"/>
          <p:cNvSpPr txBox="1"/>
          <p:nvPr>
            <p:ph idx="14" type="body"/>
          </p:nvPr>
        </p:nvSpPr>
        <p:spPr>
          <a:xfrm>
            <a:off x="14283763" y="3665051"/>
            <a:ext cx="3700340" cy="6388177"/>
          </a:xfrm>
          <a:prstGeom prst="rect">
            <a:avLst/>
          </a:prstGeom>
          <a:noFill/>
          <a:ln>
            <a:noFill/>
          </a:ln>
        </p:spPr>
        <p:txBody>
          <a:bodyPr anchorCtr="0" anchor="t" bIns="144000" lIns="0" spcFirstLastPara="1" rIns="144000" wrap="square" tIns="0">
            <a:noAutofit/>
          </a:bodyPr>
          <a:lstStyle>
            <a:lvl1pPr indent="-419100" lvl="0" marL="457200" marR="0" rtl="0" algn="l">
              <a:lnSpc>
                <a:spcPct val="90000"/>
              </a:lnSpc>
              <a:spcBef>
                <a:spcPts val="1400"/>
              </a:spcBef>
              <a:spcAft>
                <a:spcPts val="0"/>
              </a:spcAft>
              <a:buClr>
                <a:schemeClr val="accent1"/>
              </a:buClr>
              <a:buSzPts val="3000"/>
              <a:buFont typeface="Merriweather Sans"/>
              <a:buChar char="▸"/>
              <a:defRPr b="0" i="0" sz="2000" u="none" cap="none" strike="noStrike">
                <a:solidFill>
                  <a:schemeClr val="dk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47" name="Google Shape;47;p5"/>
          <p:cNvSpPr txBox="1"/>
          <p:nvPr>
            <p:ph idx="12" type="sldNum"/>
          </p:nvPr>
        </p:nvSpPr>
        <p:spPr>
          <a:xfrm>
            <a:off x="17113568" y="9575902"/>
            <a:ext cx="1097400" cy="787500"/>
          </a:xfrm>
          <a:prstGeom prst="rect">
            <a:avLst/>
          </a:prstGeom>
          <a:noFill/>
          <a:ln>
            <a:noFill/>
          </a:ln>
        </p:spPr>
        <p:txBody>
          <a:bodyPr anchorCtr="0" anchor="ctr" bIns="167625" lIns="167625" spcFirstLastPara="1" rIns="167625" wrap="square" tIns="167625">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ft Image Grey Background">
  <p:cSld name="Left Image Grey Background">
    <p:spTree>
      <p:nvGrpSpPr>
        <p:cNvPr id="48" name="Shape 48"/>
        <p:cNvGrpSpPr/>
        <p:nvPr/>
      </p:nvGrpSpPr>
      <p:grpSpPr>
        <a:xfrm>
          <a:off x="0" y="0"/>
          <a:ext cx="0" cy="0"/>
          <a:chOff x="0" y="0"/>
          <a:chExt cx="0" cy="0"/>
        </a:xfrm>
      </p:grpSpPr>
      <p:sp>
        <p:nvSpPr>
          <p:cNvPr id="49" name="Google Shape;49;p8"/>
          <p:cNvSpPr/>
          <p:nvPr/>
        </p:nvSpPr>
        <p:spPr>
          <a:xfrm>
            <a:off x="0" y="1456628"/>
            <a:ext cx="18288000" cy="8830374"/>
          </a:xfrm>
          <a:prstGeom prst="rect">
            <a:avLst/>
          </a:prstGeom>
          <a:solidFill>
            <a:srgbClr val="E5E5E8"/>
          </a:solidFill>
          <a:ln>
            <a:noFill/>
          </a:ln>
        </p:spPr>
        <p:txBody>
          <a:bodyPr anchorCtr="0" anchor="ctr" bIns="45700" lIns="144000" spcFirstLastPara="1" rIns="144000"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F07559"/>
              </a:solidFill>
              <a:latin typeface="Arial"/>
              <a:ea typeface="Arial"/>
              <a:cs typeface="Arial"/>
              <a:sym typeface="Arial"/>
            </a:endParaRPr>
          </a:p>
        </p:txBody>
      </p:sp>
      <p:sp>
        <p:nvSpPr>
          <p:cNvPr id="50" name="Google Shape;50;p8"/>
          <p:cNvSpPr/>
          <p:nvPr>
            <p:ph idx="2" type="pic"/>
          </p:nvPr>
        </p:nvSpPr>
        <p:spPr>
          <a:xfrm>
            <a:off x="565371" y="2275699"/>
            <a:ext cx="5606829" cy="7592201"/>
          </a:xfrm>
          <a:prstGeom prst="rect">
            <a:avLst/>
          </a:prstGeom>
          <a:noFill/>
          <a:ln>
            <a:noFill/>
          </a:ln>
        </p:spPr>
      </p:sp>
      <p:sp>
        <p:nvSpPr>
          <p:cNvPr id="51" name="Google Shape;51;p8"/>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52" name="Google Shape;52;p8"/>
          <p:cNvSpPr txBox="1"/>
          <p:nvPr>
            <p:ph idx="3"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53" name="Google Shape;53;p8"/>
          <p:cNvSpPr txBox="1"/>
          <p:nvPr>
            <p:ph idx="12" type="sldNum"/>
          </p:nvPr>
        </p:nvSpPr>
        <p:spPr>
          <a:xfrm>
            <a:off x="17113568" y="9575902"/>
            <a:ext cx="1097400" cy="787500"/>
          </a:xfrm>
          <a:prstGeom prst="rect">
            <a:avLst/>
          </a:prstGeom>
          <a:noFill/>
          <a:ln>
            <a:noFill/>
          </a:ln>
        </p:spPr>
        <p:txBody>
          <a:bodyPr anchorCtr="0" anchor="ctr" bIns="167625" lIns="167625" spcFirstLastPara="1" rIns="167625" wrap="square" tIns="167625">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mc:AlternateContent>
    <mc:Choice Requires="p14">
      <p:transition spd="slow" p14:dur="2500">
        <p14:flip dir="l"/>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g2ff56cdc9a7_0_13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6" name="Google Shape;56;g2ff56cdc9a7_0_13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7" name="Google Shape;57;g2ff56cdc9a7_0_13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sic White Background">
  <p:cSld name="Classic White Background">
    <p:spTree>
      <p:nvGrpSpPr>
        <p:cNvPr id="58" name="Shape 58"/>
        <p:cNvGrpSpPr/>
        <p:nvPr/>
      </p:nvGrpSpPr>
      <p:grpSpPr>
        <a:xfrm>
          <a:off x="0" y="0"/>
          <a:ext cx="0" cy="0"/>
          <a:chOff x="0" y="0"/>
          <a:chExt cx="0" cy="0"/>
        </a:xfrm>
      </p:grpSpPr>
      <p:sp>
        <p:nvSpPr>
          <p:cNvPr id="59" name="Google Shape;59;p6"/>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60" name="Google Shape;60;p6"/>
          <p:cNvSpPr txBox="1"/>
          <p:nvPr>
            <p:ph idx="2"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61" name="Google Shape;61;p6"/>
          <p:cNvSpPr txBox="1"/>
          <p:nvPr>
            <p:ph idx="12" type="sldNum"/>
          </p:nvPr>
        </p:nvSpPr>
        <p:spPr>
          <a:xfrm>
            <a:off x="17113568" y="9575902"/>
            <a:ext cx="1097400" cy="787500"/>
          </a:xfrm>
          <a:prstGeom prst="rect">
            <a:avLst/>
          </a:prstGeom>
          <a:noFill/>
          <a:ln>
            <a:noFill/>
          </a:ln>
        </p:spPr>
        <p:txBody>
          <a:bodyPr anchorCtr="0" anchor="ctr" bIns="167625" lIns="167625" spcFirstLastPara="1" rIns="167625" wrap="square" tIns="167625">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mc:AlternateContent>
    <mc:Choice Requires="p14">
      <p:transition spd="slow" p14:dur="2500">
        <p14:flip dir="l"/>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sic Grey Background">
  <p:cSld name="Classic Grey Background">
    <p:spTree>
      <p:nvGrpSpPr>
        <p:cNvPr id="62" name="Shape 62"/>
        <p:cNvGrpSpPr/>
        <p:nvPr/>
      </p:nvGrpSpPr>
      <p:grpSpPr>
        <a:xfrm>
          <a:off x="0" y="0"/>
          <a:ext cx="0" cy="0"/>
          <a:chOff x="0" y="0"/>
          <a:chExt cx="0" cy="0"/>
        </a:xfrm>
      </p:grpSpPr>
      <p:sp>
        <p:nvSpPr>
          <p:cNvPr id="63" name="Google Shape;63;p7"/>
          <p:cNvSpPr/>
          <p:nvPr/>
        </p:nvSpPr>
        <p:spPr>
          <a:xfrm>
            <a:off x="0" y="1456628"/>
            <a:ext cx="18288000" cy="8830374"/>
          </a:xfrm>
          <a:prstGeom prst="rect">
            <a:avLst/>
          </a:prstGeom>
          <a:solidFill>
            <a:srgbClr val="E5E5E8"/>
          </a:solidFill>
          <a:ln>
            <a:noFill/>
          </a:ln>
        </p:spPr>
        <p:txBody>
          <a:bodyPr anchorCtr="0" anchor="ctr" bIns="45700" lIns="144000" spcFirstLastPara="1" rIns="144000"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F07559"/>
              </a:solidFill>
              <a:latin typeface="Arial"/>
              <a:ea typeface="Arial"/>
              <a:cs typeface="Arial"/>
              <a:sym typeface="Arial"/>
            </a:endParaRPr>
          </a:p>
        </p:txBody>
      </p:sp>
      <p:sp>
        <p:nvSpPr>
          <p:cNvPr id="64" name="Google Shape;64;p7"/>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65" name="Google Shape;65;p7"/>
          <p:cNvSpPr txBox="1"/>
          <p:nvPr>
            <p:ph idx="2"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66" name="Google Shape;66;p7"/>
          <p:cNvSpPr txBox="1"/>
          <p:nvPr>
            <p:ph idx="12" type="sldNum"/>
          </p:nvPr>
        </p:nvSpPr>
        <p:spPr>
          <a:xfrm>
            <a:off x="17113568" y="9575902"/>
            <a:ext cx="1097400" cy="787500"/>
          </a:xfrm>
          <a:prstGeom prst="rect">
            <a:avLst/>
          </a:prstGeom>
          <a:noFill/>
          <a:ln>
            <a:noFill/>
          </a:ln>
        </p:spPr>
        <p:txBody>
          <a:bodyPr anchorCtr="0" anchor="ctr" bIns="167625" lIns="167625" spcFirstLastPara="1" rIns="167625" wrap="square" tIns="167625">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mc:AlternateContent>
    <mc:Choice Requires="p14">
      <p:transition spd="slow" p14:dur="2500">
        <p14:flip dir="l"/>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siness Line ID Card 1">
  <p:cSld name="Business Line ID Card 1">
    <p:spTree>
      <p:nvGrpSpPr>
        <p:cNvPr id="67" name="Shape 67"/>
        <p:cNvGrpSpPr/>
        <p:nvPr/>
      </p:nvGrpSpPr>
      <p:grpSpPr>
        <a:xfrm>
          <a:off x="0" y="0"/>
          <a:ext cx="0" cy="0"/>
          <a:chOff x="0" y="0"/>
          <a:chExt cx="0" cy="0"/>
        </a:xfrm>
      </p:grpSpPr>
      <p:sp>
        <p:nvSpPr>
          <p:cNvPr id="68" name="Google Shape;68;p9"/>
          <p:cNvSpPr/>
          <p:nvPr/>
        </p:nvSpPr>
        <p:spPr>
          <a:xfrm>
            <a:off x="0" y="1456627"/>
            <a:ext cx="18288000" cy="8830374"/>
          </a:xfrm>
          <a:prstGeom prst="rect">
            <a:avLst/>
          </a:prstGeom>
          <a:solidFill>
            <a:srgbClr val="E5E5E8"/>
          </a:solidFill>
          <a:ln>
            <a:noFill/>
          </a:ln>
        </p:spPr>
        <p:txBody>
          <a:bodyPr anchorCtr="0" anchor="ctr" bIns="45700" lIns="144000" spcFirstLastPara="1" rIns="144000"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F07559"/>
              </a:solidFill>
              <a:latin typeface="Arial"/>
              <a:ea typeface="Arial"/>
              <a:cs typeface="Arial"/>
              <a:sym typeface="Arial"/>
            </a:endParaRPr>
          </a:p>
        </p:txBody>
      </p:sp>
      <p:sp>
        <p:nvSpPr>
          <p:cNvPr id="69" name="Google Shape;69;p9"/>
          <p:cNvSpPr/>
          <p:nvPr>
            <p:ph idx="2" type="pic"/>
          </p:nvPr>
        </p:nvSpPr>
        <p:spPr>
          <a:xfrm>
            <a:off x="565371" y="2275699"/>
            <a:ext cx="5606829" cy="7592201"/>
          </a:xfrm>
          <a:prstGeom prst="rect">
            <a:avLst/>
          </a:prstGeom>
          <a:noFill/>
          <a:ln>
            <a:noFill/>
          </a:ln>
        </p:spPr>
      </p:sp>
      <p:sp>
        <p:nvSpPr>
          <p:cNvPr id="70" name="Google Shape;70;p9"/>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71" name="Google Shape;71;p9"/>
          <p:cNvSpPr txBox="1"/>
          <p:nvPr>
            <p:ph idx="3"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72" name="Google Shape;72;p9"/>
          <p:cNvSpPr/>
          <p:nvPr/>
        </p:nvSpPr>
        <p:spPr>
          <a:xfrm>
            <a:off x="6462633" y="2275700"/>
            <a:ext cx="2536975" cy="1107976"/>
          </a:xfrm>
          <a:prstGeom prst="rect">
            <a:avLst/>
          </a:prstGeom>
          <a:solidFill>
            <a:schemeClr val="lt2"/>
          </a:solidFill>
          <a:ln>
            <a:noFill/>
          </a:ln>
          <a:effectLst>
            <a:outerShdw blurRad="38100" rotWithShape="0" algn="tl" dir="2700000" dist="38100">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73" name="Google Shape;73;p9"/>
          <p:cNvSpPr/>
          <p:nvPr/>
        </p:nvSpPr>
        <p:spPr>
          <a:xfrm>
            <a:off x="6462633" y="3517563"/>
            <a:ext cx="2536975" cy="1058322"/>
          </a:xfrm>
          <a:prstGeom prst="rect">
            <a:avLst/>
          </a:prstGeom>
          <a:solidFill>
            <a:schemeClr val="lt2"/>
          </a:solidFill>
          <a:ln>
            <a:noFill/>
          </a:ln>
          <a:effectLst>
            <a:outerShdw blurRad="38100" rotWithShape="0" algn="tl" dir="2700000" dist="38100">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74" name="Google Shape;74;p9"/>
          <p:cNvSpPr/>
          <p:nvPr/>
        </p:nvSpPr>
        <p:spPr>
          <a:xfrm>
            <a:off x="9106281" y="2277242"/>
            <a:ext cx="3504352" cy="2300611"/>
          </a:xfrm>
          <a:prstGeom prst="rect">
            <a:avLst/>
          </a:prstGeom>
          <a:solidFill>
            <a:schemeClr val="lt2"/>
          </a:solidFill>
          <a:ln>
            <a:noFill/>
          </a:ln>
          <a:effectLst>
            <a:outerShdw blurRad="38100" rotWithShape="0" algn="tl" dir="2700000" dist="38100">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75" name="Google Shape;75;p9"/>
          <p:cNvSpPr/>
          <p:nvPr/>
        </p:nvSpPr>
        <p:spPr>
          <a:xfrm>
            <a:off x="12717307" y="2277243"/>
            <a:ext cx="5060078" cy="2300611"/>
          </a:xfrm>
          <a:prstGeom prst="rect">
            <a:avLst/>
          </a:prstGeom>
          <a:solidFill>
            <a:schemeClr val="lt2"/>
          </a:solidFill>
          <a:ln>
            <a:noFill/>
          </a:ln>
          <a:effectLst>
            <a:outerShdw blurRad="38100" rotWithShape="0" algn="tl" dir="2700000" dist="38100">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76" name="Google Shape;76;p9"/>
          <p:cNvSpPr txBox="1"/>
          <p:nvPr/>
        </p:nvSpPr>
        <p:spPr>
          <a:xfrm>
            <a:off x="9710579" y="3023342"/>
            <a:ext cx="2562901" cy="40258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rPr b="1" i="0" lang="fr-FR" sz="2000" u="none" cap="none" strike="noStrike">
                <a:solidFill>
                  <a:srgbClr val="0093D6"/>
                </a:solidFill>
                <a:latin typeface="Calibri"/>
                <a:ea typeface="Calibri"/>
                <a:cs typeface="Calibri"/>
                <a:sym typeface="Calibri"/>
              </a:rPr>
              <a:t>COUNTRIES</a:t>
            </a:r>
            <a:endParaRPr b="1" i="1" sz="1800" u="none" cap="none" strike="noStrike">
              <a:solidFill>
                <a:srgbClr val="0093D6"/>
              </a:solidFill>
              <a:latin typeface="Calibri"/>
              <a:ea typeface="Calibri"/>
              <a:cs typeface="Calibri"/>
              <a:sym typeface="Calibri"/>
            </a:endParaRPr>
          </a:p>
        </p:txBody>
      </p:sp>
      <p:pic>
        <p:nvPicPr>
          <p:cNvPr id="77" name="Google Shape;77;p9"/>
          <p:cNvPicPr preferRelativeResize="0"/>
          <p:nvPr/>
        </p:nvPicPr>
        <p:blipFill rotWithShape="1">
          <a:blip r:embed="rId2">
            <a:alphaModFix/>
          </a:blip>
          <a:srcRect b="0" l="0" r="0" t="0"/>
          <a:stretch/>
        </p:blipFill>
        <p:spPr>
          <a:xfrm>
            <a:off x="10598916" y="2429191"/>
            <a:ext cx="519082" cy="519082"/>
          </a:xfrm>
          <a:prstGeom prst="rect">
            <a:avLst/>
          </a:prstGeom>
          <a:noFill/>
          <a:ln>
            <a:noFill/>
          </a:ln>
        </p:spPr>
      </p:pic>
      <p:pic>
        <p:nvPicPr>
          <p:cNvPr id="78" name="Google Shape;78;p9"/>
          <p:cNvPicPr preferRelativeResize="0"/>
          <p:nvPr/>
        </p:nvPicPr>
        <p:blipFill rotWithShape="1">
          <a:blip r:embed="rId3">
            <a:alphaModFix/>
          </a:blip>
          <a:srcRect b="0" l="0" r="0" t="0"/>
          <a:stretch/>
        </p:blipFill>
        <p:spPr>
          <a:xfrm>
            <a:off x="6629400" y="3729235"/>
            <a:ext cx="634674" cy="634674"/>
          </a:xfrm>
          <a:prstGeom prst="rect">
            <a:avLst/>
          </a:prstGeom>
          <a:noFill/>
          <a:ln>
            <a:noFill/>
          </a:ln>
        </p:spPr>
      </p:pic>
      <p:sp>
        <p:nvSpPr>
          <p:cNvPr id="79" name="Google Shape;79;p9"/>
          <p:cNvSpPr txBox="1"/>
          <p:nvPr/>
        </p:nvSpPr>
        <p:spPr>
          <a:xfrm>
            <a:off x="7339566" y="2581591"/>
            <a:ext cx="1660042"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rPr b="1" i="0" lang="fr-FR" sz="2000" u="none" cap="none" strike="noStrike">
                <a:solidFill>
                  <a:srgbClr val="0093D6"/>
                </a:solidFill>
                <a:latin typeface="Calibri"/>
                <a:ea typeface="Calibri"/>
                <a:cs typeface="Calibri"/>
                <a:sym typeface="Calibri"/>
              </a:rPr>
              <a:t>TURNOVER </a:t>
            </a:r>
            <a:endParaRPr b="0" i="0" sz="1400" u="none" cap="none" strike="noStrike">
              <a:solidFill>
                <a:srgbClr val="000000"/>
              </a:solidFill>
              <a:latin typeface="Arial"/>
              <a:ea typeface="Arial"/>
              <a:cs typeface="Arial"/>
              <a:sym typeface="Arial"/>
            </a:endParaRPr>
          </a:p>
        </p:txBody>
      </p:sp>
      <p:pic>
        <p:nvPicPr>
          <p:cNvPr id="80" name="Google Shape;80;p9"/>
          <p:cNvPicPr preferRelativeResize="0"/>
          <p:nvPr/>
        </p:nvPicPr>
        <p:blipFill rotWithShape="1">
          <a:blip r:embed="rId4">
            <a:alphaModFix/>
          </a:blip>
          <a:srcRect b="0" l="0" r="0" t="0"/>
          <a:stretch/>
        </p:blipFill>
        <p:spPr>
          <a:xfrm>
            <a:off x="6642544" y="2589728"/>
            <a:ext cx="554118" cy="554118"/>
          </a:xfrm>
          <a:prstGeom prst="rect">
            <a:avLst/>
          </a:prstGeom>
          <a:noFill/>
          <a:ln>
            <a:noFill/>
          </a:ln>
        </p:spPr>
      </p:pic>
      <p:sp>
        <p:nvSpPr>
          <p:cNvPr id="81" name="Google Shape;81;p9"/>
          <p:cNvSpPr txBox="1"/>
          <p:nvPr/>
        </p:nvSpPr>
        <p:spPr>
          <a:xfrm>
            <a:off x="7339565" y="3784710"/>
            <a:ext cx="1660043"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rPr b="1" i="0" lang="fr-FR" sz="2000" u="none" cap="none" strike="noStrike">
                <a:solidFill>
                  <a:srgbClr val="0093D6"/>
                </a:solidFill>
                <a:latin typeface="Calibri"/>
                <a:ea typeface="Calibri"/>
                <a:cs typeface="Calibri"/>
                <a:sym typeface="Calibri"/>
              </a:rPr>
              <a:t>ENGINEERS</a:t>
            </a:r>
            <a:endParaRPr b="0" i="0" sz="1400" u="none" cap="none" strike="noStrike">
              <a:solidFill>
                <a:srgbClr val="000000"/>
              </a:solidFill>
              <a:latin typeface="Arial"/>
              <a:ea typeface="Arial"/>
              <a:cs typeface="Arial"/>
              <a:sym typeface="Arial"/>
            </a:endParaRPr>
          </a:p>
        </p:txBody>
      </p:sp>
      <p:sp>
        <p:nvSpPr>
          <p:cNvPr id="82" name="Google Shape;82;p9"/>
          <p:cNvSpPr/>
          <p:nvPr/>
        </p:nvSpPr>
        <p:spPr>
          <a:xfrm>
            <a:off x="6462633" y="4724317"/>
            <a:ext cx="6596901" cy="5143583"/>
          </a:xfrm>
          <a:prstGeom prst="rect">
            <a:avLst/>
          </a:prstGeom>
          <a:solidFill>
            <a:schemeClr val="lt2"/>
          </a:solidFill>
          <a:ln>
            <a:noFill/>
          </a:ln>
          <a:effectLst>
            <a:outerShdw blurRad="38100" rotWithShape="0" algn="tl" dir="2700000" dist="38100">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83" name="Google Shape;83;p9"/>
          <p:cNvSpPr txBox="1"/>
          <p:nvPr/>
        </p:nvSpPr>
        <p:spPr>
          <a:xfrm>
            <a:off x="6462633" y="4991100"/>
            <a:ext cx="6596901" cy="41818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rPr b="1" i="0" lang="fr-FR" sz="2000" u="none" cap="none" strike="noStrike">
                <a:solidFill>
                  <a:srgbClr val="0093D6"/>
                </a:solidFill>
                <a:latin typeface="Calibri"/>
                <a:ea typeface="Calibri"/>
                <a:cs typeface="Calibri"/>
                <a:sym typeface="Calibri"/>
              </a:rPr>
              <a:t>BUSINESS LINES</a:t>
            </a:r>
            <a:endParaRPr b="1" i="1" sz="1800" u="none" cap="none" strike="noStrike">
              <a:solidFill>
                <a:srgbClr val="0093D6"/>
              </a:solidFill>
              <a:latin typeface="Calibri"/>
              <a:ea typeface="Calibri"/>
              <a:cs typeface="Calibri"/>
              <a:sym typeface="Calibri"/>
            </a:endParaRPr>
          </a:p>
        </p:txBody>
      </p:sp>
      <p:sp>
        <p:nvSpPr>
          <p:cNvPr id="84" name="Google Shape;84;p9"/>
          <p:cNvSpPr/>
          <p:nvPr/>
        </p:nvSpPr>
        <p:spPr>
          <a:xfrm>
            <a:off x="13170541" y="4724317"/>
            <a:ext cx="4584059" cy="5143583"/>
          </a:xfrm>
          <a:prstGeom prst="rect">
            <a:avLst/>
          </a:prstGeom>
          <a:solidFill>
            <a:schemeClr val="lt2"/>
          </a:solidFill>
          <a:ln>
            <a:noFill/>
          </a:ln>
          <a:effectLst>
            <a:outerShdw blurRad="38100" rotWithShape="0" algn="tl" dir="2700000" dist="38100">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85" name="Google Shape;85;p9"/>
          <p:cNvSpPr txBox="1"/>
          <p:nvPr/>
        </p:nvSpPr>
        <p:spPr>
          <a:xfrm>
            <a:off x="13153935" y="4991100"/>
            <a:ext cx="4433967" cy="41818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rPr b="1" i="0" lang="fr-FR" sz="2000" u="none" cap="none" strike="noStrike">
                <a:solidFill>
                  <a:srgbClr val="0093D6"/>
                </a:solidFill>
                <a:latin typeface="Calibri"/>
                <a:ea typeface="Calibri"/>
                <a:cs typeface="Calibri"/>
                <a:sym typeface="Calibri"/>
              </a:rPr>
              <a:t>MULTI-SECTORIAL ACTOR</a:t>
            </a:r>
            <a:endParaRPr b="1" i="1" sz="1800" u="none" cap="none" strike="noStrike">
              <a:solidFill>
                <a:srgbClr val="0093D6"/>
              </a:solidFill>
              <a:latin typeface="Calibri"/>
              <a:ea typeface="Calibri"/>
              <a:cs typeface="Calibri"/>
              <a:sym typeface="Calibri"/>
            </a:endParaRPr>
          </a:p>
        </p:txBody>
      </p:sp>
      <p:sp>
        <p:nvSpPr>
          <p:cNvPr id="86" name="Google Shape;86;p9"/>
          <p:cNvSpPr txBox="1"/>
          <p:nvPr/>
        </p:nvSpPr>
        <p:spPr>
          <a:xfrm>
            <a:off x="14630400" y="7150784"/>
            <a:ext cx="288402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fr-FR" sz="2000" u="none" cap="none" strike="noStrike">
                <a:solidFill>
                  <a:srgbClr val="043962"/>
                </a:solidFill>
                <a:latin typeface="Calibri"/>
                <a:ea typeface="Calibri"/>
                <a:cs typeface="Calibri"/>
                <a:sym typeface="Calibri"/>
              </a:rPr>
              <a:t>AUTOMOTIVE &amp; RAILS</a:t>
            </a:r>
            <a:endParaRPr b="0" i="0" sz="1400" u="none" cap="none" strike="noStrike">
              <a:solidFill>
                <a:srgbClr val="000000"/>
              </a:solidFill>
              <a:latin typeface="Arial"/>
              <a:ea typeface="Arial"/>
              <a:cs typeface="Arial"/>
              <a:sym typeface="Arial"/>
            </a:endParaRPr>
          </a:p>
        </p:txBody>
      </p:sp>
      <p:sp>
        <p:nvSpPr>
          <p:cNvPr id="87" name="Google Shape;87;p9"/>
          <p:cNvSpPr txBox="1"/>
          <p:nvPr/>
        </p:nvSpPr>
        <p:spPr>
          <a:xfrm>
            <a:off x="14630400" y="5880506"/>
            <a:ext cx="288402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fr-FR" sz="2000" u="none" cap="none" strike="noStrike">
                <a:solidFill>
                  <a:srgbClr val="043962"/>
                </a:solidFill>
                <a:latin typeface="Calibri"/>
                <a:ea typeface="Calibri"/>
                <a:cs typeface="Calibri"/>
                <a:sym typeface="Calibri"/>
              </a:rPr>
              <a:t>AEROSPACE &amp; DEFENSE</a:t>
            </a:r>
            <a:endParaRPr b="0" i="0" sz="1400" u="none" cap="none" strike="noStrike">
              <a:solidFill>
                <a:srgbClr val="000000"/>
              </a:solidFill>
              <a:latin typeface="Arial"/>
              <a:ea typeface="Arial"/>
              <a:cs typeface="Arial"/>
              <a:sym typeface="Arial"/>
            </a:endParaRPr>
          </a:p>
        </p:txBody>
      </p:sp>
      <p:sp>
        <p:nvSpPr>
          <p:cNvPr id="88" name="Google Shape;88;p9"/>
          <p:cNvSpPr txBox="1"/>
          <p:nvPr/>
        </p:nvSpPr>
        <p:spPr>
          <a:xfrm>
            <a:off x="14630400" y="8496382"/>
            <a:ext cx="288402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fr-FR" sz="2000" u="none" cap="none" strike="noStrike">
                <a:solidFill>
                  <a:srgbClr val="043962"/>
                </a:solidFill>
                <a:latin typeface="Calibri"/>
                <a:ea typeface="Calibri"/>
                <a:cs typeface="Calibri"/>
                <a:sym typeface="Calibri"/>
              </a:rPr>
              <a:t>ENERGY &amp; LIFE SCIENCES</a:t>
            </a:r>
            <a:endParaRPr b="0" i="0" sz="1400" u="none" cap="none" strike="noStrike">
              <a:solidFill>
                <a:srgbClr val="000000"/>
              </a:solidFill>
              <a:latin typeface="Arial"/>
              <a:ea typeface="Arial"/>
              <a:cs typeface="Arial"/>
              <a:sym typeface="Arial"/>
            </a:endParaRPr>
          </a:p>
        </p:txBody>
      </p:sp>
      <p:pic>
        <p:nvPicPr>
          <p:cNvPr id="89" name="Google Shape;89;p9"/>
          <p:cNvPicPr preferRelativeResize="0"/>
          <p:nvPr/>
        </p:nvPicPr>
        <p:blipFill rotWithShape="1">
          <a:blip r:embed="rId5">
            <a:alphaModFix/>
          </a:blip>
          <a:srcRect b="0" l="0" r="0" t="0"/>
          <a:stretch/>
        </p:blipFill>
        <p:spPr>
          <a:xfrm>
            <a:off x="13779842" y="8625310"/>
            <a:ext cx="404390" cy="404390"/>
          </a:xfrm>
          <a:prstGeom prst="rect">
            <a:avLst/>
          </a:prstGeom>
          <a:noFill/>
          <a:ln>
            <a:noFill/>
          </a:ln>
        </p:spPr>
      </p:pic>
      <p:pic>
        <p:nvPicPr>
          <p:cNvPr id="90" name="Google Shape;90;p9"/>
          <p:cNvPicPr preferRelativeResize="0"/>
          <p:nvPr/>
        </p:nvPicPr>
        <p:blipFill rotWithShape="1">
          <a:blip r:embed="rId6">
            <a:alphaModFix/>
          </a:blip>
          <a:srcRect b="0" l="0" r="0" t="0"/>
          <a:stretch/>
        </p:blipFill>
        <p:spPr>
          <a:xfrm rot="2700000">
            <a:off x="13790819" y="5950582"/>
            <a:ext cx="382506" cy="382506"/>
          </a:xfrm>
          <a:prstGeom prst="rect">
            <a:avLst/>
          </a:prstGeom>
          <a:noFill/>
          <a:ln>
            <a:noFill/>
          </a:ln>
        </p:spPr>
      </p:pic>
      <p:pic>
        <p:nvPicPr>
          <p:cNvPr id="91" name="Google Shape;91;p9"/>
          <p:cNvPicPr preferRelativeResize="0"/>
          <p:nvPr/>
        </p:nvPicPr>
        <p:blipFill rotWithShape="1">
          <a:blip r:embed="rId7">
            <a:alphaModFix/>
          </a:blip>
          <a:srcRect b="0" l="0" r="0" t="0"/>
          <a:stretch/>
        </p:blipFill>
        <p:spPr>
          <a:xfrm>
            <a:off x="13735483" y="7353300"/>
            <a:ext cx="479578" cy="330006"/>
          </a:xfrm>
          <a:prstGeom prst="rect">
            <a:avLst/>
          </a:prstGeom>
          <a:noFill/>
          <a:ln>
            <a:noFill/>
          </a:ln>
        </p:spPr>
      </p:pic>
      <p:sp>
        <p:nvSpPr>
          <p:cNvPr id="92" name="Google Shape;92;p9"/>
          <p:cNvSpPr txBox="1"/>
          <p:nvPr/>
        </p:nvSpPr>
        <p:spPr>
          <a:xfrm>
            <a:off x="14415060" y="2528984"/>
            <a:ext cx="2843474"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rPr b="1" i="0" lang="fr-FR" sz="2000" u="none" cap="none" strike="noStrike">
                <a:solidFill>
                  <a:srgbClr val="0093D6"/>
                </a:solidFill>
                <a:latin typeface="Calibri"/>
                <a:ea typeface="Calibri"/>
                <a:cs typeface="Calibri"/>
                <a:sym typeface="Calibri"/>
              </a:rPr>
              <a:t>KEY MESSAGES</a:t>
            </a:r>
            <a:endParaRPr b="1" i="1" sz="1800" u="none" cap="none" strike="noStrike">
              <a:solidFill>
                <a:srgbClr val="0093D6"/>
              </a:solidFill>
              <a:latin typeface="Calibri"/>
              <a:ea typeface="Calibri"/>
              <a:cs typeface="Calibri"/>
              <a:sym typeface="Calibri"/>
            </a:endParaRPr>
          </a:p>
        </p:txBody>
      </p:sp>
      <p:pic>
        <p:nvPicPr>
          <p:cNvPr id="93" name="Google Shape;93;p9"/>
          <p:cNvPicPr preferRelativeResize="0"/>
          <p:nvPr/>
        </p:nvPicPr>
        <p:blipFill rotWithShape="1">
          <a:blip r:embed="rId8">
            <a:alphaModFix/>
          </a:blip>
          <a:srcRect b="0" l="0" r="0" t="0"/>
          <a:stretch/>
        </p:blipFill>
        <p:spPr>
          <a:xfrm>
            <a:off x="13756890" y="2476178"/>
            <a:ext cx="533722" cy="533722"/>
          </a:xfrm>
          <a:prstGeom prst="rect">
            <a:avLst/>
          </a:prstGeom>
          <a:noFill/>
          <a:ln>
            <a:noFill/>
          </a:ln>
        </p:spPr>
      </p:pic>
      <p:sp>
        <p:nvSpPr>
          <p:cNvPr id="94" name="Google Shape;94;p9"/>
          <p:cNvSpPr txBox="1"/>
          <p:nvPr>
            <p:ph idx="4" type="body"/>
          </p:nvPr>
        </p:nvSpPr>
        <p:spPr>
          <a:xfrm>
            <a:off x="7466571" y="2948273"/>
            <a:ext cx="1302557" cy="325623"/>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2"/>
              </a:buClr>
              <a:buSzPts val="1800"/>
              <a:buFont typeface="Arial"/>
              <a:buNone/>
              <a:defRPr b="0" i="0" sz="1800" u="none" cap="none" strike="noStrike">
                <a:solidFill>
                  <a:schemeClr val="dk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95" name="Google Shape;95;p9"/>
          <p:cNvSpPr txBox="1"/>
          <p:nvPr>
            <p:ph idx="5" type="body"/>
          </p:nvPr>
        </p:nvSpPr>
        <p:spPr>
          <a:xfrm>
            <a:off x="7466571" y="4145859"/>
            <a:ext cx="1302557" cy="325623"/>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2"/>
              </a:buClr>
              <a:buSzPts val="1800"/>
              <a:buFont typeface="Arial"/>
              <a:buNone/>
              <a:defRPr b="0" i="0" sz="1800" u="none" cap="none" strike="noStrike">
                <a:solidFill>
                  <a:schemeClr val="dk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96" name="Google Shape;96;p9"/>
          <p:cNvSpPr txBox="1"/>
          <p:nvPr>
            <p:ph idx="6" type="body"/>
          </p:nvPr>
        </p:nvSpPr>
        <p:spPr>
          <a:xfrm>
            <a:off x="9290041" y="3543300"/>
            <a:ext cx="3122214" cy="291778"/>
          </a:xfrm>
          <a:prstGeom prst="rect">
            <a:avLst/>
          </a:prstGeom>
          <a:noFill/>
          <a:ln>
            <a:noFill/>
          </a:ln>
        </p:spPr>
        <p:txBody>
          <a:bodyPr anchorCtr="0" anchor="t" bIns="0" lIns="0" spcFirstLastPara="1" rIns="0" wrap="square" tIns="0">
            <a:noAutofit/>
          </a:bodyPr>
          <a:lstStyle>
            <a:lvl1pPr indent="-228600" lvl="0" marL="457200" marR="0" rtl="0" algn="ctr">
              <a:lnSpc>
                <a:spcPct val="100000"/>
              </a:lnSpc>
              <a:spcBef>
                <a:spcPts val="0"/>
              </a:spcBef>
              <a:spcAft>
                <a:spcPts val="0"/>
              </a:spcAft>
              <a:buClr>
                <a:schemeClr val="dk2"/>
              </a:buClr>
              <a:buSzPts val="1800"/>
              <a:buFont typeface="Arial"/>
              <a:buNone/>
              <a:defRPr b="0" i="0" sz="1800" u="none" cap="none" strike="noStrike">
                <a:solidFill>
                  <a:schemeClr val="dk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97" name="Google Shape;97;p9"/>
          <p:cNvSpPr txBox="1"/>
          <p:nvPr>
            <p:ph idx="7" type="body"/>
          </p:nvPr>
        </p:nvSpPr>
        <p:spPr>
          <a:xfrm>
            <a:off x="9525000" y="2991788"/>
            <a:ext cx="729298" cy="465691"/>
          </a:xfrm>
          <a:prstGeom prst="rect">
            <a:avLst/>
          </a:prstGeom>
          <a:noFill/>
          <a:ln>
            <a:noFill/>
          </a:ln>
        </p:spPr>
        <p:txBody>
          <a:bodyPr anchorCtr="0" anchor="ctr" bIns="0" lIns="0" spcFirstLastPara="1" rIns="0" wrap="square" tIns="0">
            <a:noAutofit/>
          </a:bodyPr>
          <a:lstStyle>
            <a:lvl1pPr indent="-228600" lvl="0" marL="457200" marR="0" rtl="0" algn="r">
              <a:lnSpc>
                <a:spcPct val="100000"/>
              </a:lnSpc>
              <a:spcBef>
                <a:spcPts val="0"/>
              </a:spcBef>
              <a:spcAft>
                <a:spcPts val="0"/>
              </a:spcAft>
              <a:buClr>
                <a:srgbClr val="1D94C9"/>
              </a:buClr>
              <a:buSzPts val="2000"/>
              <a:buFont typeface="Arial"/>
              <a:buNone/>
              <a:defRPr b="1" i="0" sz="2000" u="none" cap="none" strike="noStrike">
                <a:solidFill>
                  <a:srgbClr val="1D94C9"/>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98" name="Google Shape;98;p9"/>
          <p:cNvSpPr txBox="1"/>
          <p:nvPr>
            <p:ph idx="8" type="body"/>
          </p:nvPr>
        </p:nvSpPr>
        <p:spPr>
          <a:xfrm>
            <a:off x="12955058" y="3198458"/>
            <a:ext cx="4632843" cy="1215205"/>
          </a:xfrm>
          <a:prstGeom prst="rect">
            <a:avLst/>
          </a:prstGeom>
          <a:noFill/>
          <a:ln>
            <a:noFill/>
          </a:ln>
        </p:spPr>
        <p:txBody>
          <a:bodyPr anchorCtr="0" anchor="ctr" bIns="0" lIns="0" spcFirstLastPara="1" rIns="0" wrap="square" tIns="0">
            <a:noAutofit/>
          </a:bodyPr>
          <a:lstStyle>
            <a:lvl1pPr indent="-377190" lvl="0" marL="457200" marR="0" rtl="0" algn="l">
              <a:lnSpc>
                <a:spcPct val="100000"/>
              </a:lnSpc>
              <a:spcBef>
                <a:spcPts val="0"/>
              </a:spcBef>
              <a:spcAft>
                <a:spcPts val="0"/>
              </a:spcAft>
              <a:buClr>
                <a:srgbClr val="1D94C9"/>
              </a:buClr>
              <a:buSzPts val="2340"/>
              <a:buFont typeface="Arial"/>
              <a:buChar char="•"/>
              <a:defRPr b="0" i="0" sz="1800" u="none" cap="none" strike="noStrike">
                <a:solidFill>
                  <a:schemeClr val="dk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99" name="Google Shape;99;p9"/>
          <p:cNvSpPr txBox="1"/>
          <p:nvPr>
            <p:ph idx="9" type="body"/>
          </p:nvPr>
        </p:nvSpPr>
        <p:spPr>
          <a:xfrm>
            <a:off x="6722786" y="6174555"/>
            <a:ext cx="2987793" cy="909157"/>
          </a:xfrm>
          <a:prstGeom prst="rect">
            <a:avLst/>
          </a:prstGeom>
          <a:noFill/>
          <a:ln>
            <a:noFill/>
          </a:ln>
        </p:spPr>
        <p:txBody>
          <a:bodyPr anchorCtr="0" anchor="t" bIns="0" lIns="72000" spcFirstLastPara="1" rIns="72000" wrap="square" tIns="0">
            <a:noAutofit/>
          </a:bodyPr>
          <a:lstStyle>
            <a:lvl1pPr indent="-228600" lvl="0" marL="457200" marR="0" rtl="0" algn="l">
              <a:lnSpc>
                <a:spcPct val="100000"/>
              </a:lnSpc>
              <a:spcBef>
                <a:spcPts val="0"/>
              </a:spcBef>
              <a:spcAft>
                <a:spcPts val="0"/>
              </a:spcAft>
              <a:buClr>
                <a:schemeClr val="dk2"/>
              </a:buClr>
              <a:buSzPts val="1600"/>
              <a:buFont typeface="Arial"/>
              <a:buNone/>
              <a:defRPr b="0" i="0" sz="1600" u="none" cap="none" strike="noStrike">
                <a:solidFill>
                  <a:schemeClr val="dk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00" name="Google Shape;100;p9"/>
          <p:cNvSpPr txBox="1"/>
          <p:nvPr>
            <p:ph idx="13" type="body"/>
          </p:nvPr>
        </p:nvSpPr>
        <p:spPr>
          <a:xfrm>
            <a:off x="9821586" y="6174555"/>
            <a:ext cx="2987793" cy="909157"/>
          </a:xfrm>
          <a:prstGeom prst="rect">
            <a:avLst/>
          </a:prstGeom>
          <a:noFill/>
          <a:ln>
            <a:noFill/>
          </a:ln>
        </p:spPr>
        <p:txBody>
          <a:bodyPr anchorCtr="0" anchor="t" bIns="0" lIns="72000" spcFirstLastPara="1" rIns="72000" wrap="square" tIns="0">
            <a:noAutofit/>
          </a:bodyPr>
          <a:lstStyle>
            <a:lvl1pPr indent="-228600" lvl="0" marL="457200" marR="0" rtl="0" algn="l">
              <a:lnSpc>
                <a:spcPct val="100000"/>
              </a:lnSpc>
              <a:spcBef>
                <a:spcPts val="0"/>
              </a:spcBef>
              <a:spcAft>
                <a:spcPts val="0"/>
              </a:spcAft>
              <a:buClr>
                <a:schemeClr val="dk2"/>
              </a:buClr>
              <a:buSzPts val="1600"/>
              <a:buFont typeface="Arial"/>
              <a:buNone/>
              <a:defRPr b="0" i="0" sz="1600" u="none" cap="none" strike="noStrike">
                <a:solidFill>
                  <a:schemeClr val="dk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01" name="Google Shape;101;p9"/>
          <p:cNvSpPr txBox="1"/>
          <p:nvPr>
            <p:ph idx="14" type="body"/>
          </p:nvPr>
        </p:nvSpPr>
        <p:spPr>
          <a:xfrm>
            <a:off x="6722786" y="8238864"/>
            <a:ext cx="2987793" cy="909157"/>
          </a:xfrm>
          <a:prstGeom prst="rect">
            <a:avLst/>
          </a:prstGeom>
          <a:noFill/>
          <a:ln>
            <a:noFill/>
          </a:ln>
        </p:spPr>
        <p:txBody>
          <a:bodyPr anchorCtr="0" anchor="t" bIns="0" lIns="72000" spcFirstLastPara="1" rIns="72000" wrap="square" tIns="0">
            <a:noAutofit/>
          </a:bodyPr>
          <a:lstStyle>
            <a:lvl1pPr indent="-228600" lvl="0" marL="457200" marR="0" rtl="0" algn="l">
              <a:lnSpc>
                <a:spcPct val="100000"/>
              </a:lnSpc>
              <a:spcBef>
                <a:spcPts val="0"/>
              </a:spcBef>
              <a:spcAft>
                <a:spcPts val="0"/>
              </a:spcAft>
              <a:buClr>
                <a:schemeClr val="dk2"/>
              </a:buClr>
              <a:buSzPts val="1600"/>
              <a:buFont typeface="Arial"/>
              <a:buNone/>
              <a:defRPr b="0" i="0" sz="1600" u="none" cap="none" strike="noStrike">
                <a:solidFill>
                  <a:schemeClr val="dk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02" name="Google Shape;102;p9"/>
          <p:cNvSpPr txBox="1"/>
          <p:nvPr>
            <p:ph idx="15" type="body"/>
          </p:nvPr>
        </p:nvSpPr>
        <p:spPr>
          <a:xfrm>
            <a:off x="9821586" y="8238864"/>
            <a:ext cx="2987793" cy="909157"/>
          </a:xfrm>
          <a:prstGeom prst="rect">
            <a:avLst/>
          </a:prstGeom>
          <a:noFill/>
          <a:ln>
            <a:noFill/>
          </a:ln>
        </p:spPr>
        <p:txBody>
          <a:bodyPr anchorCtr="0" anchor="t" bIns="0" lIns="72000" spcFirstLastPara="1" rIns="72000" wrap="square" tIns="0">
            <a:noAutofit/>
          </a:bodyPr>
          <a:lstStyle>
            <a:lvl1pPr indent="-228600" lvl="0" marL="457200" marR="0" rtl="0" algn="l">
              <a:lnSpc>
                <a:spcPct val="100000"/>
              </a:lnSpc>
              <a:spcBef>
                <a:spcPts val="0"/>
              </a:spcBef>
              <a:spcAft>
                <a:spcPts val="0"/>
              </a:spcAft>
              <a:buClr>
                <a:schemeClr val="dk2"/>
              </a:buClr>
              <a:buSzPts val="1600"/>
              <a:buFont typeface="Arial"/>
              <a:buNone/>
              <a:defRPr b="0" i="0" sz="1600" u="none" cap="none" strike="noStrike">
                <a:solidFill>
                  <a:schemeClr val="dk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03" name="Google Shape;103;p9"/>
          <p:cNvSpPr txBox="1"/>
          <p:nvPr>
            <p:ph idx="16" type="body"/>
          </p:nvPr>
        </p:nvSpPr>
        <p:spPr>
          <a:xfrm>
            <a:off x="13605196" y="6390617"/>
            <a:ext cx="729298" cy="232846"/>
          </a:xfrm>
          <a:prstGeom prst="rect">
            <a:avLst/>
          </a:prstGeom>
          <a:noFill/>
          <a:ln>
            <a:noFill/>
          </a:ln>
        </p:spPr>
        <p:txBody>
          <a:bodyPr anchorCtr="0" anchor="ctr" bIns="0" lIns="0" spcFirstLastPara="1" rIns="0" wrap="square" tIns="0">
            <a:noAutofit/>
          </a:bodyPr>
          <a:lstStyle>
            <a:lvl1pPr indent="-228600" lvl="0" marL="457200" marR="0" rtl="0" algn="ctr">
              <a:lnSpc>
                <a:spcPct val="100000"/>
              </a:lnSpc>
              <a:spcBef>
                <a:spcPts val="0"/>
              </a:spcBef>
              <a:spcAft>
                <a:spcPts val="0"/>
              </a:spcAft>
              <a:buClr>
                <a:srgbClr val="063D67"/>
              </a:buClr>
              <a:buSzPts val="1800"/>
              <a:buFont typeface="Arial"/>
              <a:buNone/>
              <a:defRPr b="1" i="0" sz="1800" u="none" cap="none" strike="noStrike">
                <a:solidFill>
                  <a:srgbClr val="063D67"/>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04" name="Google Shape;104;p9"/>
          <p:cNvSpPr txBox="1"/>
          <p:nvPr>
            <p:ph idx="17" type="body"/>
          </p:nvPr>
        </p:nvSpPr>
        <p:spPr>
          <a:xfrm>
            <a:off x="13605196" y="7713426"/>
            <a:ext cx="729298" cy="232846"/>
          </a:xfrm>
          <a:prstGeom prst="rect">
            <a:avLst/>
          </a:prstGeom>
          <a:noFill/>
          <a:ln>
            <a:noFill/>
          </a:ln>
        </p:spPr>
        <p:txBody>
          <a:bodyPr anchorCtr="0" anchor="ctr" bIns="0" lIns="0" spcFirstLastPara="1" rIns="0" wrap="square" tIns="0">
            <a:noAutofit/>
          </a:bodyPr>
          <a:lstStyle>
            <a:lvl1pPr indent="-228600" lvl="0" marL="457200" marR="0" rtl="0" algn="ctr">
              <a:lnSpc>
                <a:spcPct val="100000"/>
              </a:lnSpc>
              <a:spcBef>
                <a:spcPts val="0"/>
              </a:spcBef>
              <a:spcAft>
                <a:spcPts val="0"/>
              </a:spcAft>
              <a:buClr>
                <a:srgbClr val="063D67"/>
              </a:buClr>
              <a:buSzPts val="1800"/>
              <a:buFont typeface="Arial"/>
              <a:buNone/>
              <a:defRPr b="1" i="0" sz="1800" u="none" cap="none" strike="noStrike">
                <a:solidFill>
                  <a:srgbClr val="063D67"/>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05" name="Google Shape;105;p9"/>
          <p:cNvSpPr txBox="1"/>
          <p:nvPr>
            <p:ph idx="18" type="body"/>
          </p:nvPr>
        </p:nvSpPr>
        <p:spPr>
          <a:xfrm>
            <a:off x="13617261" y="9101840"/>
            <a:ext cx="729298" cy="232846"/>
          </a:xfrm>
          <a:prstGeom prst="rect">
            <a:avLst/>
          </a:prstGeom>
          <a:noFill/>
          <a:ln>
            <a:noFill/>
          </a:ln>
        </p:spPr>
        <p:txBody>
          <a:bodyPr anchorCtr="0" anchor="ctr" bIns="0" lIns="0" spcFirstLastPara="1" rIns="0" wrap="square" tIns="0">
            <a:noAutofit/>
          </a:bodyPr>
          <a:lstStyle>
            <a:lvl1pPr indent="-228600" lvl="0" marL="457200" marR="0" rtl="0" algn="ctr">
              <a:lnSpc>
                <a:spcPct val="100000"/>
              </a:lnSpc>
              <a:spcBef>
                <a:spcPts val="0"/>
              </a:spcBef>
              <a:spcAft>
                <a:spcPts val="0"/>
              </a:spcAft>
              <a:buClr>
                <a:srgbClr val="063D67"/>
              </a:buClr>
              <a:buSzPts val="1800"/>
              <a:buFont typeface="Arial"/>
              <a:buNone/>
              <a:defRPr b="1" i="0" sz="1800" u="none" cap="none" strike="noStrike">
                <a:solidFill>
                  <a:srgbClr val="063D67"/>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06" name="Google Shape;106;p9"/>
          <p:cNvSpPr txBox="1"/>
          <p:nvPr>
            <p:ph idx="19" type="body"/>
          </p:nvPr>
        </p:nvSpPr>
        <p:spPr>
          <a:xfrm>
            <a:off x="14739356" y="6300007"/>
            <a:ext cx="2815240" cy="718013"/>
          </a:xfrm>
          <a:prstGeom prst="rect">
            <a:avLst/>
          </a:prstGeom>
          <a:noFill/>
          <a:ln>
            <a:noFill/>
          </a:ln>
        </p:spPr>
        <p:txBody>
          <a:bodyPr anchorCtr="0" anchor="t" bIns="0" lIns="0" spcFirstLastPara="1" rIns="0" wrap="square" tIns="0">
            <a:noAutofit/>
          </a:bodyPr>
          <a:lstStyle>
            <a:lvl1pPr indent="-228600" lvl="0" marL="457200" marR="0" rtl="0" algn="l">
              <a:lnSpc>
                <a:spcPct val="80000"/>
              </a:lnSpc>
              <a:spcBef>
                <a:spcPts val="0"/>
              </a:spcBef>
              <a:spcAft>
                <a:spcPts val="0"/>
              </a:spcAft>
              <a:buClr>
                <a:schemeClr val="dk2"/>
              </a:buClr>
              <a:buSzPts val="2000"/>
              <a:buFont typeface="Arial"/>
              <a:buNone/>
              <a:defRPr b="0" i="1" sz="2000" u="none" cap="none" strike="noStrike">
                <a:solidFill>
                  <a:schemeClr val="dk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07" name="Google Shape;107;p9"/>
          <p:cNvSpPr txBox="1"/>
          <p:nvPr>
            <p:ph idx="20" type="body"/>
          </p:nvPr>
        </p:nvSpPr>
        <p:spPr>
          <a:xfrm>
            <a:off x="14739356" y="7580167"/>
            <a:ext cx="2815240" cy="718013"/>
          </a:xfrm>
          <a:prstGeom prst="rect">
            <a:avLst/>
          </a:prstGeom>
          <a:noFill/>
          <a:ln>
            <a:noFill/>
          </a:ln>
        </p:spPr>
        <p:txBody>
          <a:bodyPr anchorCtr="0" anchor="t" bIns="0" lIns="0" spcFirstLastPara="1" rIns="0" wrap="square" tIns="0">
            <a:noAutofit/>
          </a:bodyPr>
          <a:lstStyle>
            <a:lvl1pPr indent="-228600" lvl="0" marL="457200" marR="0" rtl="0" algn="l">
              <a:lnSpc>
                <a:spcPct val="80000"/>
              </a:lnSpc>
              <a:spcBef>
                <a:spcPts val="0"/>
              </a:spcBef>
              <a:spcAft>
                <a:spcPts val="0"/>
              </a:spcAft>
              <a:buClr>
                <a:schemeClr val="dk2"/>
              </a:buClr>
              <a:buSzPts val="2000"/>
              <a:buFont typeface="Arial"/>
              <a:buNone/>
              <a:defRPr b="0" i="1" sz="2000" u="none" cap="none" strike="noStrike">
                <a:solidFill>
                  <a:schemeClr val="dk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08" name="Google Shape;108;p9"/>
          <p:cNvSpPr txBox="1"/>
          <p:nvPr>
            <p:ph idx="21" type="body"/>
          </p:nvPr>
        </p:nvSpPr>
        <p:spPr>
          <a:xfrm>
            <a:off x="14739356" y="8921287"/>
            <a:ext cx="2815240" cy="718013"/>
          </a:xfrm>
          <a:prstGeom prst="rect">
            <a:avLst/>
          </a:prstGeom>
          <a:noFill/>
          <a:ln>
            <a:noFill/>
          </a:ln>
        </p:spPr>
        <p:txBody>
          <a:bodyPr anchorCtr="0" anchor="t" bIns="0" lIns="0" spcFirstLastPara="1" rIns="0" wrap="square" tIns="0">
            <a:noAutofit/>
          </a:bodyPr>
          <a:lstStyle>
            <a:lvl1pPr indent="-228600" lvl="0" marL="457200" marR="0" rtl="0" algn="l">
              <a:lnSpc>
                <a:spcPct val="80000"/>
              </a:lnSpc>
              <a:spcBef>
                <a:spcPts val="0"/>
              </a:spcBef>
              <a:spcAft>
                <a:spcPts val="0"/>
              </a:spcAft>
              <a:buClr>
                <a:schemeClr val="dk2"/>
              </a:buClr>
              <a:buSzPts val="2000"/>
              <a:buFont typeface="Arial"/>
              <a:buNone/>
              <a:defRPr b="0" i="1" sz="2000" u="none" cap="none" strike="noStrike">
                <a:solidFill>
                  <a:schemeClr val="dk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09" name="Google Shape;109;p9"/>
          <p:cNvSpPr txBox="1"/>
          <p:nvPr>
            <p:ph idx="22" type="body"/>
          </p:nvPr>
        </p:nvSpPr>
        <p:spPr>
          <a:xfrm>
            <a:off x="586776" y="4603595"/>
            <a:ext cx="5585424" cy="2631599"/>
          </a:xfrm>
          <a:prstGeom prst="rect">
            <a:avLst/>
          </a:prstGeom>
          <a:noFill/>
          <a:ln>
            <a:noFill/>
          </a:ln>
        </p:spPr>
        <p:txBody>
          <a:bodyPr anchorCtr="0" anchor="ctr" bIns="0" lIns="108000" spcFirstLastPara="1" rIns="108000" wrap="square" tIns="0">
            <a:noAutofit/>
          </a:bodyPr>
          <a:lstStyle>
            <a:lvl1pPr indent="-228600" lvl="0" marL="457200" marR="0" rtl="0" algn="ctr">
              <a:lnSpc>
                <a:spcPct val="100000"/>
              </a:lnSpc>
              <a:spcBef>
                <a:spcPts val="0"/>
              </a:spcBef>
              <a:spcAft>
                <a:spcPts val="0"/>
              </a:spcAft>
              <a:buClr>
                <a:schemeClr val="lt1"/>
              </a:buClr>
              <a:buSzPts val="3600"/>
              <a:buFont typeface="Arial"/>
              <a:buNone/>
              <a:defRPr b="1" i="0" sz="3600" u="none" cap="none" strike="noStrike">
                <a:solidFill>
                  <a:schemeClr val="lt1"/>
                </a:solidFill>
                <a:latin typeface="Arial Black"/>
                <a:ea typeface="Arial Black"/>
                <a:cs typeface="Arial Black"/>
                <a:sym typeface="Arial Black"/>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10" name="Google Shape;110;p9"/>
          <p:cNvSpPr txBox="1"/>
          <p:nvPr>
            <p:ph idx="23" type="body"/>
          </p:nvPr>
        </p:nvSpPr>
        <p:spPr>
          <a:xfrm>
            <a:off x="1536080" y="8089333"/>
            <a:ext cx="3698332" cy="833663"/>
          </a:xfrm>
          <a:prstGeom prst="rect">
            <a:avLst/>
          </a:prstGeom>
          <a:solidFill>
            <a:schemeClr val="lt1">
              <a:alpha val="80784"/>
            </a:schemeClr>
          </a:solidFill>
          <a:ln>
            <a:noFill/>
          </a:ln>
        </p:spPr>
        <p:txBody>
          <a:bodyPr anchorCtr="0" anchor="ctr" bIns="108000" lIns="108000" spcFirstLastPara="1" rIns="108000" wrap="square" tIns="108000">
            <a:spAutoFit/>
          </a:bodyPr>
          <a:lstStyle>
            <a:lvl1pPr indent="-228600" lvl="0" marL="457200" marR="0" rtl="0" algn="ctr">
              <a:lnSpc>
                <a:spcPct val="100000"/>
              </a:lnSpc>
              <a:spcBef>
                <a:spcPts val="0"/>
              </a:spcBef>
              <a:spcAft>
                <a:spcPts val="0"/>
              </a:spcAft>
              <a:buClr>
                <a:srgbClr val="063D67"/>
              </a:buClr>
              <a:buSzPts val="2000"/>
              <a:buFont typeface="Arial"/>
              <a:buNone/>
              <a:defRPr b="1" i="0" sz="2000" u="none" cap="none" strike="noStrike">
                <a:solidFill>
                  <a:srgbClr val="063D67"/>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11" name="Google Shape;111;p9"/>
          <p:cNvSpPr txBox="1"/>
          <p:nvPr>
            <p:ph idx="24" type="body"/>
          </p:nvPr>
        </p:nvSpPr>
        <p:spPr>
          <a:xfrm>
            <a:off x="1536080" y="9112497"/>
            <a:ext cx="3698332" cy="349702"/>
          </a:xfrm>
          <a:prstGeom prst="rect">
            <a:avLst/>
          </a:prstGeom>
          <a:solidFill>
            <a:srgbClr val="063D67">
              <a:alpha val="80000"/>
            </a:srgbClr>
          </a:solidFill>
          <a:ln>
            <a:noFill/>
          </a:ln>
        </p:spPr>
        <p:txBody>
          <a:bodyPr anchorCtr="0" anchor="t" bIns="36000" lIns="108000" spcFirstLastPara="1" rIns="108000" wrap="square" tIns="36000">
            <a:spAutoFit/>
          </a:bodyPr>
          <a:lstStyle>
            <a:lvl1pPr indent="-228600" lvl="0" marL="457200" marR="0" rtl="0" algn="ctr">
              <a:lnSpc>
                <a:spcPct val="100000"/>
              </a:lnSpc>
              <a:spcBef>
                <a:spcPts val="0"/>
              </a:spcBef>
              <a:spcAft>
                <a:spcPts val="0"/>
              </a:spcAft>
              <a:buClr>
                <a:schemeClr val="lt1"/>
              </a:buClr>
              <a:buSzPts val="1800"/>
              <a:buFont typeface="Arial"/>
              <a:buNone/>
              <a:defRPr b="1" i="0" sz="18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12" name="Google Shape;112;p9"/>
          <p:cNvSpPr txBox="1"/>
          <p:nvPr>
            <p:ph idx="25" type="body"/>
          </p:nvPr>
        </p:nvSpPr>
        <p:spPr>
          <a:xfrm>
            <a:off x="9290041" y="3848100"/>
            <a:ext cx="3122214" cy="543812"/>
          </a:xfrm>
          <a:prstGeom prst="rect">
            <a:avLst/>
          </a:prstGeom>
          <a:noFill/>
          <a:ln>
            <a:noFill/>
          </a:ln>
        </p:spPr>
        <p:txBody>
          <a:bodyPr anchorCtr="0" anchor="t" bIns="0" lIns="0" spcFirstLastPara="1" rIns="0" wrap="square" tIns="0">
            <a:noAutofit/>
          </a:bodyPr>
          <a:lstStyle>
            <a:lvl1pPr indent="-228600" lvl="0" marL="457200" marR="0" rtl="0" algn="ctr">
              <a:lnSpc>
                <a:spcPct val="100000"/>
              </a:lnSpc>
              <a:spcBef>
                <a:spcPts val="0"/>
              </a:spcBef>
              <a:spcAft>
                <a:spcPts val="0"/>
              </a:spcAft>
              <a:buClr>
                <a:schemeClr val="dk2"/>
              </a:buClr>
              <a:buSzPts val="1800"/>
              <a:buFont typeface="Arial"/>
              <a:buNone/>
              <a:defRPr b="0" i="1" sz="1800" u="none" cap="none" strike="noStrike">
                <a:solidFill>
                  <a:schemeClr val="dk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13" name="Google Shape;113;p9"/>
          <p:cNvSpPr txBox="1"/>
          <p:nvPr>
            <p:ph idx="26" type="body"/>
          </p:nvPr>
        </p:nvSpPr>
        <p:spPr>
          <a:xfrm>
            <a:off x="6737571" y="7734300"/>
            <a:ext cx="2973008" cy="362856"/>
          </a:xfrm>
          <a:prstGeom prst="rect">
            <a:avLst/>
          </a:prstGeom>
          <a:solidFill>
            <a:srgbClr val="063D67"/>
          </a:solidFill>
          <a:ln>
            <a:noFill/>
          </a:ln>
        </p:spPr>
        <p:txBody>
          <a:bodyPr anchorCtr="0" anchor="t" bIns="36000" lIns="108000" spcFirstLastPara="1" rIns="108000" wrap="square" tIns="36000">
            <a:spAutoFit/>
          </a:bodyPr>
          <a:lstStyle>
            <a:lvl1pPr indent="-228600" lvl="0" marL="457200" marR="0" rtl="0" algn="ctr">
              <a:lnSpc>
                <a:spcPct val="100000"/>
              </a:lnSpc>
              <a:spcBef>
                <a:spcPts val="0"/>
              </a:spcBef>
              <a:spcAft>
                <a:spcPts val="0"/>
              </a:spcAft>
              <a:buClr>
                <a:schemeClr val="lt1"/>
              </a:buClr>
              <a:buSzPts val="1800"/>
              <a:buFont typeface="Arial"/>
              <a:buNone/>
              <a:defRPr b="1" i="0" sz="18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14" name="Google Shape;114;p9"/>
          <p:cNvSpPr txBox="1"/>
          <p:nvPr>
            <p:ph idx="27" type="body"/>
          </p:nvPr>
        </p:nvSpPr>
        <p:spPr>
          <a:xfrm>
            <a:off x="9836371" y="7734300"/>
            <a:ext cx="2973008" cy="362856"/>
          </a:xfrm>
          <a:prstGeom prst="rect">
            <a:avLst/>
          </a:prstGeom>
          <a:solidFill>
            <a:srgbClr val="063D67"/>
          </a:solidFill>
          <a:ln>
            <a:noFill/>
          </a:ln>
        </p:spPr>
        <p:txBody>
          <a:bodyPr anchorCtr="0" anchor="t" bIns="36000" lIns="108000" spcFirstLastPara="1" rIns="108000" wrap="square" tIns="36000">
            <a:spAutoFit/>
          </a:bodyPr>
          <a:lstStyle>
            <a:lvl1pPr indent="-228600" lvl="0" marL="457200" marR="0" rtl="0" algn="ctr">
              <a:lnSpc>
                <a:spcPct val="100000"/>
              </a:lnSpc>
              <a:spcBef>
                <a:spcPts val="0"/>
              </a:spcBef>
              <a:spcAft>
                <a:spcPts val="0"/>
              </a:spcAft>
              <a:buClr>
                <a:schemeClr val="lt1"/>
              </a:buClr>
              <a:buSzPts val="1800"/>
              <a:buFont typeface="Arial"/>
              <a:buNone/>
              <a:defRPr b="1" i="0" sz="18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15" name="Google Shape;115;p9"/>
          <p:cNvSpPr txBox="1"/>
          <p:nvPr>
            <p:ph idx="28" type="body"/>
          </p:nvPr>
        </p:nvSpPr>
        <p:spPr>
          <a:xfrm>
            <a:off x="6737571" y="5676900"/>
            <a:ext cx="2973008" cy="362856"/>
          </a:xfrm>
          <a:prstGeom prst="rect">
            <a:avLst/>
          </a:prstGeom>
          <a:solidFill>
            <a:srgbClr val="063D67"/>
          </a:solidFill>
          <a:ln>
            <a:noFill/>
          </a:ln>
        </p:spPr>
        <p:txBody>
          <a:bodyPr anchorCtr="0" anchor="t" bIns="36000" lIns="108000" spcFirstLastPara="1" rIns="108000" wrap="square" tIns="36000">
            <a:spAutoFit/>
          </a:bodyPr>
          <a:lstStyle>
            <a:lvl1pPr indent="-228600" lvl="0" marL="457200" marR="0" rtl="0" algn="ctr">
              <a:lnSpc>
                <a:spcPct val="100000"/>
              </a:lnSpc>
              <a:spcBef>
                <a:spcPts val="0"/>
              </a:spcBef>
              <a:spcAft>
                <a:spcPts val="0"/>
              </a:spcAft>
              <a:buClr>
                <a:schemeClr val="lt1"/>
              </a:buClr>
              <a:buSzPts val="1800"/>
              <a:buFont typeface="Arial"/>
              <a:buNone/>
              <a:defRPr b="1" i="0" sz="18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16" name="Google Shape;116;p9"/>
          <p:cNvSpPr txBox="1"/>
          <p:nvPr>
            <p:ph idx="29" type="body"/>
          </p:nvPr>
        </p:nvSpPr>
        <p:spPr>
          <a:xfrm>
            <a:off x="9836371" y="5676900"/>
            <a:ext cx="2973008" cy="362856"/>
          </a:xfrm>
          <a:prstGeom prst="rect">
            <a:avLst/>
          </a:prstGeom>
          <a:solidFill>
            <a:srgbClr val="063D67"/>
          </a:solidFill>
          <a:ln>
            <a:noFill/>
          </a:ln>
        </p:spPr>
        <p:txBody>
          <a:bodyPr anchorCtr="0" anchor="t" bIns="36000" lIns="108000" spcFirstLastPara="1" rIns="108000" wrap="square" tIns="36000">
            <a:spAutoFit/>
          </a:bodyPr>
          <a:lstStyle>
            <a:lvl1pPr indent="-228600" lvl="0" marL="457200" marR="0" rtl="0" algn="ctr">
              <a:lnSpc>
                <a:spcPct val="100000"/>
              </a:lnSpc>
              <a:spcBef>
                <a:spcPts val="0"/>
              </a:spcBef>
              <a:spcAft>
                <a:spcPts val="0"/>
              </a:spcAft>
              <a:buClr>
                <a:schemeClr val="lt1"/>
              </a:buClr>
              <a:buSzPts val="1800"/>
              <a:buFont typeface="Arial"/>
              <a:buNone/>
              <a:defRPr b="1" i="0" sz="18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17" name="Google Shape;117;p9"/>
          <p:cNvSpPr txBox="1"/>
          <p:nvPr>
            <p:ph idx="12" type="sldNum"/>
          </p:nvPr>
        </p:nvSpPr>
        <p:spPr>
          <a:xfrm>
            <a:off x="17113568" y="9575902"/>
            <a:ext cx="1097400" cy="787500"/>
          </a:xfrm>
          <a:prstGeom prst="rect">
            <a:avLst/>
          </a:prstGeom>
          <a:noFill/>
          <a:ln>
            <a:noFill/>
          </a:ln>
        </p:spPr>
        <p:txBody>
          <a:bodyPr anchorCtr="0" anchor="ctr" bIns="167625" lIns="167625" spcFirstLastPara="1" rIns="167625" wrap="square" tIns="167625">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mc:AlternateContent>
    <mc:Choice Requires="p14">
      <p:transition spd="slow" p14:dur="2500">
        <p14:flip dir="l"/>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siness Line ID Card 2">
  <p:cSld name="Business Line ID Card 2">
    <p:spTree>
      <p:nvGrpSpPr>
        <p:cNvPr id="118" name="Shape 118"/>
        <p:cNvGrpSpPr/>
        <p:nvPr/>
      </p:nvGrpSpPr>
      <p:grpSpPr>
        <a:xfrm>
          <a:off x="0" y="0"/>
          <a:ext cx="0" cy="0"/>
          <a:chOff x="0" y="0"/>
          <a:chExt cx="0" cy="0"/>
        </a:xfrm>
      </p:grpSpPr>
      <p:sp>
        <p:nvSpPr>
          <p:cNvPr id="119" name="Google Shape;119;p10"/>
          <p:cNvSpPr/>
          <p:nvPr/>
        </p:nvSpPr>
        <p:spPr>
          <a:xfrm>
            <a:off x="0" y="1460860"/>
            <a:ext cx="18288000" cy="8830374"/>
          </a:xfrm>
          <a:prstGeom prst="rect">
            <a:avLst/>
          </a:prstGeom>
          <a:solidFill>
            <a:srgbClr val="E5E5E8"/>
          </a:solidFill>
          <a:ln>
            <a:noFill/>
          </a:ln>
        </p:spPr>
        <p:txBody>
          <a:bodyPr anchorCtr="0" anchor="ctr" bIns="45700" lIns="144000" spcFirstLastPara="1" rIns="144000"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F07559"/>
              </a:solidFill>
              <a:latin typeface="Arial"/>
              <a:ea typeface="Arial"/>
              <a:cs typeface="Arial"/>
              <a:sym typeface="Arial"/>
            </a:endParaRPr>
          </a:p>
        </p:txBody>
      </p:sp>
      <p:sp>
        <p:nvSpPr>
          <p:cNvPr id="120" name="Google Shape;120;p10"/>
          <p:cNvSpPr/>
          <p:nvPr>
            <p:ph idx="2" type="pic"/>
          </p:nvPr>
        </p:nvSpPr>
        <p:spPr>
          <a:xfrm>
            <a:off x="565371" y="2275699"/>
            <a:ext cx="5606829" cy="7592201"/>
          </a:xfrm>
          <a:prstGeom prst="rect">
            <a:avLst/>
          </a:prstGeom>
          <a:noFill/>
          <a:ln>
            <a:noFill/>
          </a:ln>
        </p:spPr>
      </p:sp>
      <p:sp>
        <p:nvSpPr>
          <p:cNvPr id="121" name="Google Shape;121;p10"/>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22" name="Google Shape;122;p10"/>
          <p:cNvSpPr txBox="1"/>
          <p:nvPr>
            <p:ph idx="3"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23" name="Google Shape;123;p10"/>
          <p:cNvSpPr txBox="1"/>
          <p:nvPr>
            <p:ph idx="4" type="body"/>
          </p:nvPr>
        </p:nvSpPr>
        <p:spPr>
          <a:xfrm>
            <a:off x="586776" y="4603595"/>
            <a:ext cx="5585424" cy="2631599"/>
          </a:xfrm>
          <a:prstGeom prst="rect">
            <a:avLst/>
          </a:prstGeom>
          <a:noFill/>
          <a:ln>
            <a:noFill/>
          </a:ln>
        </p:spPr>
        <p:txBody>
          <a:bodyPr anchorCtr="0" anchor="ctr" bIns="0" lIns="108000" spcFirstLastPara="1" rIns="108000" wrap="square" tIns="0">
            <a:noAutofit/>
          </a:bodyPr>
          <a:lstStyle>
            <a:lvl1pPr indent="-228600" lvl="0" marL="457200" marR="0" rtl="0" algn="ctr">
              <a:lnSpc>
                <a:spcPct val="100000"/>
              </a:lnSpc>
              <a:spcBef>
                <a:spcPts val="0"/>
              </a:spcBef>
              <a:spcAft>
                <a:spcPts val="0"/>
              </a:spcAft>
              <a:buClr>
                <a:schemeClr val="lt1"/>
              </a:buClr>
              <a:buSzPts val="3600"/>
              <a:buFont typeface="Arial"/>
              <a:buNone/>
              <a:defRPr b="1" i="0" sz="3600" u="none" cap="none" strike="noStrike">
                <a:solidFill>
                  <a:schemeClr val="lt1"/>
                </a:solidFill>
                <a:latin typeface="Arial Black"/>
                <a:ea typeface="Arial Black"/>
                <a:cs typeface="Arial Black"/>
                <a:sym typeface="Arial Black"/>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24" name="Google Shape;124;p10"/>
          <p:cNvSpPr txBox="1"/>
          <p:nvPr>
            <p:ph idx="5" type="body"/>
          </p:nvPr>
        </p:nvSpPr>
        <p:spPr>
          <a:xfrm>
            <a:off x="1536080" y="8089333"/>
            <a:ext cx="3698332" cy="833663"/>
          </a:xfrm>
          <a:prstGeom prst="rect">
            <a:avLst/>
          </a:prstGeom>
          <a:solidFill>
            <a:schemeClr val="lt1">
              <a:alpha val="80784"/>
            </a:schemeClr>
          </a:solidFill>
          <a:ln>
            <a:noFill/>
          </a:ln>
        </p:spPr>
        <p:txBody>
          <a:bodyPr anchorCtr="0" anchor="ctr" bIns="108000" lIns="108000" spcFirstLastPara="1" rIns="108000" wrap="square" tIns="108000">
            <a:spAutoFit/>
          </a:bodyPr>
          <a:lstStyle>
            <a:lvl1pPr indent="-228600" lvl="0" marL="457200" marR="0" rtl="0" algn="ctr">
              <a:lnSpc>
                <a:spcPct val="100000"/>
              </a:lnSpc>
              <a:spcBef>
                <a:spcPts val="0"/>
              </a:spcBef>
              <a:spcAft>
                <a:spcPts val="0"/>
              </a:spcAft>
              <a:buClr>
                <a:srgbClr val="063D67"/>
              </a:buClr>
              <a:buSzPts val="2000"/>
              <a:buFont typeface="Arial"/>
              <a:buNone/>
              <a:defRPr b="1" i="0" sz="2000" u="none" cap="none" strike="noStrike">
                <a:solidFill>
                  <a:srgbClr val="063D67"/>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25" name="Google Shape;125;p10"/>
          <p:cNvSpPr txBox="1"/>
          <p:nvPr>
            <p:ph idx="6" type="body"/>
          </p:nvPr>
        </p:nvSpPr>
        <p:spPr>
          <a:xfrm>
            <a:off x="1536080" y="9112497"/>
            <a:ext cx="3698332" cy="349702"/>
          </a:xfrm>
          <a:prstGeom prst="rect">
            <a:avLst/>
          </a:prstGeom>
          <a:solidFill>
            <a:srgbClr val="063D67">
              <a:alpha val="80000"/>
            </a:srgbClr>
          </a:solidFill>
          <a:ln>
            <a:noFill/>
          </a:ln>
        </p:spPr>
        <p:txBody>
          <a:bodyPr anchorCtr="0" anchor="t" bIns="36000" lIns="108000" spcFirstLastPara="1" rIns="108000" wrap="square" tIns="36000">
            <a:spAutoFit/>
          </a:bodyPr>
          <a:lstStyle>
            <a:lvl1pPr indent="-228600" lvl="0" marL="457200" marR="0" rtl="0" algn="ctr">
              <a:lnSpc>
                <a:spcPct val="100000"/>
              </a:lnSpc>
              <a:spcBef>
                <a:spcPts val="0"/>
              </a:spcBef>
              <a:spcAft>
                <a:spcPts val="0"/>
              </a:spcAft>
              <a:buClr>
                <a:schemeClr val="lt1"/>
              </a:buClr>
              <a:buSzPts val="1800"/>
              <a:buFont typeface="Arial"/>
              <a:buNone/>
              <a:defRPr b="1" i="0" sz="18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26" name="Google Shape;126;p10"/>
          <p:cNvSpPr/>
          <p:nvPr/>
        </p:nvSpPr>
        <p:spPr>
          <a:xfrm>
            <a:off x="6462632" y="2377476"/>
            <a:ext cx="5511600" cy="2383191"/>
          </a:xfrm>
          <a:prstGeom prst="rect">
            <a:avLst/>
          </a:prstGeom>
          <a:solidFill>
            <a:schemeClr val="lt2"/>
          </a:solidFill>
          <a:ln cap="flat" cmpd="sng" w="9525">
            <a:solidFill>
              <a:srgbClr val="F2F2F2"/>
            </a:solidFill>
            <a:prstDash val="solid"/>
            <a:miter lim="800000"/>
            <a:headEnd len="sm" w="sm" type="none"/>
            <a:tailEnd len="sm" w="sm" type="none"/>
          </a:ln>
          <a:effectLst>
            <a:outerShdw blurRad="38100" rotWithShape="0" algn="tl" dir="2700000" dist="38100">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27" name="Google Shape;127;p10"/>
          <p:cNvSpPr/>
          <p:nvPr/>
        </p:nvSpPr>
        <p:spPr>
          <a:xfrm>
            <a:off x="12192000" y="2377476"/>
            <a:ext cx="5511600" cy="2383191"/>
          </a:xfrm>
          <a:prstGeom prst="rect">
            <a:avLst/>
          </a:prstGeom>
          <a:solidFill>
            <a:schemeClr val="lt2"/>
          </a:solidFill>
          <a:ln cap="flat" cmpd="sng" w="9525">
            <a:solidFill>
              <a:srgbClr val="F2F2F2"/>
            </a:solidFill>
            <a:prstDash val="solid"/>
            <a:miter lim="800000"/>
            <a:headEnd len="sm" w="sm" type="none"/>
            <a:tailEnd len="sm" w="sm" type="none"/>
          </a:ln>
          <a:effectLst>
            <a:outerShdw blurRad="38100" rotWithShape="0" algn="tl" dir="2700000" dist="38100">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28" name="Google Shape;128;p10"/>
          <p:cNvSpPr/>
          <p:nvPr/>
        </p:nvSpPr>
        <p:spPr>
          <a:xfrm>
            <a:off x="6462632" y="4983485"/>
            <a:ext cx="5511600" cy="2383191"/>
          </a:xfrm>
          <a:prstGeom prst="rect">
            <a:avLst/>
          </a:prstGeom>
          <a:solidFill>
            <a:schemeClr val="lt2"/>
          </a:solidFill>
          <a:ln cap="flat" cmpd="sng" w="9525">
            <a:solidFill>
              <a:srgbClr val="F2F2F2"/>
            </a:solidFill>
            <a:prstDash val="solid"/>
            <a:miter lim="800000"/>
            <a:headEnd len="sm" w="sm" type="none"/>
            <a:tailEnd len="sm" w="sm" type="none"/>
          </a:ln>
          <a:effectLst>
            <a:outerShdw blurRad="38100" rotWithShape="0" algn="tl" dir="2700000" dist="38100">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29" name="Google Shape;129;p10"/>
          <p:cNvSpPr/>
          <p:nvPr/>
        </p:nvSpPr>
        <p:spPr>
          <a:xfrm>
            <a:off x="12192000" y="4983485"/>
            <a:ext cx="5511600" cy="2383191"/>
          </a:xfrm>
          <a:prstGeom prst="rect">
            <a:avLst/>
          </a:prstGeom>
          <a:solidFill>
            <a:schemeClr val="lt2"/>
          </a:solidFill>
          <a:ln cap="flat" cmpd="sng" w="9525">
            <a:solidFill>
              <a:srgbClr val="F2F2F2"/>
            </a:solidFill>
            <a:prstDash val="solid"/>
            <a:miter lim="800000"/>
            <a:headEnd len="sm" w="sm" type="none"/>
            <a:tailEnd len="sm" w="sm" type="none"/>
          </a:ln>
          <a:effectLst>
            <a:outerShdw blurRad="38100" rotWithShape="0" algn="tl" dir="2700000" dist="38100">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30" name="Google Shape;130;p10"/>
          <p:cNvSpPr/>
          <p:nvPr/>
        </p:nvSpPr>
        <p:spPr>
          <a:xfrm>
            <a:off x="6462632" y="7570401"/>
            <a:ext cx="5511600" cy="2383191"/>
          </a:xfrm>
          <a:prstGeom prst="rect">
            <a:avLst/>
          </a:prstGeom>
          <a:solidFill>
            <a:schemeClr val="lt2"/>
          </a:solidFill>
          <a:ln cap="flat" cmpd="sng" w="9525">
            <a:solidFill>
              <a:srgbClr val="F2F2F2"/>
            </a:solidFill>
            <a:prstDash val="solid"/>
            <a:miter lim="800000"/>
            <a:headEnd len="sm" w="sm" type="none"/>
            <a:tailEnd len="sm" w="sm" type="none"/>
          </a:ln>
          <a:effectLst>
            <a:outerShdw blurRad="38100" rotWithShape="0" algn="tl" dir="2700000" dist="38100">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31" name="Google Shape;131;p10"/>
          <p:cNvSpPr/>
          <p:nvPr/>
        </p:nvSpPr>
        <p:spPr>
          <a:xfrm>
            <a:off x="12192000" y="7570401"/>
            <a:ext cx="5511600" cy="2383191"/>
          </a:xfrm>
          <a:prstGeom prst="rect">
            <a:avLst/>
          </a:prstGeom>
          <a:solidFill>
            <a:schemeClr val="lt2"/>
          </a:solidFill>
          <a:ln cap="flat" cmpd="sng" w="9525">
            <a:solidFill>
              <a:srgbClr val="F2F2F2"/>
            </a:solidFill>
            <a:prstDash val="solid"/>
            <a:miter lim="800000"/>
            <a:headEnd len="sm" w="sm" type="none"/>
            <a:tailEnd len="sm" w="sm" type="none"/>
          </a:ln>
          <a:effectLst>
            <a:outerShdw blurRad="38100" rotWithShape="0" algn="tl" dir="2700000" dist="38100">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32" name="Google Shape;132;p10"/>
          <p:cNvSpPr txBox="1"/>
          <p:nvPr>
            <p:ph idx="7" type="body"/>
          </p:nvPr>
        </p:nvSpPr>
        <p:spPr>
          <a:xfrm>
            <a:off x="12555632" y="3238499"/>
            <a:ext cx="5147968" cy="1522167"/>
          </a:xfrm>
          <a:prstGeom prst="rect">
            <a:avLst/>
          </a:prstGeom>
          <a:noFill/>
          <a:ln>
            <a:noFill/>
          </a:ln>
        </p:spPr>
        <p:txBody>
          <a:bodyPr anchorCtr="0" anchor="t" bIns="144000" lIns="0" spcFirstLastPara="1" rIns="144000" wrap="square" tIns="0">
            <a:noAutofit/>
          </a:bodyPr>
          <a:lstStyle>
            <a:lvl1pPr indent="-342900" lvl="0" marL="457200" marR="0" rtl="0" algn="l">
              <a:lnSpc>
                <a:spcPct val="90000"/>
              </a:lnSpc>
              <a:spcBef>
                <a:spcPts val="0"/>
              </a:spcBef>
              <a:spcAft>
                <a:spcPts val="0"/>
              </a:spcAft>
              <a:buClr>
                <a:srgbClr val="1D94C9"/>
              </a:buClr>
              <a:buSzPts val="1800"/>
              <a:buFont typeface="Arial"/>
              <a:buChar char="•"/>
              <a:defRPr b="0" i="0" sz="1500" u="none" cap="none" strike="noStrike">
                <a:solidFill>
                  <a:schemeClr val="dk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33" name="Google Shape;133;p10"/>
          <p:cNvSpPr txBox="1"/>
          <p:nvPr>
            <p:ph idx="8" type="body"/>
          </p:nvPr>
        </p:nvSpPr>
        <p:spPr>
          <a:xfrm>
            <a:off x="12555632" y="5829300"/>
            <a:ext cx="5147968" cy="1537376"/>
          </a:xfrm>
          <a:prstGeom prst="rect">
            <a:avLst/>
          </a:prstGeom>
          <a:noFill/>
          <a:ln>
            <a:noFill/>
          </a:ln>
        </p:spPr>
        <p:txBody>
          <a:bodyPr anchorCtr="0" anchor="t" bIns="144000" lIns="0" spcFirstLastPara="1" rIns="144000" wrap="square" tIns="0">
            <a:noAutofit/>
          </a:bodyPr>
          <a:lstStyle>
            <a:lvl1pPr indent="-342900" lvl="0" marL="457200" marR="0" rtl="0" algn="l">
              <a:lnSpc>
                <a:spcPct val="90000"/>
              </a:lnSpc>
              <a:spcBef>
                <a:spcPts val="0"/>
              </a:spcBef>
              <a:spcAft>
                <a:spcPts val="0"/>
              </a:spcAft>
              <a:buClr>
                <a:srgbClr val="1D94C9"/>
              </a:buClr>
              <a:buSzPts val="1800"/>
              <a:buFont typeface="Arial"/>
              <a:buChar char="•"/>
              <a:defRPr b="0" i="0" sz="1500" u="none" cap="none" strike="noStrike">
                <a:solidFill>
                  <a:schemeClr val="dk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34" name="Google Shape;134;p10"/>
          <p:cNvSpPr txBox="1"/>
          <p:nvPr>
            <p:ph idx="9" type="body"/>
          </p:nvPr>
        </p:nvSpPr>
        <p:spPr>
          <a:xfrm>
            <a:off x="12555632" y="8386232"/>
            <a:ext cx="5147968" cy="1567359"/>
          </a:xfrm>
          <a:prstGeom prst="rect">
            <a:avLst/>
          </a:prstGeom>
          <a:noFill/>
          <a:ln>
            <a:noFill/>
          </a:ln>
        </p:spPr>
        <p:txBody>
          <a:bodyPr anchorCtr="0" anchor="t" bIns="144000" lIns="0" spcFirstLastPara="1" rIns="144000" wrap="square" tIns="0">
            <a:noAutofit/>
          </a:bodyPr>
          <a:lstStyle>
            <a:lvl1pPr indent="-342900" lvl="0" marL="457200" marR="0" rtl="0" algn="l">
              <a:lnSpc>
                <a:spcPct val="90000"/>
              </a:lnSpc>
              <a:spcBef>
                <a:spcPts val="0"/>
              </a:spcBef>
              <a:spcAft>
                <a:spcPts val="0"/>
              </a:spcAft>
              <a:buClr>
                <a:srgbClr val="1D94C9"/>
              </a:buClr>
              <a:buSzPts val="1800"/>
              <a:buFont typeface="Arial"/>
              <a:buChar char="•"/>
              <a:defRPr b="0" i="0" sz="1500" u="none" cap="none" strike="noStrike">
                <a:solidFill>
                  <a:schemeClr val="dk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35" name="Google Shape;135;p10"/>
          <p:cNvSpPr txBox="1"/>
          <p:nvPr>
            <p:ph idx="13" type="body"/>
          </p:nvPr>
        </p:nvSpPr>
        <p:spPr>
          <a:xfrm>
            <a:off x="6815232" y="3238499"/>
            <a:ext cx="5147968" cy="1522167"/>
          </a:xfrm>
          <a:prstGeom prst="rect">
            <a:avLst/>
          </a:prstGeom>
          <a:noFill/>
          <a:ln>
            <a:noFill/>
          </a:ln>
        </p:spPr>
        <p:txBody>
          <a:bodyPr anchorCtr="0" anchor="t" bIns="144000" lIns="0" spcFirstLastPara="1" rIns="144000" wrap="square" tIns="0">
            <a:noAutofit/>
          </a:bodyPr>
          <a:lstStyle>
            <a:lvl1pPr indent="-342900" lvl="0" marL="457200" marR="0" rtl="0" algn="l">
              <a:lnSpc>
                <a:spcPct val="90000"/>
              </a:lnSpc>
              <a:spcBef>
                <a:spcPts val="0"/>
              </a:spcBef>
              <a:spcAft>
                <a:spcPts val="0"/>
              </a:spcAft>
              <a:buClr>
                <a:srgbClr val="1D94C9"/>
              </a:buClr>
              <a:buSzPts val="1800"/>
              <a:buFont typeface="Arial"/>
              <a:buChar char="•"/>
              <a:defRPr b="0" i="0" sz="1500" u="none" cap="none" strike="noStrike">
                <a:solidFill>
                  <a:schemeClr val="dk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36" name="Google Shape;136;p10"/>
          <p:cNvSpPr txBox="1"/>
          <p:nvPr>
            <p:ph idx="14" type="body"/>
          </p:nvPr>
        </p:nvSpPr>
        <p:spPr>
          <a:xfrm>
            <a:off x="6815232" y="5829300"/>
            <a:ext cx="5147968" cy="1537376"/>
          </a:xfrm>
          <a:prstGeom prst="rect">
            <a:avLst/>
          </a:prstGeom>
          <a:noFill/>
          <a:ln>
            <a:noFill/>
          </a:ln>
        </p:spPr>
        <p:txBody>
          <a:bodyPr anchorCtr="0" anchor="t" bIns="144000" lIns="0" spcFirstLastPara="1" rIns="144000" wrap="square" tIns="0">
            <a:noAutofit/>
          </a:bodyPr>
          <a:lstStyle>
            <a:lvl1pPr indent="-342900" lvl="0" marL="457200" marR="0" rtl="0" algn="l">
              <a:lnSpc>
                <a:spcPct val="90000"/>
              </a:lnSpc>
              <a:spcBef>
                <a:spcPts val="0"/>
              </a:spcBef>
              <a:spcAft>
                <a:spcPts val="0"/>
              </a:spcAft>
              <a:buClr>
                <a:srgbClr val="1D94C9"/>
              </a:buClr>
              <a:buSzPts val="1800"/>
              <a:buFont typeface="Arial"/>
              <a:buChar char="•"/>
              <a:defRPr b="0" i="0" sz="1500" u="none" cap="none" strike="noStrike">
                <a:solidFill>
                  <a:schemeClr val="dk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37" name="Google Shape;137;p10"/>
          <p:cNvSpPr txBox="1"/>
          <p:nvPr>
            <p:ph idx="15" type="body"/>
          </p:nvPr>
        </p:nvSpPr>
        <p:spPr>
          <a:xfrm>
            <a:off x="6815232" y="8386232"/>
            <a:ext cx="5147968" cy="1567359"/>
          </a:xfrm>
          <a:prstGeom prst="rect">
            <a:avLst/>
          </a:prstGeom>
          <a:noFill/>
          <a:ln>
            <a:noFill/>
          </a:ln>
        </p:spPr>
        <p:txBody>
          <a:bodyPr anchorCtr="0" anchor="t" bIns="144000" lIns="0" spcFirstLastPara="1" rIns="144000" wrap="square" tIns="0">
            <a:noAutofit/>
          </a:bodyPr>
          <a:lstStyle>
            <a:lvl1pPr indent="-342900" lvl="0" marL="457200" marR="0" rtl="0" algn="l">
              <a:lnSpc>
                <a:spcPct val="90000"/>
              </a:lnSpc>
              <a:spcBef>
                <a:spcPts val="0"/>
              </a:spcBef>
              <a:spcAft>
                <a:spcPts val="0"/>
              </a:spcAft>
              <a:buClr>
                <a:srgbClr val="1D94C9"/>
              </a:buClr>
              <a:buSzPts val="1800"/>
              <a:buFont typeface="Arial"/>
              <a:buChar char="•"/>
              <a:defRPr b="0" i="0" sz="1500" u="none" cap="none" strike="noStrike">
                <a:solidFill>
                  <a:schemeClr val="dk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38" name="Google Shape;138;p10"/>
          <p:cNvSpPr txBox="1"/>
          <p:nvPr>
            <p:ph idx="16" type="body"/>
          </p:nvPr>
        </p:nvSpPr>
        <p:spPr>
          <a:xfrm>
            <a:off x="12497840" y="2670590"/>
            <a:ext cx="3870157" cy="256617"/>
          </a:xfrm>
          <a:prstGeom prst="rect">
            <a:avLst/>
          </a:prstGeom>
          <a:noFill/>
          <a:ln>
            <a:noFill/>
          </a:ln>
        </p:spPr>
        <p:txBody>
          <a:bodyPr anchorCtr="0" anchor="t" bIns="144000" lIns="0" spcFirstLastPara="1" rIns="144000" wrap="square" tIns="0">
            <a:noAutofit/>
          </a:bodyPr>
          <a:lstStyle>
            <a:lvl1pPr indent="-228600" lvl="0" marL="457200" marR="0" rtl="0" algn="l">
              <a:lnSpc>
                <a:spcPct val="90000"/>
              </a:lnSpc>
              <a:spcBef>
                <a:spcPts val="0"/>
              </a:spcBef>
              <a:spcAft>
                <a:spcPts val="0"/>
              </a:spcAft>
              <a:buClr>
                <a:srgbClr val="1D94C9"/>
              </a:buClr>
              <a:buSzPts val="2340"/>
              <a:buFont typeface="Arial"/>
              <a:buNone/>
              <a:defRPr b="1" i="0" sz="1800" u="none" cap="none" strike="noStrike">
                <a:solidFill>
                  <a:srgbClr val="063D67"/>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39" name="Google Shape;139;p10"/>
          <p:cNvSpPr txBox="1"/>
          <p:nvPr>
            <p:ph idx="17" type="body"/>
          </p:nvPr>
        </p:nvSpPr>
        <p:spPr>
          <a:xfrm>
            <a:off x="12497840" y="5261390"/>
            <a:ext cx="3870157" cy="256617"/>
          </a:xfrm>
          <a:prstGeom prst="rect">
            <a:avLst/>
          </a:prstGeom>
          <a:noFill/>
          <a:ln>
            <a:noFill/>
          </a:ln>
        </p:spPr>
        <p:txBody>
          <a:bodyPr anchorCtr="0" anchor="t" bIns="144000" lIns="0" spcFirstLastPara="1" rIns="144000" wrap="square" tIns="0">
            <a:noAutofit/>
          </a:bodyPr>
          <a:lstStyle>
            <a:lvl1pPr indent="-228600" lvl="0" marL="457200" marR="0" rtl="0" algn="l">
              <a:lnSpc>
                <a:spcPct val="90000"/>
              </a:lnSpc>
              <a:spcBef>
                <a:spcPts val="0"/>
              </a:spcBef>
              <a:spcAft>
                <a:spcPts val="0"/>
              </a:spcAft>
              <a:buClr>
                <a:srgbClr val="1D94C9"/>
              </a:buClr>
              <a:buSzPts val="2340"/>
              <a:buFont typeface="Arial"/>
              <a:buNone/>
              <a:defRPr b="1" i="0" sz="1800" u="none" cap="none" strike="noStrike">
                <a:solidFill>
                  <a:srgbClr val="063D67"/>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40" name="Google Shape;140;p10"/>
          <p:cNvSpPr txBox="1"/>
          <p:nvPr>
            <p:ph idx="18" type="body"/>
          </p:nvPr>
        </p:nvSpPr>
        <p:spPr>
          <a:xfrm>
            <a:off x="12497840" y="7784457"/>
            <a:ext cx="3870157" cy="256617"/>
          </a:xfrm>
          <a:prstGeom prst="rect">
            <a:avLst/>
          </a:prstGeom>
          <a:noFill/>
          <a:ln>
            <a:noFill/>
          </a:ln>
        </p:spPr>
        <p:txBody>
          <a:bodyPr anchorCtr="0" anchor="t" bIns="144000" lIns="0" spcFirstLastPara="1" rIns="144000" wrap="square" tIns="0">
            <a:noAutofit/>
          </a:bodyPr>
          <a:lstStyle>
            <a:lvl1pPr indent="-228600" lvl="0" marL="457200" marR="0" rtl="0" algn="l">
              <a:lnSpc>
                <a:spcPct val="90000"/>
              </a:lnSpc>
              <a:spcBef>
                <a:spcPts val="0"/>
              </a:spcBef>
              <a:spcAft>
                <a:spcPts val="0"/>
              </a:spcAft>
              <a:buClr>
                <a:srgbClr val="1D94C9"/>
              </a:buClr>
              <a:buSzPts val="2340"/>
              <a:buFont typeface="Arial"/>
              <a:buNone/>
              <a:defRPr b="1" i="0" sz="1800" u="none" cap="none" strike="noStrike">
                <a:solidFill>
                  <a:srgbClr val="063D67"/>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41" name="Google Shape;141;p10"/>
          <p:cNvSpPr txBox="1"/>
          <p:nvPr>
            <p:ph idx="19" type="body"/>
          </p:nvPr>
        </p:nvSpPr>
        <p:spPr>
          <a:xfrm>
            <a:off x="6791307" y="2670590"/>
            <a:ext cx="3870157" cy="256617"/>
          </a:xfrm>
          <a:prstGeom prst="rect">
            <a:avLst/>
          </a:prstGeom>
          <a:noFill/>
          <a:ln>
            <a:noFill/>
          </a:ln>
        </p:spPr>
        <p:txBody>
          <a:bodyPr anchorCtr="0" anchor="t" bIns="144000" lIns="0" spcFirstLastPara="1" rIns="144000" wrap="square" tIns="0">
            <a:noAutofit/>
          </a:bodyPr>
          <a:lstStyle>
            <a:lvl1pPr indent="-228600" lvl="0" marL="457200" marR="0" rtl="0" algn="l">
              <a:lnSpc>
                <a:spcPct val="90000"/>
              </a:lnSpc>
              <a:spcBef>
                <a:spcPts val="0"/>
              </a:spcBef>
              <a:spcAft>
                <a:spcPts val="0"/>
              </a:spcAft>
              <a:buClr>
                <a:srgbClr val="1D94C9"/>
              </a:buClr>
              <a:buSzPts val="2340"/>
              <a:buFont typeface="Arial"/>
              <a:buNone/>
              <a:defRPr b="1" i="0" sz="1800" u="none" cap="none" strike="noStrike">
                <a:solidFill>
                  <a:srgbClr val="063D67"/>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42" name="Google Shape;142;p10"/>
          <p:cNvSpPr txBox="1"/>
          <p:nvPr>
            <p:ph idx="20" type="body"/>
          </p:nvPr>
        </p:nvSpPr>
        <p:spPr>
          <a:xfrm>
            <a:off x="6791307" y="5261390"/>
            <a:ext cx="3870157" cy="256617"/>
          </a:xfrm>
          <a:prstGeom prst="rect">
            <a:avLst/>
          </a:prstGeom>
          <a:noFill/>
          <a:ln>
            <a:noFill/>
          </a:ln>
        </p:spPr>
        <p:txBody>
          <a:bodyPr anchorCtr="0" anchor="t" bIns="144000" lIns="0" spcFirstLastPara="1" rIns="144000" wrap="square" tIns="0">
            <a:noAutofit/>
          </a:bodyPr>
          <a:lstStyle>
            <a:lvl1pPr indent="-228600" lvl="0" marL="457200" marR="0" rtl="0" algn="l">
              <a:lnSpc>
                <a:spcPct val="90000"/>
              </a:lnSpc>
              <a:spcBef>
                <a:spcPts val="0"/>
              </a:spcBef>
              <a:spcAft>
                <a:spcPts val="0"/>
              </a:spcAft>
              <a:buClr>
                <a:srgbClr val="1D94C9"/>
              </a:buClr>
              <a:buSzPts val="2340"/>
              <a:buFont typeface="Arial"/>
              <a:buNone/>
              <a:defRPr b="1" i="0" sz="1800" u="none" cap="none" strike="noStrike">
                <a:solidFill>
                  <a:srgbClr val="063D67"/>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43" name="Google Shape;143;p10"/>
          <p:cNvSpPr txBox="1"/>
          <p:nvPr>
            <p:ph idx="21" type="body"/>
          </p:nvPr>
        </p:nvSpPr>
        <p:spPr>
          <a:xfrm>
            <a:off x="6791307" y="7784457"/>
            <a:ext cx="3870157" cy="256617"/>
          </a:xfrm>
          <a:prstGeom prst="rect">
            <a:avLst/>
          </a:prstGeom>
          <a:noFill/>
          <a:ln>
            <a:noFill/>
          </a:ln>
        </p:spPr>
        <p:txBody>
          <a:bodyPr anchorCtr="0" anchor="t" bIns="144000" lIns="0" spcFirstLastPara="1" rIns="144000" wrap="square" tIns="0">
            <a:noAutofit/>
          </a:bodyPr>
          <a:lstStyle>
            <a:lvl1pPr indent="-228600" lvl="0" marL="457200" marR="0" rtl="0" algn="l">
              <a:lnSpc>
                <a:spcPct val="90000"/>
              </a:lnSpc>
              <a:spcBef>
                <a:spcPts val="0"/>
              </a:spcBef>
              <a:spcAft>
                <a:spcPts val="0"/>
              </a:spcAft>
              <a:buClr>
                <a:srgbClr val="1D94C9"/>
              </a:buClr>
              <a:buSzPts val="2340"/>
              <a:buFont typeface="Arial"/>
              <a:buNone/>
              <a:defRPr b="1" i="0" sz="1800" u="none" cap="none" strike="noStrike">
                <a:solidFill>
                  <a:srgbClr val="063D67"/>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44" name="Google Shape;144;p10"/>
          <p:cNvSpPr txBox="1"/>
          <p:nvPr>
            <p:ph idx="12" type="sldNum"/>
          </p:nvPr>
        </p:nvSpPr>
        <p:spPr>
          <a:xfrm>
            <a:off x="17113568" y="9575902"/>
            <a:ext cx="1097400" cy="787500"/>
          </a:xfrm>
          <a:prstGeom prst="rect">
            <a:avLst/>
          </a:prstGeom>
          <a:noFill/>
          <a:ln>
            <a:noFill/>
          </a:ln>
        </p:spPr>
        <p:txBody>
          <a:bodyPr anchorCtr="0" anchor="ctr" bIns="167625" lIns="167625" spcFirstLastPara="1" rIns="167625" wrap="square" tIns="167625">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mc:AlternateContent>
    <mc:Choice Requires="p14">
      <p:transition spd="slow" p14:dur="2500">
        <p14:flip dir="l"/>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ight Image White Background">
  <p:cSld name="Right Image White Background">
    <p:spTree>
      <p:nvGrpSpPr>
        <p:cNvPr id="145" name="Shape 145"/>
        <p:cNvGrpSpPr/>
        <p:nvPr/>
      </p:nvGrpSpPr>
      <p:grpSpPr>
        <a:xfrm>
          <a:off x="0" y="0"/>
          <a:ext cx="0" cy="0"/>
          <a:chOff x="0" y="0"/>
          <a:chExt cx="0" cy="0"/>
        </a:xfrm>
      </p:grpSpPr>
      <p:sp>
        <p:nvSpPr>
          <p:cNvPr id="146" name="Google Shape;146;p11"/>
          <p:cNvSpPr/>
          <p:nvPr>
            <p:ph idx="2" type="pic"/>
          </p:nvPr>
        </p:nvSpPr>
        <p:spPr>
          <a:xfrm>
            <a:off x="11257655" y="1898449"/>
            <a:ext cx="6484914" cy="7969451"/>
          </a:xfrm>
          <a:prstGeom prst="rect">
            <a:avLst/>
          </a:prstGeom>
          <a:noFill/>
          <a:ln>
            <a:noFill/>
          </a:ln>
        </p:spPr>
      </p:sp>
      <p:sp>
        <p:nvSpPr>
          <p:cNvPr id="147" name="Google Shape;147;p11"/>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48" name="Google Shape;148;p11"/>
          <p:cNvSpPr txBox="1"/>
          <p:nvPr>
            <p:ph idx="3"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49" name="Google Shape;149;p11"/>
          <p:cNvSpPr txBox="1"/>
          <p:nvPr>
            <p:ph idx="12" type="sldNum"/>
          </p:nvPr>
        </p:nvSpPr>
        <p:spPr>
          <a:xfrm>
            <a:off x="17113568" y="9575902"/>
            <a:ext cx="1097400" cy="787500"/>
          </a:xfrm>
          <a:prstGeom prst="rect">
            <a:avLst/>
          </a:prstGeom>
          <a:noFill/>
          <a:ln>
            <a:noFill/>
          </a:ln>
        </p:spPr>
        <p:txBody>
          <a:bodyPr anchorCtr="0" anchor="ctr" bIns="167625" lIns="167625" spcFirstLastPara="1" rIns="167625" wrap="square" tIns="167625">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mc:AlternateContent>
    <mc:Choice Requires="p14">
      <p:transition spd="slow" p14:dur="2500">
        <p14:flip dir="l"/>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ft Image White Background">
  <p:cSld name="Left Image White Background">
    <p:spTree>
      <p:nvGrpSpPr>
        <p:cNvPr id="150" name="Shape 150"/>
        <p:cNvGrpSpPr/>
        <p:nvPr/>
      </p:nvGrpSpPr>
      <p:grpSpPr>
        <a:xfrm>
          <a:off x="0" y="0"/>
          <a:ext cx="0" cy="0"/>
          <a:chOff x="0" y="0"/>
          <a:chExt cx="0" cy="0"/>
        </a:xfrm>
      </p:grpSpPr>
      <p:sp>
        <p:nvSpPr>
          <p:cNvPr id="151" name="Google Shape;151;p12"/>
          <p:cNvSpPr/>
          <p:nvPr>
            <p:ph idx="2" type="pic"/>
          </p:nvPr>
        </p:nvSpPr>
        <p:spPr>
          <a:xfrm>
            <a:off x="529200" y="1898449"/>
            <a:ext cx="6484914" cy="7969451"/>
          </a:xfrm>
          <a:prstGeom prst="rect">
            <a:avLst/>
          </a:prstGeom>
          <a:noFill/>
          <a:ln>
            <a:noFill/>
          </a:ln>
        </p:spPr>
      </p:sp>
      <p:sp>
        <p:nvSpPr>
          <p:cNvPr id="152" name="Google Shape;152;p12"/>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53" name="Google Shape;153;p12"/>
          <p:cNvSpPr txBox="1"/>
          <p:nvPr>
            <p:ph idx="3"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54" name="Google Shape;154;p12"/>
          <p:cNvSpPr txBox="1"/>
          <p:nvPr>
            <p:ph idx="12" type="sldNum"/>
          </p:nvPr>
        </p:nvSpPr>
        <p:spPr>
          <a:xfrm>
            <a:off x="17113568" y="9575902"/>
            <a:ext cx="1097400" cy="787500"/>
          </a:xfrm>
          <a:prstGeom prst="rect">
            <a:avLst/>
          </a:prstGeom>
          <a:noFill/>
          <a:ln>
            <a:noFill/>
          </a:ln>
        </p:spPr>
        <p:txBody>
          <a:bodyPr anchorCtr="0" anchor="ctr" bIns="167625" lIns="167625" spcFirstLastPara="1" rIns="167625" wrap="square" tIns="167625">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mc:AlternateContent>
    <mc:Choice Requires="p14">
      <p:transition spd="slow" p14:dur="2500">
        <p14:flip dir="l"/>
      </p:transition>
    </mc:Choice>
    <mc:Fallback>
      <p:transition spd="slow">
        <p:fade/>
      </p:transition>
    </mc:Fallback>
  </mc:AlternateContent>
  <p:extLst>
    <p:ext uri="{DCECCB84-F9BA-43D5-87BE-67443E8EF086}">
      <p15:sldGuideLst>
        <p15:guide id="1" orient="horz" pos="3240">
          <p15:clr>
            <a:srgbClr val="FBAE40"/>
          </p15:clr>
        </p15:guide>
        <p15:guide id="2" pos="57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s White Background">
  <p:cSld name="Two Images White Background">
    <p:spTree>
      <p:nvGrpSpPr>
        <p:cNvPr id="155" name="Shape 155"/>
        <p:cNvGrpSpPr/>
        <p:nvPr/>
      </p:nvGrpSpPr>
      <p:grpSpPr>
        <a:xfrm>
          <a:off x="0" y="0"/>
          <a:ext cx="0" cy="0"/>
          <a:chOff x="0" y="0"/>
          <a:chExt cx="0" cy="0"/>
        </a:xfrm>
      </p:grpSpPr>
      <p:sp>
        <p:nvSpPr>
          <p:cNvPr id="156" name="Google Shape;156;p13"/>
          <p:cNvSpPr/>
          <p:nvPr>
            <p:ph idx="2" type="pic"/>
          </p:nvPr>
        </p:nvSpPr>
        <p:spPr>
          <a:xfrm>
            <a:off x="11257655" y="1898449"/>
            <a:ext cx="6484914" cy="7969451"/>
          </a:xfrm>
          <a:prstGeom prst="rect">
            <a:avLst/>
          </a:prstGeom>
          <a:noFill/>
          <a:ln>
            <a:noFill/>
          </a:ln>
        </p:spPr>
      </p:sp>
      <p:sp>
        <p:nvSpPr>
          <p:cNvPr id="157" name="Google Shape;157;p13"/>
          <p:cNvSpPr/>
          <p:nvPr>
            <p:ph idx="3" type="pic"/>
          </p:nvPr>
        </p:nvSpPr>
        <p:spPr>
          <a:xfrm>
            <a:off x="529200" y="1898449"/>
            <a:ext cx="6484914" cy="7969451"/>
          </a:xfrm>
          <a:prstGeom prst="rect">
            <a:avLst/>
          </a:prstGeom>
          <a:noFill/>
          <a:ln>
            <a:noFill/>
          </a:ln>
        </p:spPr>
      </p:sp>
      <p:sp>
        <p:nvSpPr>
          <p:cNvPr id="158" name="Google Shape;158;p13"/>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59" name="Google Shape;159;p13"/>
          <p:cNvSpPr txBox="1"/>
          <p:nvPr>
            <p:ph idx="4"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60" name="Google Shape;160;p13"/>
          <p:cNvSpPr txBox="1"/>
          <p:nvPr>
            <p:ph idx="12" type="sldNum"/>
          </p:nvPr>
        </p:nvSpPr>
        <p:spPr>
          <a:xfrm>
            <a:off x="17113568" y="9575902"/>
            <a:ext cx="1097400" cy="787500"/>
          </a:xfrm>
          <a:prstGeom prst="rect">
            <a:avLst/>
          </a:prstGeom>
          <a:noFill/>
          <a:ln>
            <a:noFill/>
          </a:ln>
        </p:spPr>
        <p:txBody>
          <a:bodyPr anchorCtr="0" anchor="ctr" bIns="167625" lIns="167625" spcFirstLastPara="1" rIns="167625" wrap="square" tIns="167625">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mc:AlternateContent>
    <mc:Choice Requires="p14">
      <p:transition spd="slow" p14:dur="2500">
        <p14:flip dir="l"/>
      </p:transition>
    </mc:Choice>
    <mc:Fallback>
      <p:transition spd="slow">
        <p:fade/>
      </p:transition>
    </mc:Fallback>
  </mc:AlternateContent>
  <p:extLst>
    <p:ext uri="{DCECCB84-F9BA-43D5-87BE-67443E8EF086}">
      <p15:sldGuideLst>
        <p15:guide id="1" orient="horz" pos="3240">
          <p15:clr>
            <a:srgbClr val="FBAE40"/>
          </p15:clr>
        </p15:guide>
        <p15:guide id="2" pos="57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 Grey Background">
  <p:cSld name="3 Col Grey Background">
    <p:spTree>
      <p:nvGrpSpPr>
        <p:cNvPr id="161" name="Shape 161"/>
        <p:cNvGrpSpPr/>
        <p:nvPr/>
      </p:nvGrpSpPr>
      <p:grpSpPr>
        <a:xfrm>
          <a:off x="0" y="0"/>
          <a:ext cx="0" cy="0"/>
          <a:chOff x="0" y="0"/>
          <a:chExt cx="0" cy="0"/>
        </a:xfrm>
      </p:grpSpPr>
      <p:sp>
        <p:nvSpPr>
          <p:cNvPr id="162" name="Google Shape;162;p14"/>
          <p:cNvSpPr/>
          <p:nvPr/>
        </p:nvSpPr>
        <p:spPr>
          <a:xfrm>
            <a:off x="0" y="1456628"/>
            <a:ext cx="18288000" cy="8830374"/>
          </a:xfrm>
          <a:prstGeom prst="rect">
            <a:avLst/>
          </a:prstGeom>
          <a:solidFill>
            <a:srgbClr val="E5E5E8"/>
          </a:solidFill>
          <a:ln>
            <a:noFill/>
          </a:ln>
        </p:spPr>
        <p:txBody>
          <a:bodyPr anchorCtr="0" anchor="ctr" bIns="45700" lIns="144000" spcFirstLastPara="1" rIns="144000"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F07559"/>
              </a:solidFill>
              <a:latin typeface="Arial"/>
              <a:ea typeface="Arial"/>
              <a:cs typeface="Arial"/>
              <a:sym typeface="Arial"/>
            </a:endParaRPr>
          </a:p>
        </p:txBody>
      </p:sp>
      <p:sp>
        <p:nvSpPr>
          <p:cNvPr id="163" name="Google Shape;163;p14"/>
          <p:cNvSpPr/>
          <p:nvPr/>
        </p:nvSpPr>
        <p:spPr>
          <a:xfrm>
            <a:off x="12367839" y="2324100"/>
            <a:ext cx="5378228" cy="7467600"/>
          </a:xfrm>
          <a:prstGeom prst="rect">
            <a:avLst/>
          </a:prstGeom>
          <a:solidFill>
            <a:schemeClr val="lt1"/>
          </a:solidFill>
          <a:ln>
            <a:noFill/>
          </a:ln>
          <a:effectLst>
            <a:outerShdw blurRad="88900" rotWithShape="0" algn="tl" dir="2700000" dist="38100">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64" name="Google Shape;164;p14"/>
          <p:cNvSpPr/>
          <p:nvPr/>
        </p:nvSpPr>
        <p:spPr>
          <a:xfrm>
            <a:off x="533400" y="2324100"/>
            <a:ext cx="5378228" cy="7467600"/>
          </a:xfrm>
          <a:prstGeom prst="rect">
            <a:avLst/>
          </a:prstGeom>
          <a:solidFill>
            <a:schemeClr val="lt1"/>
          </a:solidFill>
          <a:ln>
            <a:noFill/>
          </a:ln>
          <a:effectLst>
            <a:outerShdw blurRad="88900" rotWithShape="0" algn="tl" dir="2700000" dist="38100">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65" name="Google Shape;165;p14"/>
          <p:cNvSpPr/>
          <p:nvPr/>
        </p:nvSpPr>
        <p:spPr>
          <a:xfrm>
            <a:off x="6454439" y="2324100"/>
            <a:ext cx="5378228" cy="7467600"/>
          </a:xfrm>
          <a:prstGeom prst="rect">
            <a:avLst/>
          </a:prstGeom>
          <a:solidFill>
            <a:schemeClr val="lt1"/>
          </a:solidFill>
          <a:ln>
            <a:noFill/>
          </a:ln>
          <a:effectLst>
            <a:outerShdw blurRad="88900" rotWithShape="0" algn="tl" dir="2700000" dist="38100">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66" name="Google Shape;166;p14"/>
          <p:cNvSpPr/>
          <p:nvPr>
            <p:ph idx="2" type="pic"/>
          </p:nvPr>
        </p:nvSpPr>
        <p:spPr>
          <a:xfrm>
            <a:off x="533400" y="2324100"/>
            <a:ext cx="5378227" cy="2537925"/>
          </a:xfrm>
          <a:prstGeom prst="rect">
            <a:avLst/>
          </a:prstGeom>
          <a:noFill/>
          <a:ln>
            <a:noFill/>
          </a:ln>
        </p:spPr>
      </p:sp>
      <p:sp>
        <p:nvSpPr>
          <p:cNvPr id="167" name="Google Shape;167;p14"/>
          <p:cNvSpPr/>
          <p:nvPr>
            <p:ph idx="3" type="pic"/>
          </p:nvPr>
        </p:nvSpPr>
        <p:spPr>
          <a:xfrm>
            <a:off x="6445027" y="2324100"/>
            <a:ext cx="5378228" cy="2537925"/>
          </a:xfrm>
          <a:prstGeom prst="rect">
            <a:avLst/>
          </a:prstGeom>
          <a:noFill/>
          <a:ln>
            <a:noFill/>
          </a:ln>
        </p:spPr>
      </p:sp>
      <p:sp>
        <p:nvSpPr>
          <p:cNvPr id="168" name="Google Shape;168;p14"/>
          <p:cNvSpPr/>
          <p:nvPr>
            <p:ph idx="4" type="pic"/>
          </p:nvPr>
        </p:nvSpPr>
        <p:spPr>
          <a:xfrm>
            <a:off x="12377251" y="2324100"/>
            <a:ext cx="5359404" cy="2537925"/>
          </a:xfrm>
          <a:prstGeom prst="rect">
            <a:avLst/>
          </a:prstGeom>
          <a:noFill/>
          <a:ln>
            <a:noFill/>
          </a:ln>
        </p:spPr>
      </p:sp>
      <p:sp>
        <p:nvSpPr>
          <p:cNvPr id="169" name="Google Shape;169;p14"/>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70" name="Google Shape;170;p14"/>
          <p:cNvSpPr txBox="1"/>
          <p:nvPr>
            <p:ph idx="5"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71" name="Google Shape;171;p14"/>
          <p:cNvSpPr txBox="1"/>
          <p:nvPr>
            <p:ph idx="12" type="sldNum"/>
          </p:nvPr>
        </p:nvSpPr>
        <p:spPr>
          <a:xfrm>
            <a:off x="17113568" y="9575902"/>
            <a:ext cx="1097400" cy="787500"/>
          </a:xfrm>
          <a:prstGeom prst="rect">
            <a:avLst/>
          </a:prstGeom>
          <a:noFill/>
          <a:ln>
            <a:noFill/>
          </a:ln>
        </p:spPr>
        <p:txBody>
          <a:bodyPr anchorCtr="0" anchor="ctr" bIns="167625" lIns="167625" spcFirstLastPara="1" rIns="167625" wrap="square" tIns="167625">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mc:AlternateContent>
    <mc:Choice Requires="p14">
      <p:transition spd="slow" p14:dur="2500">
        <p14:flip dir="l"/>
      </p:transition>
    </mc:Choice>
    <mc:Fallback>
      <p:transition spd="slow">
        <p:fade/>
      </p:transition>
    </mc:Fallback>
  </mc:AlternateContent>
  <p:extLst>
    <p:ext uri="{DCECCB84-F9BA-43D5-87BE-67443E8EF086}">
      <p15:sldGuideLst>
        <p15:guide id="1" orient="horz" pos="3240">
          <p15:clr>
            <a:srgbClr val="FBAE40"/>
          </p15:clr>
        </p15:guide>
        <p15:guide id="2" pos="57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l Grey Background">
  <p:cSld name="4 Col Grey Background">
    <p:spTree>
      <p:nvGrpSpPr>
        <p:cNvPr id="172" name="Shape 172"/>
        <p:cNvGrpSpPr/>
        <p:nvPr/>
      </p:nvGrpSpPr>
      <p:grpSpPr>
        <a:xfrm>
          <a:off x="0" y="0"/>
          <a:ext cx="0" cy="0"/>
          <a:chOff x="0" y="0"/>
          <a:chExt cx="0" cy="0"/>
        </a:xfrm>
      </p:grpSpPr>
      <p:sp>
        <p:nvSpPr>
          <p:cNvPr id="173" name="Google Shape;173;p15"/>
          <p:cNvSpPr/>
          <p:nvPr/>
        </p:nvSpPr>
        <p:spPr>
          <a:xfrm>
            <a:off x="0" y="1456628"/>
            <a:ext cx="18288000" cy="8830374"/>
          </a:xfrm>
          <a:prstGeom prst="rect">
            <a:avLst/>
          </a:prstGeom>
          <a:solidFill>
            <a:srgbClr val="E5E5E8"/>
          </a:solidFill>
          <a:ln>
            <a:noFill/>
          </a:ln>
        </p:spPr>
        <p:txBody>
          <a:bodyPr anchorCtr="0" anchor="ctr" bIns="45700" lIns="144000" spcFirstLastPara="1" rIns="144000"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F07559"/>
              </a:solidFill>
              <a:latin typeface="Arial"/>
              <a:ea typeface="Arial"/>
              <a:cs typeface="Arial"/>
              <a:sym typeface="Arial"/>
            </a:endParaRPr>
          </a:p>
        </p:txBody>
      </p:sp>
      <p:sp>
        <p:nvSpPr>
          <p:cNvPr id="174" name="Google Shape;174;p15"/>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75" name="Google Shape;175;p15"/>
          <p:cNvSpPr txBox="1"/>
          <p:nvPr>
            <p:ph idx="2"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76" name="Google Shape;176;p15"/>
          <p:cNvSpPr/>
          <p:nvPr/>
        </p:nvSpPr>
        <p:spPr>
          <a:xfrm>
            <a:off x="9297801" y="2324100"/>
            <a:ext cx="4137841" cy="7467600"/>
          </a:xfrm>
          <a:prstGeom prst="rect">
            <a:avLst/>
          </a:prstGeom>
          <a:solidFill>
            <a:schemeClr val="lt1"/>
          </a:solidFill>
          <a:ln>
            <a:noFill/>
          </a:ln>
          <a:effectLst>
            <a:outerShdw blurRad="88900" rotWithShape="0" algn="tl" dir="2700000" dist="38100">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77" name="Google Shape;177;p15"/>
          <p:cNvSpPr/>
          <p:nvPr/>
        </p:nvSpPr>
        <p:spPr>
          <a:xfrm>
            <a:off x="508248" y="2324100"/>
            <a:ext cx="4141804" cy="7467600"/>
          </a:xfrm>
          <a:prstGeom prst="rect">
            <a:avLst/>
          </a:prstGeom>
          <a:solidFill>
            <a:schemeClr val="lt1"/>
          </a:solidFill>
          <a:ln>
            <a:noFill/>
          </a:ln>
          <a:effectLst>
            <a:outerShdw blurRad="88900" rotWithShape="0" algn="tl" dir="2700000" dist="38100">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78" name="Google Shape;178;p15"/>
          <p:cNvSpPr/>
          <p:nvPr/>
        </p:nvSpPr>
        <p:spPr>
          <a:xfrm>
            <a:off x="4901041" y="2324100"/>
            <a:ext cx="4141805" cy="7467600"/>
          </a:xfrm>
          <a:prstGeom prst="rect">
            <a:avLst/>
          </a:prstGeom>
          <a:solidFill>
            <a:schemeClr val="lt1"/>
          </a:solidFill>
          <a:ln>
            <a:noFill/>
          </a:ln>
          <a:effectLst>
            <a:outerShdw blurRad="88900" rotWithShape="0" algn="tl" dir="2700000" dist="38100">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79" name="Google Shape;179;p15"/>
          <p:cNvSpPr/>
          <p:nvPr>
            <p:ph idx="3" type="pic"/>
          </p:nvPr>
        </p:nvSpPr>
        <p:spPr>
          <a:xfrm>
            <a:off x="508248" y="2324100"/>
            <a:ext cx="4141803" cy="2537925"/>
          </a:xfrm>
          <a:prstGeom prst="rect">
            <a:avLst/>
          </a:prstGeom>
          <a:noFill/>
          <a:ln>
            <a:noFill/>
          </a:ln>
        </p:spPr>
      </p:sp>
      <p:sp>
        <p:nvSpPr>
          <p:cNvPr id="180" name="Google Shape;180;p15"/>
          <p:cNvSpPr/>
          <p:nvPr>
            <p:ph idx="4" type="pic"/>
          </p:nvPr>
        </p:nvSpPr>
        <p:spPr>
          <a:xfrm>
            <a:off x="4891629" y="2324100"/>
            <a:ext cx="4141805" cy="2537925"/>
          </a:xfrm>
          <a:prstGeom prst="rect">
            <a:avLst/>
          </a:prstGeom>
          <a:noFill/>
          <a:ln>
            <a:noFill/>
          </a:ln>
        </p:spPr>
      </p:sp>
      <p:sp>
        <p:nvSpPr>
          <p:cNvPr id="181" name="Google Shape;181;p15"/>
          <p:cNvSpPr/>
          <p:nvPr>
            <p:ph idx="5" type="pic"/>
          </p:nvPr>
        </p:nvSpPr>
        <p:spPr>
          <a:xfrm>
            <a:off x="9307213" y="2324100"/>
            <a:ext cx="4123358" cy="2537925"/>
          </a:xfrm>
          <a:prstGeom prst="rect">
            <a:avLst/>
          </a:prstGeom>
          <a:noFill/>
          <a:ln>
            <a:noFill/>
          </a:ln>
        </p:spPr>
      </p:sp>
      <p:sp>
        <p:nvSpPr>
          <p:cNvPr id="182" name="Google Shape;182;p15"/>
          <p:cNvSpPr/>
          <p:nvPr/>
        </p:nvSpPr>
        <p:spPr>
          <a:xfrm>
            <a:off x="13695668" y="2324100"/>
            <a:ext cx="4137841" cy="7467600"/>
          </a:xfrm>
          <a:prstGeom prst="rect">
            <a:avLst/>
          </a:prstGeom>
          <a:solidFill>
            <a:schemeClr val="lt1"/>
          </a:solidFill>
          <a:ln>
            <a:noFill/>
          </a:ln>
          <a:effectLst>
            <a:outerShdw blurRad="88900" rotWithShape="0" algn="tl" dir="2700000" dist="38100">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83" name="Google Shape;183;p15"/>
          <p:cNvSpPr/>
          <p:nvPr>
            <p:ph idx="6" type="pic"/>
          </p:nvPr>
        </p:nvSpPr>
        <p:spPr>
          <a:xfrm>
            <a:off x="13705080" y="2324100"/>
            <a:ext cx="4123358" cy="2537925"/>
          </a:xfrm>
          <a:prstGeom prst="rect">
            <a:avLst/>
          </a:prstGeom>
          <a:noFill/>
          <a:ln>
            <a:noFill/>
          </a:ln>
        </p:spPr>
      </p:sp>
      <p:sp>
        <p:nvSpPr>
          <p:cNvPr id="184" name="Google Shape;184;p15"/>
          <p:cNvSpPr txBox="1"/>
          <p:nvPr>
            <p:ph idx="12" type="sldNum"/>
          </p:nvPr>
        </p:nvSpPr>
        <p:spPr>
          <a:xfrm>
            <a:off x="17113568" y="9575902"/>
            <a:ext cx="1097400" cy="787500"/>
          </a:xfrm>
          <a:prstGeom prst="rect">
            <a:avLst/>
          </a:prstGeom>
          <a:noFill/>
          <a:ln>
            <a:noFill/>
          </a:ln>
        </p:spPr>
        <p:txBody>
          <a:bodyPr anchorCtr="0" anchor="ctr" bIns="167625" lIns="167625" spcFirstLastPara="1" rIns="167625" wrap="square" tIns="167625">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mc:AlternateContent>
    <mc:Choice Requires="p14">
      <p:transition spd="slow" p14:dur="2500">
        <p14:flip dir="l"/>
      </p:transition>
    </mc:Choice>
    <mc:Fallback>
      <p:transition spd="slow">
        <p:fade/>
      </p:transition>
    </mc:Fallback>
  </mc:AlternateContent>
  <p:extLst>
    <p:ext uri="{DCECCB84-F9BA-43D5-87BE-67443E8EF086}">
      <p15:sldGuideLst>
        <p15:guide id="1" orient="horz" pos="3240">
          <p15:clr>
            <a:srgbClr val="FBAE40"/>
          </p15:clr>
        </p15:guide>
        <p15:guide id="2" pos="57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grey Col White Background">
  <p:cSld name="3 grey Col White Background">
    <p:spTree>
      <p:nvGrpSpPr>
        <p:cNvPr id="185" name="Shape 185"/>
        <p:cNvGrpSpPr/>
        <p:nvPr/>
      </p:nvGrpSpPr>
      <p:grpSpPr>
        <a:xfrm>
          <a:off x="0" y="0"/>
          <a:ext cx="0" cy="0"/>
          <a:chOff x="0" y="0"/>
          <a:chExt cx="0" cy="0"/>
        </a:xfrm>
      </p:grpSpPr>
      <p:sp>
        <p:nvSpPr>
          <p:cNvPr id="186" name="Google Shape;186;p16"/>
          <p:cNvSpPr/>
          <p:nvPr/>
        </p:nvSpPr>
        <p:spPr>
          <a:xfrm>
            <a:off x="12367839" y="2324100"/>
            <a:ext cx="5378228" cy="7467600"/>
          </a:xfrm>
          <a:prstGeom prst="rect">
            <a:avLst/>
          </a:prstGeom>
          <a:solidFill>
            <a:srgbClr val="E5E5E8"/>
          </a:solidFill>
          <a:ln>
            <a:noFill/>
          </a:ln>
          <a:effectLst>
            <a:outerShdw blurRad="88900" rotWithShape="0" algn="tl" dir="2700000" dist="38100">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87" name="Google Shape;187;p16"/>
          <p:cNvSpPr/>
          <p:nvPr/>
        </p:nvSpPr>
        <p:spPr>
          <a:xfrm>
            <a:off x="533400" y="2324100"/>
            <a:ext cx="5378228" cy="7467600"/>
          </a:xfrm>
          <a:prstGeom prst="rect">
            <a:avLst/>
          </a:prstGeom>
          <a:solidFill>
            <a:srgbClr val="E5E5E8"/>
          </a:solidFill>
          <a:ln>
            <a:noFill/>
          </a:ln>
          <a:effectLst>
            <a:outerShdw blurRad="88900" rotWithShape="0" algn="tl" dir="2700000" dist="38100">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88" name="Google Shape;188;p16"/>
          <p:cNvSpPr/>
          <p:nvPr/>
        </p:nvSpPr>
        <p:spPr>
          <a:xfrm>
            <a:off x="6454439" y="2324100"/>
            <a:ext cx="5378228" cy="7467600"/>
          </a:xfrm>
          <a:prstGeom prst="rect">
            <a:avLst/>
          </a:prstGeom>
          <a:solidFill>
            <a:srgbClr val="E5E5E8"/>
          </a:solidFill>
          <a:ln>
            <a:noFill/>
          </a:ln>
          <a:effectLst>
            <a:outerShdw blurRad="88900" rotWithShape="0" algn="tl" dir="2700000" dist="38100">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89" name="Google Shape;189;p16"/>
          <p:cNvSpPr/>
          <p:nvPr>
            <p:ph idx="2" type="pic"/>
          </p:nvPr>
        </p:nvSpPr>
        <p:spPr>
          <a:xfrm>
            <a:off x="533400" y="2324100"/>
            <a:ext cx="5378227" cy="2537925"/>
          </a:xfrm>
          <a:prstGeom prst="rect">
            <a:avLst/>
          </a:prstGeom>
          <a:noFill/>
          <a:ln>
            <a:noFill/>
          </a:ln>
        </p:spPr>
      </p:sp>
      <p:sp>
        <p:nvSpPr>
          <p:cNvPr id="190" name="Google Shape;190;p16"/>
          <p:cNvSpPr/>
          <p:nvPr>
            <p:ph idx="3" type="pic"/>
          </p:nvPr>
        </p:nvSpPr>
        <p:spPr>
          <a:xfrm>
            <a:off x="6445027" y="2324100"/>
            <a:ext cx="5378228" cy="2537925"/>
          </a:xfrm>
          <a:prstGeom prst="rect">
            <a:avLst/>
          </a:prstGeom>
          <a:noFill/>
          <a:ln>
            <a:noFill/>
          </a:ln>
        </p:spPr>
      </p:sp>
      <p:sp>
        <p:nvSpPr>
          <p:cNvPr id="191" name="Google Shape;191;p16"/>
          <p:cNvSpPr/>
          <p:nvPr>
            <p:ph idx="4" type="pic"/>
          </p:nvPr>
        </p:nvSpPr>
        <p:spPr>
          <a:xfrm>
            <a:off x="12377251" y="2324100"/>
            <a:ext cx="5359404" cy="2537925"/>
          </a:xfrm>
          <a:prstGeom prst="rect">
            <a:avLst/>
          </a:prstGeom>
          <a:noFill/>
          <a:ln>
            <a:noFill/>
          </a:ln>
        </p:spPr>
      </p:sp>
      <p:sp>
        <p:nvSpPr>
          <p:cNvPr id="192" name="Google Shape;192;p16"/>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93" name="Google Shape;193;p16"/>
          <p:cNvSpPr txBox="1"/>
          <p:nvPr>
            <p:ph idx="5"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94" name="Google Shape;194;p16"/>
          <p:cNvSpPr txBox="1"/>
          <p:nvPr>
            <p:ph idx="12" type="sldNum"/>
          </p:nvPr>
        </p:nvSpPr>
        <p:spPr>
          <a:xfrm>
            <a:off x="17113568" y="9575902"/>
            <a:ext cx="1097400" cy="787500"/>
          </a:xfrm>
          <a:prstGeom prst="rect">
            <a:avLst/>
          </a:prstGeom>
          <a:noFill/>
          <a:ln>
            <a:noFill/>
          </a:ln>
        </p:spPr>
        <p:txBody>
          <a:bodyPr anchorCtr="0" anchor="ctr" bIns="167625" lIns="167625" spcFirstLastPara="1" rIns="167625" wrap="square" tIns="167625">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mc:AlternateContent>
    <mc:Choice Requires="p14">
      <p:transition spd="slow" p14:dur="2500">
        <p14:flip dir="l"/>
      </p:transition>
    </mc:Choice>
    <mc:Fallback>
      <p:transition spd="slow">
        <p:fade/>
      </p:transition>
    </mc:Fallback>
  </mc:AlternateContent>
  <p:extLst>
    <p:ext uri="{DCECCB84-F9BA-43D5-87BE-67443E8EF086}">
      <p15:sldGuideLst>
        <p15:guide id="1" orient="horz" pos="3240">
          <p15:clr>
            <a:srgbClr val="FBAE40"/>
          </p15:clr>
        </p15:guide>
        <p15:guide id="2" pos="576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grey Col White Background">
  <p:cSld name="2 grey Col White Background">
    <p:spTree>
      <p:nvGrpSpPr>
        <p:cNvPr id="195" name="Shape 195"/>
        <p:cNvGrpSpPr/>
        <p:nvPr/>
      </p:nvGrpSpPr>
      <p:grpSpPr>
        <a:xfrm>
          <a:off x="0" y="0"/>
          <a:ext cx="0" cy="0"/>
          <a:chOff x="0" y="0"/>
          <a:chExt cx="0" cy="0"/>
        </a:xfrm>
      </p:grpSpPr>
      <p:sp>
        <p:nvSpPr>
          <p:cNvPr id="196" name="Google Shape;196;p17"/>
          <p:cNvSpPr/>
          <p:nvPr/>
        </p:nvSpPr>
        <p:spPr>
          <a:xfrm>
            <a:off x="12367839" y="2324100"/>
            <a:ext cx="5378228" cy="7467600"/>
          </a:xfrm>
          <a:prstGeom prst="rect">
            <a:avLst/>
          </a:prstGeom>
          <a:solidFill>
            <a:srgbClr val="E5E5E8"/>
          </a:solidFill>
          <a:ln>
            <a:noFill/>
          </a:ln>
          <a:effectLst>
            <a:outerShdw blurRad="88900" rotWithShape="0" algn="tl" dir="2700000" dist="38100">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97" name="Google Shape;197;p17"/>
          <p:cNvSpPr/>
          <p:nvPr/>
        </p:nvSpPr>
        <p:spPr>
          <a:xfrm>
            <a:off x="533400" y="2324100"/>
            <a:ext cx="11430000" cy="7467600"/>
          </a:xfrm>
          <a:prstGeom prst="rect">
            <a:avLst/>
          </a:prstGeom>
          <a:solidFill>
            <a:srgbClr val="E5E5E8"/>
          </a:solidFill>
          <a:ln>
            <a:noFill/>
          </a:ln>
          <a:effectLst>
            <a:outerShdw blurRad="88900" rotWithShape="0" algn="tl" dir="2700000" dist="38100">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98" name="Google Shape;198;p17"/>
          <p:cNvSpPr/>
          <p:nvPr>
            <p:ph idx="2" type="pic"/>
          </p:nvPr>
        </p:nvSpPr>
        <p:spPr>
          <a:xfrm>
            <a:off x="533400" y="2324100"/>
            <a:ext cx="11430000" cy="2537925"/>
          </a:xfrm>
          <a:prstGeom prst="rect">
            <a:avLst/>
          </a:prstGeom>
          <a:noFill/>
          <a:ln>
            <a:noFill/>
          </a:ln>
        </p:spPr>
      </p:sp>
      <p:sp>
        <p:nvSpPr>
          <p:cNvPr id="199" name="Google Shape;199;p17"/>
          <p:cNvSpPr/>
          <p:nvPr>
            <p:ph idx="3" type="pic"/>
          </p:nvPr>
        </p:nvSpPr>
        <p:spPr>
          <a:xfrm>
            <a:off x="12377251" y="2324100"/>
            <a:ext cx="5359404" cy="2537925"/>
          </a:xfrm>
          <a:prstGeom prst="rect">
            <a:avLst/>
          </a:prstGeom>
          <a:noFill/>
          <a:ln>
            <a:noFill/>
          </a:ln>
        </p:spPr>
      </p:sp>
      <p:sp>
        <p:nvSpPr>
          <p:cNvPr id="200" name="Google Shape;200;p17"/>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01" name="Google Shape;201;p17"/>
          <p:cNvSpPr txBox="1"/>
          <p:nvPr>
            <p:ph idx="4"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02" name="Google Shape;202;p17"/>
          <p:cNvSpPr txBox="1"/>
          <p:nvPr>
            <p:ph idx="12" type="sldNum"/>
          </p:nvPr>
        </p:nvSpPr>
        <p:spPr>
          <a:xfrm>
            <a:off x="17113568" y="9575902"/>
            <a:ext cx="1097400" cy="787500"/>
          </a:xfrm>
          <a:prstGeom prst="rect">
            <a:avLst/>
          </a:prstGeom>
          <a:noFill/>
          <a:ln>
            <a:noFill/>
          </a:ln>
        </p:spPr>
        <p:txBody>
          <a:bodyPr anchorCtr="0" anchor="ctr" bIns="167625" lIns="167625" spcFirstLastPara="1" rIns="167625" wrap="square" tIns="167625">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mc:AlternateContent>
    <mc:Choice Requires="p14">
      <p:transition spd="slow" p14:dur="2500">
        <p14:flip dir="l"/>
      </p:transition>
    </mc:Choice>
    <mc:Fallback>
      <p:transition spd="slow">
        <p:fade/>
      </p:transition>
    </mc:Fallback>
  </mc:AlternateContent>
  <p:extLst>
    <p:ext uri="{DCECCB84-F9BA-43D5-87BE-67443E8EF086}">
      <p15:sldGuideLst>
        <p15:guide id="1" orient="horz" pos="3240">
          <p15:clr>
            <a:srgbClr val="FBAE40"/>
          </p15:clr>
        </p15:guide>
        <p15:guide id="2" pos="57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images">
  <p:cSld name="4 images">
    <p:spTree>
      <p:nvGrpSpPr>
        <p:cNvPr id="203" name="Shape 203"/>
        <p:cNvGrpSpPr/>
        <p:nvPr/>
      </p:nvGrpSpPr>
      <p:grpSpPr>
        <a:xfrm>
          <a:off x="0" y="0"/>
          <a:ext cx="0" cy="0"/>
          <a:chOff x="0" y="0"/>
          <a:chExt cx="0" cy="0"/>
        </a:xfrm>
      </p:grpSpPr>
      <p:sp>
        <p:nvSpPr>
          <p:cNvPr id="204" name="Google Shape;204;p18"/>
          <p:cNvSpPr/>
          <p:nvPr>
            <p:ph idx="2" type="pic"/>
          </p:nvPr>
        </p:nvSpPr>
        <p:spPr>
          <a:xfrm>
            <a:off x="533400" y="1994640"/>
            <a:ext cx="8280000" cy="3563123"/>
          </a:xfrm>
          <a:prstGeom prst="rect">
            <a:avLst/>
          </a:prstGeom>
          <a:noFill/>
          <a:ln>
            <a:noFill/>
          </a:ln>
        </p:spPr>
      </p:sp>
      <p:sp>
        <p:nvSpPr>
          <p:cNvPr id="205" name="Google Shape;205;p18"/>
          <p:cNvSpPr/>
          <p:nvPr>
            <p:ph idx="3" type="pic"/>
          </p:nvPr>
        </p:nvSpPr>
        <p:spPr>
          <a:xfrm>
            <a:off x="9462569" y="1994640"/>
            <a:ext cx="8280000" cy="3563123"/>
          </a:xfrm>
          <a:prstGeom prst="rect">
            <a:avLst/>
          </a:prstGeom>
          <a:noFill/>
          <a:ln>
            <a:noFill/>
          </a:ln>
        </p:spPr>
      </p:sp>
      <p:sp>
        <p:nvSpPr>
          <p:cNvPr id="206" name="Google Shape;206;p18"/>
          <p:cNvSpPr/>
          <p:nvPr>
            <p:ph idx="4" type="pic"/>
          </p:nvPr>
        </p:nvSpPr>
        <p:spPr>
          <a:xfrm>
            <a:off x="533400" y="6210300"/>
            <a:ext cx="8280000" cy="3563123"/>
          </a:xfrm>
          <a:prstGeom prst="rect">
            <a:avLst/>
          </a:prstGeom>
          <a:noFill/>
          <a:ln>
            <a:noFill/>
          </a:ln>
        </p:spPr>
      </p:sp>
      <p:sp>
        <p:nvSpPr>
          <p:cNvPr id="207" name="Google Shape;207;p18"/>
          <p:cNvSpPr/>
          <p:nvPr>
            <p:ph idx="5" type="pic"/>
          </p:nvPr>
        </p:nvSpPr>
        <p:spPr>
          <a:xfrm>
            <a:off x="9462569" y="6210300"/>
            <a:ext cx="8280000" cy="3563123"/>
          </a:xfrm>
          <a:prstGeom prst="rect">
            <a:avLst/>
          </a:prstGeom>
          <a:noFill/>
          <a:ln>
            <a:noFill/>
          </a:ln>
        </p:spPr>
      </p:sp>
      <p:sp>
        <p:nvSpPr>
          <p:cNvPr id="208" name="Google Shape;208;p18"/>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09" name="Google Shape;209;p18"/>
          <p:cNvSpPr txBox="1"/>
          <p:nvPr>
            <p:ph idx="6"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10" name="Google Shape;210;p18"/>
          <p:cNvSpPr txBox="1"/>
          <p:nvPr>
            <p:ph idx="12" type="sldNum"/>
          </p:nvPr>
        </p:nvSpPr>
        <p:spPr>
          <a:xfrm>
            <a:off x="17113568" y="9575902"/>
            <a:ext cx="1097400" cy="787500"/>
          </a:xfrm>
          <a:prstGeom prst="rect">
            <a:avLst/>
          </a:prstGeom>
          <a:noFill/>
          <a:ln>
            <a:noFill/>
          </a:ln>
        </p:spPr>
        <p:txBody>
          <a:bodyPr anchorCtr="0" anchor="ctr" bIns="167625" lIns="167625" spcFirstLastPara="1" rIns="167625" wrap="square" tIns="167625">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mc:AlternateContent>
    <mc:Choice Requires="p14">
      <p:transition spd="slow" p14:dur="2500">
        <p14:flip dir="l"/>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Images Grey Background">
  <p:cSld name="3 Images Grey Background">
    <p:spTree>
      <p:nvGrpSpPr>
        <p:cNvPr id="211" name="Shape 211"/>
        <p:cNvGrpSpPr/>
        <p:nvPr/>
      </p:nvGrpSpPr>
      <p:grpSpPr>
        <a:xfrm>
          <a:off x="0" y="0"/>
          <a:ext cx="0" cy="0"/>
          <a:chOff x="0" y="0"/>
          <a:chExt cx="0" cy="0"/>
        </a:xfrm>
      </p:grpSpPr>
      <p:sp>
        <p:nvSpPr>
          <p:cNvPr id="212" name="Google Shape;212;p19"/>
          <p:cNvSpPr/>
          <p:nvPr/>
        </p:nvSpPr>
        <p:spPr>
          <a:xfrm>
            <a:off x="0" y="1456628"/>
            <a:ext cx="18288000" cy="8830374"/>
          </a:xfrm>
          <a:prstGeom prst="rect">
            <a:avLst/>
          </a:prstGeom>
          <a:solidFill>
            <a:srgbClr val="E5E5E8"/>
          </a:solidFill>
          <a:ln>
            <a:noFill/>
          </a:ln>
        </p:spPr>
        <p:txBody>
          <a:bodyPr anchorCtr="0" anchor="ctr" bIns="45700" lIns="144000" spcFirstLastPara="1" rIns="144000"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F07559"/>
              </a:solidFill>
              <a:latin typeface="Arial"/>
              <a:ea typeface="Arial"/>
              <a:cs typeface="Arial"/>
              <a:sym typeface="Arial"/>
            </a:endParaRPr>
          </a:p>
        </p:txBody>
      </p:sp>
      <p:sp>
        <p:nvSpPr>
          <p:cNvPr id="213" name="Google Shape;213;p19"/>
          <p:cNvSpPr/>
          <p:nvPr>
            <p:ph idx="2" type="pic"/>
          </p:nvPr>
        </p:nvSpPr>
        <p:spPr>
          <a:xfrm>
            <a:off x="565372" y="2211857"/>
            <a:ext cx="5330102" cy="7624494"/>
          </a:xfrm>
          <a:prstGeom prst="rect">
            <a:avLst/>
          </a:prstGeom>
          <a:noFill/>
          <a:ln>
            <a:noFill/>
          </a:ln>
        </p:spPr>
      </p:sp>
      <p:sp>
        <p:nvSpPr>
          <p:cNvPr id="214" name="Google Shape;214;p19"/>
          <p:cNvSpPr/>
          <p:nvPr>
            <p:ph idx="3" type="pic"/>
          </p:nvPr>
        </p:nvSpPr>
        <p:spPr>
          <a:xfrm>
            <a:off x="6475105" y="2211857"/>
            <a:ext cx="5330102" cy="7624494"/>
          </a:xfrm>
          <a:prstGeom prst="rect">
            <a:avLst/>
          </a:prstGeom>
          <a:noFill/>
          <a:ln>
            <a:noFill/>
          </a:ln>
        </p:spPr>
      </p:sp>
      <p:sp>
        <p:nvSpPr>
          <p:cNvPr id="215" name="Google Shape;215;p19"/>
          <p:cNvSpPr/>
          <p:nvPr>
            <p:ph idx="4" type="pic"/>
          </p:nvPr>
        </p:nvSpPr>
        <p:spPr>
          <a:xfrm>
            <a:off x="12384838" y="2211857"/>
            <a:ext cx="5330102" cy="7624494"/>
          </a:xfrm>
          <a:prstGeom prst="rect">
            <a:avLst/>
          </a:prstGeom>
          <a:noFill/>
          <a:ln>
            <a:noFill/>
          </a:ln>
        </p:spPr>
      </p:sp>
      <p:sp>
        <p:nvSpPr>
          <p:cNvPr id="216" name="Google Shape;216;p19"/>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17" name="Google Shape;217;p19"/>
          <p:cNvSpPr txBox="1"/>
          <p:nvPr>
            <p:ph idx="5"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18" name="Google Shape;218;p19"/>
          <p:cNvSpPr txBox="1"/>
          <p:nvPr>
            <p:ph idx="12" type="sldNum"/>
          </p:nvPr>
        </p:nvSpPr>
        <p:spPr>
          <a:xfrm>
            <a:off x="17113568" y="9575902"/>
            <a:ext cx="1097400" cy="787500"/>
          </a:xfrm>
          <a:prstGeom prst="rect">
            <a:avLst/>
          </a:prstGeom>
          <a:noFill/>
          <a:ln>
            <a:noFill/>
          </a:ln>
        </p:spPr>
        <p:txBody>
          <a:bodyPr anchorCtr="0" anchor="ctr" bIns="167625" lIns="167625" spcFirstLastPara="1" rIns="167625" wrap="square" tIns="167625">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mc:AlternateContent>
    <mc:Choice Requires="p14">
      <p:transition spd="slow" p14:dur="2500">
        <p14:flip dir="l"/>
      </p:transition>
    </mc:Choice>
    <mc:Fallback>
      <p:transition spd="slow">
        <p:fade/>
      </p:transition>
    </mc:Fallback>
  </mc:AlternateContent>
  <p:extLst>
    <p:ext uri="{DCECCB84-F9BA-43D5-87BE-67443E8EF086}">
      <p15:sldGuideLst>
        <p15:guide id="1" orient="horz" pos="3240">
          <p15:clr>
            <a:srgbClr val="FBAE40"/>
          </p15:clr>
        </p15:guide>
        <p15:guide id="2" pos="57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Images Grey Background">
  <p:cSld name="2 Images Grey Background">
    <p:spTree>
      <p:nvGrpSpPr>
        <p:cNvPr id="219" name="Shape 219"/>
        <p:cNvGrpSpPr/>
        <p:nvPr/>
      </p:nvGrpSpPr>
      <p:grpSpPr>
        <a:xfrm>
          <a:off x="0" y="0"/>
          <a:ext cx="0" cy="0"/>
          <a:chOff x="0" y="0"/>
          <a:chExt cx="0" cy="0"/>
        </a:xfrm>
      </p:grpSpPr>
      <p:sp>
        <p:nvSpPr>
          <p:cNvPr id="220" name="Google Shape;220;p20"/>
          <p:cNvSpPr/>
          <p:nvPr/>
        </p:nvSpPr>
        <p:spPr>
          <a:xfrm>
            <a:off x="0" y="1456628"/>
            <a:ext cx="18288000" cy="8830374"/>
          </a:xfrm>
          <a:prstGeom prst="rect">
            <a:avLst/>
          </a:prstGeom>
          <a:solidFill>
            <a:srgbClr val="E5E5E8"/>
          </a:solidFill>
          <a:ln>
            <a:noFill/>
          </a:ln>
        </p:spPr>
        <p:txBody>
          <a:bodyPr anchorCtr="0" anchor="ctr" bIns="45700" lIns="144000" spcFirstLastPara="1" rIns="144000"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F07559"/>
              </a:solidFill>
              <a:latin typeface="Arial"/>
              <a:ea typeface="Arial"/>
              <a:cs typeface="Arial"/>
              <a:sym typeface="Arial"/>
            </a:endParaRPr>
          </a:p>
        </p:txBody>
      </p:sp>
      <p:sp>
        <p:nvSpPr>
          <p:cNvPr id="221" name="Google Shape;221;p20"/>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22" name="Google Shape;222;p20"/>
          <p:cNvSpPr txBox="1"/>
          <p:nvPr>
            <p:ph idx="2"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23" name="Google Shape;223;p20"/>
          <p:cNvSpPr/>
          <p:nvPr>
            <p:ph idx="3" type="pic"/>
          </p:nvPr>
        </p:nvSpPr>
        <p:spPr>
          <a:xfrm>
            <a:off x="9288458" y="2211857"/>
            <a:ext cx="8426228" cy="7624494"/>
          </a:xfrm>
          <a:prstGeom prst="rect">
            <a:avLst/>
          </a:prstGeom>
          <a:noFill/>
          <a:ln>
            <a:noFill/>
          </a:ln>
        </p:spPr>
      </p:sp>
      <p:sp>
        <p:nvSpPr>
          <p:cNvPr id="224" name="Google Shape;224;p20"/>
          <p:cNvSpPr/>
          <p:nvPr>
            <p:ph idx="4" type="pic"/>
          </p:nvPr>
        </p:nvSpPr>
        <p:spPr>
          <a:xfrm>
            <a:off x="594401" y="2211857"/>
            <a:ext cx="8426228" cy="7624494"/>
          </a:xfrm>
          <a:prstGeom prst="rect">
            <a:avLst/>
          </a:prstGeom>
          <a:noFill/>
          <a:ln>
            <a:noFill/>
          </a:ln>
        </p:spPr>
      </p:sp>
      <p:sp>
        <p:nvSpPr>
          <p:cNvPr id="225" name="Google Shape;225;p20"/>
          <p:cNvSpPr txBox="1"/>
          <p:nvPr>
            <p:ph idx="12" type="sldNum"/>
          </p:nvPr>
        </p:nvSpPr>
        <p:spPr>
          <a:xfrm>
            <a:off x="17113568" y="9575902"/>
            <a:ext cx="1097400" cy="787500"/>
          </a:xfrm>
          <a:prstGeom prst="rect">
            <a:avLst/>
          </a:prstGeom>
          <a:noFill/>
          <a:ln>
            <a:noFill/>
          </a:ln>
        </p:spPr>
        <p:txBody>
          <a:bodyPr anchorCtr="0" anchor="ctr" bIns="167625" lIns="167625" spcFirstLastPara="1" rIns="167625" wrap="square" tIns="167625">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mc:AlternateContent>
    <mc:Choice Requires="p14">
      <p:transition spd="slow" p14:dur="2500">
        <p14:flip dir="l"/>
      </p:transition>
    </mc:Choice>
    <mc:Fallback>
      <p:transition spd="slow">
        <p:fade/>
      </p:transition>
    </mc:Fallback>
  </mc:AlternateContent>
  <p:extLst>
    <p:ext uri="{DCECCB84-F9BA-43D5-87BE-67443E8EF086}">
      <p15:sldGuideLst>
        <p15:guide id="1" orient="horz" pos="3240">
          <p15:clr>
            <a:srgbClr val="FBAE40"/>
          </p15:clr>
        </p15:guide>
        <p15:guide id="2" pos="57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ight Image Grey Background">
  <p:cSld name="Right Image Grey Background">
    <p:spTree>
      <p:nvGrpSpPr>
        <p:cNvPr id="226" name="Shape 226"/>
        <p:cNvGrpSpPr/>
        <p:nvPr/>
      </p:nvGrpSpPr>
      <p:grpSpPr>
        <a:xfrm>
          <a:off x="0" y="0"/>
          <a:ext cx="0" cy="0"/>
          <a:chOff x="0" y="0"/>
          <a:chExt cx="0" cy="0"/>
        </a:xfrm>
      </p:grpSpPr>
      <p:sp>
        <p:nvSpPr>
          <p:cNvPr id="227" name="Google Shape;227;p21"/>
          <p:cNvSpPr/>
          <p:nvPr/>
        </p:nvSpPr>
        <p:spPr>
          <a:xfrm>
            <a:off x="0" y="1456628"/>
            <a:ext cx="18288000" cy="8830374"/>
          </a:xfrm>
          <a:prstGeom prst="rect">
            <a:avLst/>
          </a:prstGeom>
          <a:solidFill>
            <a:srgbClr val="E5E5E8"/>
          </a:solidFill>
          <a:ln>
            <a:noFill/>
          </a:ln>
        </p:spPr>
        <p:txBody>
          <a:bodyPr anchorCtr="0" anchor="ctr" bIns="45700" lIns="144000" spcFirstLastPara="1" rIns="144000"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F07559"/>
              </a:solidFill>
              <a:latin typeface="Arial"/>
              <a:ea typeface="Arial"/>
              <a:cs typeface="Arial"/>
              <a:sym typeface="Arial"/>
            </a:endParaRPr>
          </a:p>
        </p:txBody>
      </p:sp>
      <p:sp>
        <p:nvSpPr>
          <p:cNvPr id="228" name="Google Shape;228;p21"/>
          <p:cNvSpPr/>
          <p:nvPr>
            <p:ph idx="2" type="pic"/>
          </p:nvPr>
        </p:nvSpPr>
        <p:spPr>
          <a:xfrm>
            <a:off x="12173840" y="1898449"/>
            <a:ext cx="5606829" cy="7969451"/>
          </a:xfrm>
          <a:prstGeom prst="rect">
            <a:avLst/>
          </a:prstGeom>
          <a:noFill/>
          <a:ln>
            <a:noFill/>
          </a:ln>
        </p:spPr>
      </p:sp>
      <p:sp>
        <p:nvSpPr>
          <p:cNvPr id="229" name="Google Shape;229;p21"/>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30" name="Google Shape;230;p21"/>
          <p:cNvSpPr txBox="1"/>
          <p:nvPr>
            <p:ph idx="3"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31" name="Google Shape;231;p21"/>
          <p:cNvSpPr txBox="1"/>
          <p:nvPr>
            <p:ph idx="12" type="sldNum"/>
          </p:nvPr>
        </p:nvSpPr>
        <p:spPr>
          <a:xfrm>
            <a:off x="17113568" y="9575902"/>
            <a:ext cx="1097400" cy="787500"/>
          </a:xfrm>
          <a:prstGeom prst="rect">
            <a:avLst/>
          </a:prstGeom>
          <a:noFill/>
          <a:ln>
            <a:noFill/>
          </a:ln>
        </p:spPr>
        <p:txBody>
          <a:bodyPr anchorCtr="0" anchor="ctr" bIns="167625" lIns="167625" spcFirstLastPara="1" rIns="167625" wrap="square" tIns="167625">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mc:AlternateContent>
    <mc:Choice Requires="p14">
      <p:transition spd="slow" p14:dur="2500">
        <p14:flip dir="l"/>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Image - Agenda">
  <p:cSld name="Full Image - Agenda">
    <p:spTree>
      <p:nvGrpSpPr>
        <p:cNvPr id="232" name="Shape 232"/>
        <p:cNvGrpSpPr/>
        <p:nvPr/>
      </p:nvGrpSpPr>
      <p:grpSpPr>
        <a:xfrm>
          <a:off x="0" y="0"/>
          <a:ext cx="0" cy="0"/>
          <a:chOff x="0" y="0"/>
          <a:chExt cx="0" cy="0"/>
        </a:xfrm>
      </p:grpSpPr>
      <p:sp>
        <p:nvSpPr>
          <p:cNvPr id="233" name="Google Shape;233;p22"/>
          <p:cNvSpPr/>
          <p:nvPr>
            <p:ph idx="2" type="pic"/>
          </p:nvPr>
        </p:nvSpPr>
        <p:spPr>
          <a:xfrm>
            <a:off x="0" y="1409700"/>
            <a:ext cx="18288000" cy="8877301"/>
          </a:xfrm>
          <a:prstGeom prst="rect">
            <a:avLst/>
          </a:prstGeom>
          <a:noFill/>
          <a:ln>
            <a:noFill/>
          </a:ln>
        </p:spPr>
      </p:sp>
      <p:sp>
        <p:nvSpPr>
          <p:cNvPr id="234" name="Google Shape;234;p22"/>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35" name="Google Shape;235;p22"/>
          <p:cNvSpPr txBox="1"/>
          <p:nvPr>
            <p:ph idx="3"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36" name="Google Shape;236;p22"/>
          <p:cNvSpPr txBox="1"/>
          <p:nvPr>
            <p:ph idx="12" type="sldNum"/>
          </p:nvPr>
        </p:nvSpPr>
        <p:spPr>
          <a:xfrm>
            <a:off x="17113568" y="9575902"/>
            <a:ext cx="1097400" cy="787500"/>
          </a:xfrm>
          <a:prstGeom prst="rect">
            <a:avLst/>
          </a:prstGeom>
          <a:noFill/>
          <a:ln>
            <a:noFill/>
          </a:ln>
        </p:spPr>
        <p:txBody>
          <a:bodyPr anchorCtr="0" anchor="ctr" bIns="167625" lIns="167625" spcFirstLastPara="1" rIns="167625" wrap="square" tIns="167625">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Ref Projet">
  <p:cSld name="1_Ref Projet">
    <p:spTree>
      <p:nvGrpSpPr>
        <p:cNvPr id="237" name="Shape 237"/>
        <p:cNvGrpSpPr/>
        <p:nvPr/>
      </p:nvGrpSpPr>
      <p:grpSpPr>
        <a:xfrm>
          <a:off x="0" y="0"/>
          <a:ext cx="0" cy="0"/>
          <a:chOff x="0" y="0"/>
          <a:chExt cx="0" cy="0"/>
        </a:xfrm>
      </p:grpSpPr>
      <p:sp>
        <p:nvSpPr>
          <p:cNvPr id="238" name="Google Shape;238;p23"/>
          <p:cNvSpPr/>
          <p:nvPr>
            <p:ph idx="2" type="pic"/>
          </p:nvPr>
        </p:nvSpPr>
        <p:spPr>
          <a:xfrm>
            <a:off x="559317" y="1857090"/>
            <a:ext cx="3948541" cy="3006096"/>
          </a:xfrm>
          <a:prstGeom prst="rect">
            <a:avLst/>
          </a:prstGeom>
          <a:noFill/>
          <a:ln>
            <a:noFill/>
          </a:ln>
        </p:spPr>
      </p:sp>
      <p:sp>
        <p:nvSpPr>
          <p:cNvPr id="239" name="Google Shape;239;p23"/>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40" name="Google Shape;240;p23"/>
          <p:cNvSpPr txBox="1"/>
          <p:nvPr>
            <p:ph idx="3"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41" name="Google Shape;241;p23"/>
          <p:cNvSpPr/>
          <p:nvPr/>
        </p:nvSpPr>
        <p:spPr>
          <a:xfrm flipH="1" rot="10800000">
            <a:off x="13715998" y="1456622"/>
            <a:ext cx="215506" cy="8856000"/>
          </a:xfrm>
          <a:prstGeom prst="rect">
            <a:avLst/>
          </a:prstGeom>
          <a:solidFill>
            <a:srgbClr val="E5E5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242" name="Google Shape;242;p23"/>
          <p:cNvSpPr/>
          <p:nvPr/>
        </p:nvSpPr>
        <p:spPr>
          <a:xfrm flipH="1" rot="10800000">
            <a:off x="11557414" y="1456622"/>
            <a:ext cx="215506" cy="8856000"/>
          </a:xfrm>
          <a:prstGeom prst="rect">
            <a:avLst/>
          </a:prstGeom>
          <a:solidFill>
            <a:srgbClr val="E5E5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243" name="Google Shape;243;p23"/>
          <p:cNvSpPr txBox="1"/>
          <p:nvPr/>
        </p:nvSpPr>
        <p:spPr>
          <a:xfrm>
            <a:off x="13944600" y="2820928"/>
            <a:ext cx="4356496" cy="393435"/>
          </a:xfrm>
          <a:prstGeom prst="rect">
            <a:avLst/>
          </a:prstGeom>
          <a:noFill/>
          <a:ln>
            <a:noFill/>
          </a:ln>
        </p:spPr>
        <p:txBody>
          <a:bodyPr anchorCtr="0" anchor="t" bIns="45700" lIns="90000" spcFirstLastPara="1" rIns="91425" wrap="square" tIns="45700">
            <a:noAutofit/>
          </a:bodyPr>
          <a:lstStyle/>
          <a:p>
            <a:pPr indent="0" lvl="0" marL="0" marR="0" rtl="0" algn="ctr">
              <a:lnSpc>
                <a:spcPct val="90000"/>
              </a:lnSpc>
              <a:spcBef>
                <a:spcPts val="0"/>
              </a:spcBef>
              <a:spcAft>
                <a:spcPts val="0"/>
              </a:spcAft>
              <a:buClr>
                <a:schemeClr val="dk1"/>
              </a:buClr>
              <a:buSzPts val="2400"/>
              <a:buFont typeface="Calibri"/>
              <a:buNone/>
            </a:pPr>
            <a:r>
              <a:rPr b="1" i="0" lang="fr-FR" sz="2400" u="none" cap="none" strike="noStrike">
                <a:solidFill>
                  <a:schemeClr val="dk1"/>
                </a:solidFill>
                <a:latin typeface="Calibri"/>
                <a:ea typeface="Calibri"/>
                <a:cs typeface="Calibri"/>
                <a:sym typeface="Calibri"/>
              </a:rPr>
              <a:t>VALEUR AJOUTÉE</a:t>
            </a:r>
            <a:endParaRPr b="0" i="0" sz="1400" u="none" cap="none" strike="noStrike">
              <a:solidFill>
                <a:srgbClr val="000000"/>
              </a:solidFill>
              <a:latin typeface="Arial"/>
              <a:ea typeface="Arial"/>
              <a:cs typeface="Arial"/>
              <a:sym typeface="Arial"/>
            </a:endParaRPr>
          </a:p>
        </p:txBody>
      </p:sp>
      <p:sp>
        <p:nvSpPr>
          <p:cNvPr id="244" name="Google Shape;244;p23"/>
          <p:cNvSpPr txBox="1"/>
          <p:nvPr/>
        </p:nvSpPr>
        <p:spPr>
          <a:xfrm>
            <a:off x="554240" y="5197970"/>
            <a:ext cx="3970742" cy="424320"/>
          </a:xfrm>
          <a:prstGeom prst="rect">
            <a:avLst/>
          </a:prstGeom>
          <a:noFill/>
          <a:ln>
            <a:noFill/>
          </a:ln>
        </p:spPr>
        <p:txBody>
          <a:bodyPr anchorCtr="0" anchor="t" bIns="45700" lIns="90000" spcFirstLastPara="1" rIns="91425" wrap="square" tIns="45700">
            <a:noAutofit/>
          </a:bodyPr>
          <a:lstStyle/>
          <a:p>
            <a:pPr indent="0" lvl="0" marL="0" marR="0" rtl="0" algn="l">
              <a:lnSpc>
                <a:spcPct val="90000"/>
              </a:lnSpc>
              <a:spcBef>
                <a:spcPts val="0"/>
              </a:spcBef>
              <a:spcAft>
                <a:spcPts val="0"/>
              </a:spcAft>
              <a:buClr>
                <a:schemeClr val="accent4"/>
              </a:buClr>
              <a:buSzPts val="2800"/>
              <a:buFont typeface="Calibri"/>
              <a:buNone/>
            </a:pPr>
            <a:r>
              <a:rPr b="1" i="0" lang="fr-FR" sz="2800" u="none" cap="none" strike="noStrike">
                <a:solidFill>
                  <a:schemeClr val="accent4"/>
                </a:solidFill>
                <a:latin typeface="Calibri"/>
                <a:ea typeface="Calibri"/>
                <a:cs typeface="Calibri"/>
                <a:sym typeface="Calibri"/>
              </a:rPr>
              <a:t>CONTEXTE</a:t>
            </a:r>
            <a:endParaRPr b="0" i="0" sz="1400" u="none" cap="none" strike="noStrike">
              <a:solidFill>
                <a:srgbClr val="000000"/>
              </a:solidFill>
              <a:latin typeface="Arial"/>
              <a:ea typeface="Arial"/>
              <a:cs typeface="Arial"/>
              <a:sym typeface="Arial"/>
            </a:endParaRPr>
          </a:p>
        </p:txBody>
      </p:sp>
      <p:sp>
        <p:nvSpPr>
          <p:cNvPr id="245" name="Google Shape;245;p23"/>
          <p:cNvSpPr/>
          <p:nvPr/>
        </p:nvSpPr>
        <p:spPr>
          <a:xfrm rot="5400000">
            <a:off x="13330339" y="2090275"/>
            <a:ext cx="1143001" cy="550272"/>
          </a:xfrm>
          <a:prstGeom prst="triangle">
            <a:avLst>
              <a:gd fmla="val 50000" name="adj"/>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Calibri"/>
              <a:ea typeface="Calibri"/>
              <a:cs typeface="Calibri"/>
              <a:sym typeface="Calibri"/>
            </a:endParaRPr>
          </a:p>
        </p:txBody>
      </p:sp>
      <p:sp>
        <p:nvSpPr>
          <p:cNvPr id="246" name="Google Shape;246;p23"/>
          <p:cNvSpPr/>
          <p:nvPr/>
        </p:nvSpPr>
        <p:spPr>
          <a:xfrm flipH="1" rot="10800000">
            <a:off x="11763586" y="1456620"/>
            <a:ext cx="1952411" cy="8855997"/>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grpSp>
        <p:nvGrpSpPr>
          <p:cNvPr id="247" name="Google Shape;247;p23"/>
          <p:cNvGrpSpPr/>
          <p:nvPr/>
        </p:nvGrpSpPr>
        <p:grpSpPr>
          <a:xfrm>
            <a:off x="12193571" y="5895686"/>
            <a:ext cx="1065370" cy="1065370"/>
            <a:chOff x="16536830" y="1845872"/>
            <a:chExt cx="1065370" cy="1065370"/>
          </a:xfrm>
        </p:grpSpPr>
        <p:sp>
          <p:nvSpPr>
            <p:cNvPr id="248" name="Google Shape;248;p23"/>
            <p:cNvSpPr/>
            <p:nvPr/>
          </p:nvSpPr>
          <p:spPr>
            <a:xfrm>
              <a:off x="16536830" y="1845872"/>
              <a:ext cx="1065370" cy="106537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Calibri"/>
                <a:ea typeface="Calibri"/>
                <a:cs typeface="Calibri"/>
                <a:sym typeface="Calibri"/>
              </a:endParaRPr>
            </a:p>
          </p:txBody>
        </p:sp>
        <p:pic>
          <p:nvPicPr>
            <p:cNvPr id="249" name="Google Shape;249;p23"/>
            <p:cNvPicPr preferRelativeResize="0"/>
            <p:nvPr/>
          </p:nvPicPr>
          <p:blipFill rotWithShape="1">
            <a:blip r:embed="rId2">
              <a:alphaModFix/>
            </a:blip>
            <a:srcRect b="0" l="0" r="0" t="0"/>
            <a:stretch/>
          </p:blipFill>
          <p:spPr>
            <a:xfrm>
              <a:off x="16730018" y="2053039"/>
              <a:ext cx="648000" cy="648000"/>
            </a:xfrm>
            <a:prstGeom prst="rect">
              <a:avLst/>
            </a:prstGeom>
            <a:noFill/>
            <a:ln>
              <a:noFill/>
            </a:ln>
          </p:spPr>
        </p:pic>
      </p:grpSp>
      <p:grpSp>
        <p:nvGrpSpPr>
          <p:cNvPr id="250" name="Google Shape;250;p23"/>
          <p:cNvGrpSpPr/>
          <p:nvPr/>
        </p:nvGrpSpPr>
        <p:grpSpPr>
          <a:xfrm>
            <a:off x="12193571" y="3839969"/>
            <a:ext cx="1065370" cy="1065370"/>
            <a:chOff x="15011400" y="1845872"/>
            <a:chExt cx="1065370" cy="1065370"/>
          </a:xfrm>
        </p:grpSpPr>
        <p:sp>
          <p:nvSpPr>
            <p:cNvPr id="251" name="Google Shape;251;p23"/>
            <p:cNvSpPr/>
            <p:nvPr/>
          </p:nvSpPr>
          <p:spPr>
            <a:xfrm>
              <a:off x="15011400" y="1845872"/>
              <a:ext cx="1065370" cy="106537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Calibri"/>
                <a:ea typeface="Calibri"/>
                <a:cs typeface="Calibri"/>
                <a:sym typeface="Calibri"/>
              </a:endParaRPr>
            </a:p>
          </p:txBody>
        </p:sp>
        <p:pic>
          <p:nvPicPr>
            <p:cNvPr id="252" name="Google Shape;252;p23"/>
            <p:cNvPicPr preferRelativeResize="0"/>
            <p:nvPr/>
          </p:nvPicPr>
          <p:blipFill rotWithShape="1">
            <a:blip r:embed="rId3">
              <a:alphaModFix/>
            </a:blip>
            <a:srcRect b="0" l="0" r="0" t="0"/>
            <a:stretch/>
          </p:blipFill>
          <p:spPr>
            <a:xfrm flipH="1">
              <a:off x="15194693" y="2027399"/>
              <a:ext cx="684000" cy="684000"/>
            </a:xfrm>
            <a:prstGeom prst="rect">
              <a:avLst/>
            </a:prstGeom>
            <a:noFill/>
            <a:ln>
              <a:noFill/>
            </a:ln>
          </p:spPr>
        </p:pic>
      </p:grpSp>
      <p:grpSp>
        <p:nvGrpSpPr>
          <p:cNvPr id="253" name="Google Shape;253;p23"/>
          <p:cNvGrpSpPr/>
          <p:nvPr/>
        </p:nvGrpSpPr>
        <p:grpSpPr>
          <a:xfrm>
            <a:off x="12193571" y="7951402"/>
            <a:ext cx="1065370" cy="1065370"/>
            <a:chOff x="13558142" y="1845872"/>
            <a:chExt cx="1065370" cy="1065370"/>
          </a:xfrm>
        </p:grpSpPr>
        <p:sp>
          <p:nvSpPr>
            <p:cNvPr id="254" name="Google Shape;254;p23"/>
            <p:cNvSpPr/>
            <p:nvPr/>
          </p:nvSpPr>
          <p:spPr>
            <a:xfrm>
              <a:off x="13558142" y="1845872"/>
              <a:ext cx="1065370" cy="106537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Calibri"/>
                <a:ea typeface="Calibri"/>
                <a:cs typeface="Calibri"/>
                <a:sym typeface="Calibri"/>
              </a:endParaRPr>
            </a:p>
          </p:txBody>
        </p:sp>
        <p:pic>
          <p:nvPicPr>
            <p:cNvPr id="255" name="Google Shape;255;p23"/>
            <p:cNvPicPr preferRelativeResize="0"/>
            <p:nvPr/>
          </p:nvPicPr>
          <p:blipFill rotWithShape="1">
            <a:blip r:embed="rId4">
              <a:alphaModFix/>
            </a:blip>
            <a:srcRect b="0" l="0" r="0" t="0"/>
            <a:stretch/>
          </p:blipFill>
          <p:spPr>
            <a:xfrm>
              <a:off x="13765995" y="2072730"/>
              <a:ext cx="680384" cy="680384"/>
            </a:xfrm>
            <a:prstGeom prst="rect">
              <a:avLst/>
            </a:prstGeom>
            <a:noFill/>
            <a:ln>
              <a:noFill/>
            </a:ln>
          </p:spPr>
        </p:pic>
      </p:grpSp>
      <p:grpSp>
        <p:nvGrpSpPr>
          <p:cNvPr id="256" name="Google Shape;256;p23"/>
          <p:cNvGrpSpPr/>
          <p:nvPr/>
        </p:nvGrpSpPr>
        <p:grpSpPr>
          <a:xfrm>
            <a:off x="12193571" y="1784252"/>
            <a:ext cx="1065370" cy="1065370"/>
            <a:chOff x="12027516" y="1845872"/>
            <a:chExt cx="1065370" cy="1065370"/>
          </a:xfrm>
        </p:grpSpPr>
        <p:sp>
          <p:nvSpPr>
            <p:cNvPr id="257" name="Google Shape;257;p23"/>
            <p:cNvSpPr/>
            <p:nvPr/>
          </p:nvSpPr>
          <p:spPr>
            <a:xfrm>
              <a:off x="12027516" y="1845872"/>
              <a:ext cx="1065370" cy="106537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Calibri"/>
                <a:ea typeface="Calibri"/>
                <a:cs typeface="Calibri"/>
                <a:sym typeface="Calibri"/>
              </a:endParaRPr>
            </a:p>
          </p:txBody>
        </p:sp>
        <p:pic>
          <p:nvPicPr>
            <p:cNvPr id="258" name="Google Shape;258;p23"/>
            <p:cNvPicPr preferRelativeResize="0"/>
            <p:nvPr/>
          </p:nvPicPr>
          <p:blipFill rotWithShape="1">
            <a:blip r:embed="rId5">
              <a:alphaModFix/>
            </a:blip>
            <a:srcRect b="0" l="0" r="0" t="0"/>
            <a:stretch/>
          </p:blipFill>
          <p:spPr>
            <a:xfrm>
              <a:off x="12195083" y="1976776"/>
              <a:ext cx="724263" cy="724263"/>
            </a:xfrm>
            <a:prstGeom prst="rect">
              <a:avLst/>
            </a:prstGeom>
            <a:noFill/>
            <a:ln>
              <a:noFill/>
            </a:ln>
          </p:spPr>
        </p:pic>
      </p:grpSp>
      <p:sp>
        <p:nvSpPr>
          <p:cNvPr id="259" name="Google Shape;259;p23"/>
          <p:cNvSpPr txBox="1"/>
          <p:nvPr/>
        </p:nvSpPr>
        <p:spPr>
          <a:xfrm>
            <a:off x="4992080" y="1790700"/>
            <a:ext cx="6391794" cy="474134"/>
          </a:xfrm>
          <a:prstGeom prst="rect">
            <a:avLst/>
          </a:prstGeom>
          <a:noFill/>
          <a:ln>
            <a:noFill/>
          </a:ln>
        </p:spPr>
        <p:txBody>
          <a:bodyPr anchorCtr="0" anchor="t" bIns="45700" lIns="90000" spcFirstLastPara="1" rIns="91425" wrap="square" tIns="45700">
            <a:noAutofit/>
          </a:bodyPr>
          <a:lstStyle/>
          <a:p>
            <a:pPr indent="0" lvl="0" marL="0" marR="0" rtl="0" algn="l">
              <a:lnSpc>
                <a:spcPct val="90000"/>
              </a:lnSpc>
              <a:spcBef>
                <a:spcPts val="0"/>
              </a:spcBef>
              <a:spcAft>
                <a:spcPts val="0"/>
              </a:spcAft>
              <a:buClr>
                <a:schemeClr val="accent4"/>
              </a:buClr>
              <a:buSzPts val="2800"/>
              <a:buFont typeface="Calibri"/>
              <a:buNone/>
            </a:pPr>
            <a:r>
              <a:rPr b="1" i="0" lang="fr-FR" sz="2800" u="none" cap="none" strike="noStrike">
                <a:solidFill>
                  <a:schemeClr val="accent4"/>
                </a:solidFill>
                <a:latin typeface="Calibri"/>
                <a:ea typeface="Calibri"/>
                <a:cs typeface="Calibri"/>
                <a:sym typeface="Calibri"/>
              </a:rPr>
              <a:t>RÉALISATIONS ALTEN</a:t>
            </a:r>
            <a:endParaRPr b="0" i="0" sz="1400" u="none" cap="none" strike="noStrike">
              <a:solidFill>
                <a:srgbClr val="000000"/>
              </a:solidFill>
              <a:latin typeface="Arial"/>
              <a:ea typeface="Arial"/>
              <a:cs typeface="Arial"/>
              <a:sym typeface="Arial"/>
            </a:endParaRPr>
          </a:p>
        </p:txBody>
      </p:sp>
      <p:sp>
        <p:nvSpPr>
          <p:cNvPr id="260" name="Google Shape;260;p23"/>
          <p:cNvSpPr txBox="1"/>
          <p:nvPr/>
        </p:nvSpPr>
        <p:spPr>
          <a:xfrm>
            <a:off x="4992080" y="7021941"/>
            <a:ext cx="5606562" cy="457200"/>
          </a:xfrm>
          <a:prstGeom prst="rect">
            <a:avLst/>
          </a:prstGeom>
          <a:noFill/>
          <a:ln>
            <a:noFill/>
          </a:ln>
        </p:spPr>
        <p:txBody>
          <a:bodyPr anchorCtr="0" anchor="t" bIns="45700" lIns="90000" spcFirstLastPara="1" rIns="91425" wrap="square" tIns="45700">
            <a:noAutofit/>
          </a:bodyPr>
          <a:lstStyle/>
          <a:p>
            <a:pPr indent="0" lvl="0" marL="0" marR="0" rtl="0" algn="l">
              <a:lnSpc>
                <a:spcPct val="90000"/>
              </a:lnSpc>
              <a:spcBef>
                <a:spcPts val="0"/>
              </a:spcBef>
              <a:spcAft>
                <a:spcPts val="0"/>
              </a:spcAft>
              <a:buClr>
                <a:schemeClr val="accent4"/>
              </a:buClr>
              <a:buSzPts val="2800"/>
              <a:buFont typeface="Calibri"/>
              <a:buNone/>
            </a:pPr>
            <a:r>
              <a:rPr b="1" i="0" lang="fr-FR" sz="2800" u="none" cap="none" strike="noStrike">
                <a:solidFill>
                  <a:schemeClr val="accent4"/>
                </a:solidFill>
                <a:latin typeface="Calibri"/>
                <a:ea typeface="Calibri"/>
                <a:cs typeface="Calibri"/>
                <a:sym typeface="Calibri"/>
              </a:rPr>
              <a:t>STANDARDS &amp; OUTILS</a:t>
            </a:r>
            <a:endParaRPr b="0" i="0" sz="1400" u="none" cap="none" strike="noStrike">
              <a:solidFill>
                <a:srgbClr val="000000"/>
              </a:solidFill>
              <a:latin typeface="Arial"/>
              <a:ea typeface="Arial"/>
              <a:cs typeface="Arial"/>
              <a:sym typeface="Arial"/>
            </a:endParaRPr>
          </a:p>
        </p:txBody>
      </p:sp>
      <p:cxnSp>
        <p:nvCxnSpPr>
          <p:cNvPr id="261" name="Google Shape;261;p23"/>
          <p:cNvCxnSpPr/>
          <p:nvPr/>
        </p:nvCxnSpPr>
        <p:spPr>
          <a:xfrm>
            <a:off x="4819290" y="1813042"/>
            <a:ext cx="0" cy="8066273"/>
          </a:xfrm>
          <a:prstGeom prst="straightConnector1">
            <a:avLst/>
          </a:prstGeom>
          <a:noFill/>
          <a:ln cap="flat" cmpd="sng" w="19050">
            <a:solidFill>
              <a:srgbClr val="E5E5E8"/>
            </a:solidFill>
            <a:prstDash val="solid"/>
            <a:miter lim="800000"/>
            <a:headEnd len="sm" w="sm" type="none"/>
            <a:tailEnd len="sm" w="sm" type="none"/>
          </a:ln>
        </p:spPr>
      </p:cxnSp>
      <p:sp>
        <p:nvSpPr>
          <p:cNvPr id="262" name="Google Shape;262;p23"/>
          <p:cNvSpPr txBox="1"/>
          <p:nvPr/>
        </p:nvSpPr>
        <p:spPr>
          <a:xfrm>
            <a:off x="14136648" y="2019300"/>
            <a:ext cx="4151352" cy="697414"/>
          </a:xfrm>
          <a:prstGeom prst="rect">
            <a:avLst/>
          </a:prstGeom>
          <a:noFill/>
          <a:ln>
            <a:noFill/>
          </a:ln>
        </p:spPr>
        <p:txBody>
          <a:bodyPr anchorCtr="0" anchor="t" bIns="45700" lIns="90000" spcFirstLastPara="1" rIns="91425" wrap="square" tIns="45700">
            <a:noAutofit/>
          </a:bodyPr>
          <a:lstStyle/>
          <a:p>
            <a:pPr indent="0" lvl="0" marL="0" marR="0" rtl="0" algn="ctr">
              <a:lnSpc>
                <a:spcPct val="90000"/>
              </a:lnSpc>
              <a:spcBef>
                <a:spcPts val="0"/>
              </a:spcBef>
              <a:spcAft>
                <a:spcPts val="0"/>
              </a:spcAft>
              <a:buClr>
                <a:schemeClr val="accent4"/>
              </a:buClr>
              <a:buSzPts val="6400"/>
              <a:buFont typeface="Calibri"/>
              <a:buNone/>
            </a:pPr>
            <a:r>
              <a:rPr b="1" i="0" lang="fr-FR" sz="6400" u="none" cap="none" strike="noStrike">
                <a:solidFill>
                  <a:schemeClr val="accent4"/>
                </a:solidFill>
                <a:latin typeface="Calibri"/>
                <a:ea typeface="Calibri"/>
                <a:cs typeface="Calibri"/>
                <a:sym typeface="Calibri"/>
              </a:rPr>
              <a:t>ALTEN</a:t>
            </a:r>
            <a:endParaRPr b="1" i="0" sz="6400" u="none" cap="none" strike="noStrike">
              <a:solidFill>
                <a:schemeClr val="dk1"/>
              </a:solidFill>
              <a:latin typeface="Calibri"/>
              <a:ea typeface="Calibri"/>
              <a:cs typeface="Calibri"/>
              <a:sym typeface="Calibri"/>
            </a:endParaRPr>
          </a:p>
        </p:txBody>
      </p:sp>
      <p:sp>
        <p:nvSpPr>
          <p:cNvPr id="263" name="Google Shape;263;p23"/>
          <p:cNvSpPr txBox="1"/>
          <p:nvPr>
            <p:ph idx="4" type="body"/>
          </p:nvPr>
        </p:nvSpPr>
        <p:spPr>
          <a:xfrm>
            <a:off x="5106176" y="2527763"/>
            <a:ext cx="6246094" cy="4293935"/>
          </a:xfrm>
          <a:prstGeom prst="rect">
            <a:avLst/>
          </a:prstGeom>
          <a:noFill/>
          <a:ln>
            <a:noFill/>
          </a:ln>
        </p:spPr>
        <p:txBody>
          <a:bodyPr anchorCtr="0" anchor="t" bIns="144000" lIns="0" spcFirstLastPara="1" rIns="144000" wrap="square" tIns="0">
            <a:noAutofit/>
          </a:bodyPr>
          <a:lstStyle>
            <a:lvl1pPr indent="-400050" lvl="0" marL="457200" marR="0" rtl="0" algn="l">
              <a:lnSpc>
                <a:spcPct val="90000"/>
              </a:lnSpc>
              <a:spcBef>
                <a:spcPts val="800"/>
              </a:spcBef>
              <a:spcAft>
                <a:spcPts val="0"/>
              </a:spcAft>
              <a:buClr>
                <a:srgbClr val="1D94C9"/>
              </a:buClr>
              <a:buSzPts val="2700"/>
              <a:buFont typeface="Arial"/>
              <a:buChar char="•"/>
              <a:defRPr b="0" i="0" sz="1800" u="none" cap="none" strike="noStrike">
                <a:solidFill>
                  <a:schemeClr val="dk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64" name="Google Shape;264;p23"/>
          <p:cNvSpPr txBox="1"/>
          <p:nvPr>
            <p:ph idx="5" type="body"/>
          </p:nvPr>
        </p:nvSpPr>
        <p:spPr>
          <a:xfrm>
            <a:off x="5106175" y="7735194"/>
            <a:ext cx="6247625" cy="2144121"/>
          </a:xfrm>
          <a:prstGeom prst="rect">
            <a:avLst/>
          </a:prstGeom>
          <a:noFill/>
          <a:ln>
            <a:noFill/>
          </a:ln>
        </p:spPr>
        <p:txBody>
          <a:bodyPr anchorCtr="0" anchor="t" bIns="144000" lIns="0" spcFirstLastPara="1" rIns="144000" wrap="square" tIns="0">
            <a:noAutofit/>
          </a:bodyPr>
          <a:lstStyle>
            <a:lvl1pPr indent="-228600" lvl="0" marL="457200" marR="0" rtl="0" algn="l">
              <a:lnSpc>
                <a:spcPct val="90000"/>
              </a:lnSpc>
              <a:spcBef>
                <a:spcPts val="0"/>
              </a:spcBef>
              <a:spcAft>
                <a:spcPts val="0"/>
              </a:spcAft>
              <a:buClr>
                <a:srgbClr val="1D94C9"/>
              </a:buClr>
              <a:buSzPts val="2700"/>
              <a:buFont typeface="Arial"/>
              <a:buNone/>
              <a:defRPr b="0" i="0" sz="1800" u="none" cap="none" strike="noStrike">
                <a:solidFill>
                  <a:schemeClr val="dk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65" name="Google Shape;265;p23"/>
          <p:cNvSpPr txBox="1"/>
          <p:nvPr>
            <p:ph idx="6" type="body"/>
          </p:nvPr>
        </p:nvSpPr>
        <p:spPr>
          <a:xfrm>
            <a:off x="635585" y="5855290"/>
            <a:ext cx="3872272" cy="4024025"/>
          </a:xfrm>
          <a:prstGeom prst="rect">
            <a:avLst/>
          </a:prstGeom>
          <a:noFill/>
          <a:ln>
            <a:noFill/>
          </a:ln>
        </p:spPr>
        <p:txBody>
          <a:bodyPr anchorCtr="0" anchor="t" bIns="144000" lIns="0" spcFirstLastPara="1" rIns="144000" wrap="square" tIns="0">
            <a:noAutofit/>
          </a:bodyPr>
          <a:lstStyle>
            <a:lvl1pPr indent="-228600" lvl="0" marL="457200" marR="0" rtl="0" algn="l">
              <a:lnSpc>
                <a:spcPct val="90000"/>
              </a:lnSpc>
              <a:spcBef>
                <a:spcPts val="0"/>
              </a:spcBef>
              <a:spcAft>
                <a:spcPts val="0"/>
              </a:spcAft>
              <a:buClr>
                <a:srgbClr val="1D94C9"/>
              </a:buClr>
              <a:buSzPts val="2700"/>
              <a:buFont typeface="Arial"/>
              <a:buNone/>
              <a:defRPr b="0" i="0" sz="1800" u="none" cap="none" strike="noStrike">
                <a:solidFill>
                  <a:schemeClr val="dk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66" name="Google Shape;266;p23"/>
          <p:cNvSpPr txBox="1"/>
          <p:nvPr>
            <p:ph idx="7" type="body"/>
          </p:nvPr>
        </p:nvSpPr>
        <p:spPr>
          <a:xfrm>
            <a:off x="11779861" y="3009900"/>
            <a:ext cx="1936136" cy="423388"/>
          </a:xfrm>
          <a:prstGeom prst="rect">
            <a:avLst/>
          </a:prstGeom>
          <a:noFill/>
          <a:ln>
            <a:noFill/>
          </a:ln>
        </p:spPr>
        <p:txBody>
          <a:bodyPr anchorCtr="0" anchor="t" bIns="144000" lIns="0" spcFirstLastPara="1" rIns="144000" wrap="square" tIns="0">
            <a:noAutofit/>
          </a:bodyPr>
          <a:lstStyle>
            <a:lvl1pPr indent="-228600" lvl="0" marL="457200" marR="0" rtl="0" algn="ctr">
              <a:lnSpc>
                <a:spcPct val="90000"/>
              </a:lnSpc>
              <a:spcBef>
                <a:spcPts val="0"/>
              </a:spcBef>
              <a:spcAft>
                <a:spcPts val="0"/>
              </a:spcAft>
              <a:buClr>
                <a:srgbClr val="1D94C9"/>
              </a:buClr>
              <a:buSzPts val="2700"/>
              <a:buFont typeface="Arial"/>
              <a:buNone/>
              <a:defRPr b="1" i="0" sz="18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67" name="Google Shape;267;p23"/>
          <p:cNvSpPr txBox="1"/>
          <p:nvPr>
            <p:ph idx="8" type="body"/>
          </p:nvPr>
        </p:nvSpPr>
        <p:spPr>
          <a:xfrm>
            <a:off x="11779861" y="5071175"/>
            <a:ext cx="1936136" cy="423388"/>
          </a:xfrm>
          <a:prstGeom prst="rect">
            <a:avLst/>
          </a:prstGeom>
          <a:noFill/>
          <a:ln>
            <a:noFill/>
          </a:ln>
        </p:spPr>
        <p:txBody>
          <a:bodyPr anchorCtr="0" anchor="t" bIns="144000" lIns="0" spcFirstLastPara="1" rIns="144000" wrap="square" tIns="0">
            <a:noAutofit/>
          </a:bodyPr>
          <a:lstStyle>
            <a:lvl1pPr indent="-228600" lvl="0" marL="457200" marR="0" rtl="0" algn="ctr">
              <a:lnSpc>
                <a:spcPct val="90000"/>
              </a:lnSpc>
              <a:spcBef>
                <a:spcPts val="0"/>
              </a:spcBef>
              <a:spcAft>
                <a:spcPts val="0"/>
              </a:spcAft>
              <a:buClr>
                <a:srgbClr val="1D94C9"/>
              </a:buClr>
              <a:buSzPts val="2700"/>
              <a:buFont typeface="Arial"/>
              <a:buNone/>
              <a:defRPr b="1" i="0" sz="18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68" name="Google Shape;268;p23"/>
          <p:cNvSpPr txBox="1"/>
          <p:nvPr>
            <p:ph idx="9" type="body"/>
          </p:nvPr>
        </p:nvSpPr>
        <p:spPr>
          <a:xfrm>
            <a:off x="11779861" y="7116951"/>
            <a:ext cx="1936136" cy="423388"/>
          </a:xfrm>
          <a:prstGeom prst="rect">
            <a:avLst/>
          </a:prstGeom>
          <a:noFill/>
          <a:ln>
            <a:noFill/>
          </a:ln>
        </p:spPr>
        <p:txBody>
          <a:bodyPr anchorCtr="0" anchor="t" bIns="144000" lIns="0" spcFirstLastPara="1" rIns="144000" wrap="square" tIns="0">
            <a:noAutofit/>
          </a:bodyPr>
          <a:lstStyle>
            <a:lvl1pPr indent="-228600" lvl="0" marL="457200" marR="0" rtl="0" algn="ctr">
              <a:lnSpc>
                <a:spcPct val="90000"/>
              </a:lnSpc>
              <a:spcBef>
                <a:spcPts val="0"/>
              </a:spcBef>
              <a:spcAft>
                <a:spcPts val="0"/>
              </a:spcAft>
              <a:buClr>
                <a:srgbClr val="1D94C9"/>
              </a:buClr>
              <a:buSzPts val="2700"/>
              <a:buFont typeface="Arial"/>
              <a:buNone/>
              <a:defRPr b="1" i="0" sz="18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69" name="Google Shape;269;p23"/>
          <p:cNvSpPr txBox="1"/>
          <p:nvPr>
            <p:ph idx="13" type="body"/>
          </p:nvPr>
        </p:nvSpPr>
        <p:spPr>
          <a:xfrm>
            <a:off x="11779861" y="9178226"/>
            <a:ext cx="1936136" cy="423388"/>
          </a:xfrm>
          <a:prstGeom prst="rect">
            <a:avLst/>
          </a:prstGeom>
          <a:noFill/>
          <a:ln>
            <a:noFill/>
          </a:ln>
        </p:spPr>
        <p:txBody>
          <a:bodyPr anchorCtr="0" anchor="t" bIns="144000" lIns="0" spcFirstLastPara="1" rIns="144000" wrap="square" tIns="0">
            <a:noAutofit/>
          </a:bodyPr>
          <a:lstStyle>
            <a:lvl1pPr indent="-228600" lvl="0" marL="457200" marR="0" rtl="0" algn="ctr">
              <a:lnSpc>
                <a:spcPct val="90000"/>
              </a:lnSpc>
              <a:spcBef>
                <a:spcPts val="0"/>
              </a:spcBef>
              <a:spcAft>
                <a:spcPts val="0"/>
              </a:spcAft>
              <a:buClr>
                <a:srgbClr val="1D94C9"/>
              </a:buClr>
              <a:buSzPts val="2700"/>
              <a:buFont typeface="Arial"/>
              <a:buNone/>
              <a:defRPr b="1" i="0" sz="18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70" name="Google Shape;270;p23"/>
          <p:cNvSpPr txBox="1"/>
          <p:nvPr>
            <p:ph idx="14" type="body"/>
          </p:nvPr>
        </p:nvSpPr>
        <p:spPr>
          <a:xfrm>
            <a:off x="14283763" y="3665051"/>
            <a:ext cx="3700340" cy="6388177"/>
          </a:xfrm>
          <a:prstGeom prst="rect">
            <a:avLst/>
          </a:prstGeom>
          <a:noFill/>
          <a:ln>
            <a:noFill/>
          </a:ln>
        </p:spPr>
        <p:txBody>
          <a:bodyPr anchorCtr="0" anchor="t" bIns="144000" lIns="0" spcFirstLastPara="1" rIns="144000" wrap="square" tIns="0">
            <a:noAutofit/>
          </a:bodyPr>
          <a:lstStyle>
            <a:lvl1pPr indent="-419100" lvl="0" marL="457200" marR="0" rtl="0" algn="l">
              <a:lnSpc>
                <a:spcPct val="90000"/>
              </a:lnSpc>
              <a:spcBef>
                <a:spcPts val="1400"/>
              </a:spcBef>
              <a:spcAft>
                <a:spcPts val="0"/>
              </a:spcAft>
              <a:buClr>
                <a:schemeClr val="accent1"/>
              </a:buClr>
              <a:buSzPts val="3000"/>
              <a:buFont typeface="Merriweather Sans"/>
              <a:buChar char="▸"/>
              <a:defRPr b="0" i="0" sz="2000" u="none" cap="none" strike="noStrike">
                <a:solidFill>
                  <a:schemeClr val="dk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71" name="Google Shape;271;p23"/>
          <p:cNvSpPr txBox="1"/>
          <p:nvPr>
            <p:ph idx="12" type="sldNum"/>
          </p:nvPr>
        </p:nvSpPr>
        <p:spPr>
          <a:xfrm>
            <a:off x="17113568" y="9575902"/>
            <a:ext cx="1097400" cy="787500"/>
          </a:xfrm>
          <a:prstGeom prst="rect">
            <a:avLst/>
          </a:prstGeom>
          <a:noFill/>
          <a:ln>
            <a:noFill/>
          </a:ln>
        </p:spPr>
        <p:txBody>
          <a:bodyPr anchorCtr="0" anchor="ctr" bIns="167625" lIns="167625" spcFirstLastPara="1" rIns="167625" wrap="square" tIns="167625">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04396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1.xml"/><Relationship Id="rId22" Type="http://schemas.openxmlformats.org/officeDocument/2006/relationships/slideLayout" Target="../slideLayouts/slideLayout13.xml"/><Relationship Id="rId21" Type="http://schemas.openxmlformats.org/officeDocument/2006/relationships/slideLayout" Target="../slideLayouts/slideLayout12.xml"/><Relationship Id="rId24" Type="http://schemas.openxmlformats.org/officeDocument/2006/relationships/slideLayout" Target="../slideLayouts/slideLayout15.xml"/><Relationship Id="rId23" Type="http://schemas.openxmlformats.org/officeDocument/2006/relationships/slideLayout" Target="../slideLayouts/slideLayout14.xml"/><Relationship Id="rId1" Type="http://schemas.openxmlformats.org/officeDocument/2006/relationships/hyperlink" Target="https://www.linkedin.com/authwall?trk=ripf&amp;trkInfo=AQFrOVGd5j-ehwAAAWY43EZgcCw1zBfYArwe0ANOBGdDgksB7kw2f2UC01E3if66ein-8fMD17fN5KNKVjHZWrLNE8WR9uP5ZFXr9ObmojPKnvvtED2VY3LoLXfdDnIsm1evbk0=&amp;originalReferer=http://www.alten.com/&amp;sessionRedirect=https://www.linkedin.com/company/alten" TargetMode="External"/><Relationship Id="rId2" Type="http://schemas.openxmlformats.org/officeDocument/2006/relationships/image" Target="../media/image11.png"/><Relationship Id="rId3" Type="http://schemas.openxmlformats.org/officeDocument/2006/relationships/hyperlink" Target="https://twitter.com/Alten_france" TargetMode="External"/><Relationship Id="rId4" Type="http://schemas.openxmlformats.org/officeDocument/2006/relationships/image" Target="../media/image6.png"/><Relationship Id="rId9" Type="http://schemas.openxmlformats.org/officeDocument/2006/relationships/image" Target="../media/image2.png"/><Relationship Id="rId26" Type="http://schemas.openxmlformats.org/officeDocument/2006/relationships/slideLayout" Target="../slideLayouts/slideLayout17.xml"/><Relationship Id="rId25" Type="http://schemas.openxmlformats.org/officeDocument/2006/relationships/slideLayout" Target="../slideLayouts/slideLayout16.xml"/><Relationship Id="rId28" Type="http://schemas.openxmlformats.org/officeDocument/2006/relationships/slideLayout" Target="../slideLayouts/slideLayout19.xml"/><Relationship Id="rId27" Type="http://schemas.openxmlformats.org/officeDocument/2006/relationships/slideLayout" Target="../slideLayouts/slideLayout18.xml"/><Relationship Id="rId5" Type="http://schemas.openxmlformats.org/officeDocument/2006/relationships/hyperlink" Target="https://www.youtube.com/user/altenfrance" TargetMode="External"/><Relationship Id="rId6" Type="http://schemas.openxmlformats.org/officeDocument/2006/relationships/image" Target="../media/image5.png"/><Relationship Id="rId29" Type="http://schemas.openxmlformats.org/officeDocument/2006/relationships/slideLayout" Target="../slideLayouts/slideLayout20.xml"/><Relationship Id="rId7" Type="http://schemas.openxmlformats.org/officeDocument/2006/relationships/hyperlink" Target="http://www.alten.com/" TargetMode="External"/><Relationship Id="rId8" Type="http://schemas.openxmlformats.org/officeDocument/2006/relationships/image" Target="../media/image1.png"/><Relationship Id="rId30" Type="http://schemas.openxmlformats.org/officeDocument/2006/relationships/theme" Target="../theme/theme1.xml"/><Relationship Id="rId11" Type="http://schemas.openxmlformats.org/officeDocument/2006/relationships/slideLayout" Target="../slideLayouts/slideLayout2.xml"/><Relationship Id="rId10" Type="http://schemas.openxmlformats.org/officeDocument/2006/relationships/slideLayout" Target="../slideLayouts/slideLayout1.xml"/><Relationship Id="rId13" Type="http://schemas.openxmlformats.org/officeDocument/2006/relationships/slideLayout" Target="../slideLayouts/slideLayout4.xml"/><Relationship Id="rId12" Type="http://schemas.openxmlformats.org/officeDocument/2006/relationships/slideLayout" Target="../slideLayouts/slideLayout3.xml"/><Relationship Id="rId15" Type="http://schemas.openxmlformats.org/officeDocument/2006/relationships/slideLayout" Target="../slideLayouts/slideLayout6.xml"/><Relationship Id="rId14" Type="http://schemas.openxmlformats.org/officeDocument/2006/relationships/slideLayout" Target="../slideLayouts/slideLayout5.xml"/><Relationship Id="rId17" Type="http://schemas.openxmlformats.org/officeDocument/2006/relationships/slideLayout" Target="../slideLayouts/slideLayout8.xml"/><Relationship Id="rId16" Type="http://schemas.openxmlformats.org/officeDocument/2006/relationships/slideLayout" Target="../slideLayouts/slideLayout7.xml"/><Relationship Id="rId19" Type="http://schemas.openxmlformats.org/officeDocument/2006/relationships/slideLayout" Target="../slideLayouts/slideLayout10.xml"/><Relationship Id="rId1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
          <p:cNvSpPr/>
          <p:nvPr/>
        </p:nvSpPr>
        <p:spPr>
          <a:xfrm>
            <a:off x="0" y="896881"/>
            <a:ext cx="18288000" cy="559746"/>
          </a:xfrm>
          <a:prstGeom prst="rect">
            <a:avLst/>
          </a:prstGeom>
          <a:gradFill>
            <a:gsLst>
              <a:gs pos="0">
                <a:srgbClr val="44B2E4"/>
              </a:gs>
              <a:gs pos="100000">
                <a:srgbClr val="1B688B"/>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Calibri"/>
              <a:ea typeface="Calibri"/>
              <a:cs typeface="Calibri"/>
              <a:sym typeface="Calibri"/>
            </a:endParaRPr>
          </a:p>
        </p:txBody>
      </p:sp>
      <p:pic>
        <p:nvPicPr>
          <p:cNvPr id="11" name="Google Shape;11;p4">
            <a:hlinkClick r:id="rId1"/>
          </p:cNvPr>
          <p:cNvPicPr preferRelativeResize="0"/>
          <p:nvPr/>
        </p:nvPicPr>
        <p:blipFill rotWithShape="1">
          <a:blip r:embed="rId2">
            <a:alphaModFix/>
          </a:blip>
          <a:srcRect b="0" l="0" r="0" t="0"/>
          <a:stretch/>
        </p:blipFill>
        <p:spPr>
          <a:xfrm>
            <a:off x="17129997" y="369368"/>
            <a:ext cx="192733" cy="192733"/>
          </a:xfrm>
          <a:prstGeom prst="rect">
            <a:avLst/>
          </a:prstGeom>
          <a:noFill/>
          <a:ln>
            <a:noFill/>
          </a:ln>
        </p:spPr>
      </p:pic>
      <p:pic>
        <p:nvPicPr>
          <p:cNvPr id="12" name="Google Shape;12;p4">
            <a:hlinkClick r:id="rId3"/>
          </p:cNvPr>
          <p:cNvPicPr preferRelativeResize="0"/>
          <p:nvPr/>
        </p:nvPicPr>
        <p:blipFill rotWithShape="1">
          <a:blip r:embed="rId4">
            <a:alphaModFix/>
          </a:blip>
          <a:srcRect b="0" l="0" r="0" t="0"/>
          <a:stretch/>
        </p:blipFill>
        <p:spPr>
          <a:xfrm>
            <a:off x="16748997" y="355602"/>
            <a:ext cx="220267" cy="220267"/>
          </a:xfrm>
          <a:prstGeom prst="rect">
            <a:avLst/>
          </a:prstGeom>
          <a:noFill/>
          <a:ln>
            <a:noFill/>
          </a:ln>
        </p:spPr>
      </p:pic>
      <p:pic>
        <p:nvPicPr>
          <p:cNvPr id="13" name="Google Shape;13;p4">
            <a:hlinkClick r:id="rId5"/>
          </p:cNvPr>
          <p:cNvPicPr preferRelativeResize="0"/>
          <p:nvPr/>
        </p:nvPicPr>
        <p:blipFill rotWithShape="1">
          <a:blip r:embed="rId6">
            <a:alphaModFix/>
          </a:blip>
          <a:srcRect b="0" l="0" r="0" t="0"/>
          <a:stretch/>
        </p:blipFill>
        <p:spPr>
          <a:xfrm>
            <a:off x="17494769" y="341835"/>
            <a:ext cx="247800" cy="247800"/>
          </a:xfrm>
          <a:prstGeom prst="rect">
            <a:avLst/>
          </a:prstGeom>
          <a:noFill/>
          <a:ln>
            <a:noFill/>
          </a:ln>
        </p:spPr>
      </p:pic>
      <p:pic>
        <p:nvPicPr>
          <p:cNvPr id="14" name="Google Shape;14;p4">
            <a:hlinkClick r:id="rId7"/>
          </p:cNvPr>
          <p:cNvPicPr preferRelativeResize="0"/>
          <p:nvPr/>
        </p:nvPicPr>
        <p:blipFill rotWithShape="1">
          <a:blip r:embed="rId8">
            <a:alphaModFix/>
          </a:blip>
          <a:srcRect b="0" l="0" r="0" t="0"/>
          <a:stretch/>
        </p:blipFill>
        <p:spPr>
          <a:xfrm>
            <a:off x="16367997" y="355602"/>
            <a:ext cx="220267" cy="220267"/>
          </a:xfrm>
          <a:prstGeom prst="rect">
            <a:avLst/>
          </a:prstGeom>
          <a:noFill/>
          <a:ln>
            <a:noFill/>
          </a:ln>
        </p:spPr>
      </p:pic>
      <p:cxnSp>
        <p:nvCxnSpPr>
          <p:cNvPr id="15" name="Google Shape;15;p4"/>
          <p:cNvCxnSpPr/>
          <p:nvPr/>
        </p:nvCxnSpPr>
        <p:spPr>
          <a:xfrm>
            <a:off x="16139397" y="281226"/>
            <a:ext cx="0" cy="369019"/>
          </a:xfrm>
          <a:prstGeom prst="straightConnector1">
            <a:avLst/>
          </a:prstGeom>
          <a:noFill/>
          <a:ln cap="flat" cmpd="sng" w="9525">
            <a:solidFill>
              <a:srgbClr val="1D94C9"/>
            </a:solidFill>
            <a:prstDash val="solid"/>
            <a:miter lim="800000"/>
            <a:headEnd len="sm" w="sm" type="none"/>
            <a:tailEnd len="sm" w="sm" type="none"/>
          </a:ln>
        </p:spPr>
      </p:cxnSp>
      <p:sp>
        <p:nvSpPr>
          <p:cNvPr id="16" name="Google Shape;16;p4"/>
          <p:cNvSpPr txBox="1"/>
          <p:nvPr/>
        </p:nvSpPr>
        <p:spPr>
          <a:xfrm>
            <a:off x="1107200" y="9756388"/>
            <a:ext cx="3658800" cy="4311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fr-FR" sz="1600" u="none" cap="none" strike="noStrike">
                <a:solidFill>
                  <a:schemeClr val="dk1"/>
                </a:solidFill>
                <a:latin typeface="Zen Kaku Gothic New Medium"/>
                <a:ea typeface="Zen Kaku Gothic New Medium"/>
                <a:cs typeface="Zen Kaku Gothic New Medium"/>
                <a:sym typeface="Zen Kaku Gothic New Medium"/>
              </a:rPr>
              <a:t>© 2024 VMO JSC. All rights reserved</a:t>
            </a:r>
            <a:endParaRPr b="0" i="0" sz="1600" u="none" cap="none" strike="noStrike">
              <a:solidFill>
                <a:schemeClr val="dk1"/>
              </a:solidFill>
              <a:latin typeface="Zen Kaku Gothic New Medium"/>
              <a:ea typeface="Zen Kaku Gothic New Medium"/>
              <a:cs typeface="Zen Kaku Gothic New Medium"/>
              <a:sym typeface="Zen Kaku Gothic New Medium"/>
            </a:endParaRPr>
          </a:p>
        </p:txBody>
      </p:sp>
      <p:pic>
        <p:nvPicPr>
          <p:cNvPr id="17" name="Google Shape;17;p4"/>
          <p:cNvPicPr preferRelativeResize="0"/>
          <p:nvPr/>
        </p:nvPicPr>
        <p:blipFill rotWithShape="1">
          <a:blip r:embed="rId9">
            <a:alphaModFix/>
          </a:blip>
          <a:srcRect b="0" l="0" r="0" t="0"/>
          <a:stretch/>
        </p:blipFill>
        <p:spPr>
          <a:xfrm>
            <a:off x="85271" y="9756399"/>
            <a:ext cx="1021929" cy="431100"/>
          </a:xfrm>
          <a:prstGeom prst="rect">
            <a:avLst/>
          </a:prstGeom>
          <a:noFill/>
          <a:ln>
            <a:noFill/>
          </a:ln>
        </p:spPr>
      </p:pic>
      <p:sp>
        <p:nvSpPr>
          <p:cNvPr id="18" name="Google Shape;18;p4"/>
          <p:cNvSpPr txBox="1"/>
          <p:nvPr>
            <p:ph idx="12" type="sldNum"/>
          </p:nvPr>
        </p:nvSpPr>
        <p:spPr>
          <a:xfrm>
            <a:off x="17113568" y="9575902"/>
            <a:ext cx="1097400" cy="787500"/>
          </a:xfrm>
          <a:prstGeom prst="rect">
            <a:avLst/>
          </a:prstGeom>
          <a:noFill/>
          <a:ln>
            <a:noFill/>
          </a:ln>
        </p:spPr>
        <p:txBody>
          <a:bodyPr anchorCtr="0" anchor="ctr" bIns="167625" lIns="167625" spcFirstLastPara="1" rIns="167625" wrap="square" tIns="167625">
            <a:no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Zen Kaku Gothic New Medium"/>
                <a:ea typeface="Zen Kaku Gothic New Medium"/>
                <a:cs typeface="Zen Kaku Gothic New Medium"/>
                <a:sym typeface="Zen Kaku Gothic New Medium"/>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Zen Kaku Gothic New Medium"/>
                <a:ea typeface="Zen Kaku Gothic New Medium"/>
                <a:cs typeface="Zen Kaku Gothic New Medium"/>
                <a:sym typeface="Zen Kaku Gothic New Medium"/>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Zen Kaku Gothic New Medium"/>
                <a:ea typeface="Zen Kaku Gothic New Medium"/>
                <a:cs typeface="Zen Kaku Gothic New Medium"/>
                <a:sym typeface="Zen Kaku Gothic New Medium"/>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Zen Kaku Gothic New Medium"/>
                <a:ea typeface="Zen Kaku Gothic New Medium"/>
                <a:cs typeface="Zen Kaku Gothic New Medium"/>
                <a:sym typeface="Zen Kaku Gothic New Medium"/>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Zen Kaku Gothic New Medium"/>
                <a:ea typeface="Zen Kaku Gothic New Medium"/>
                <a:cs typeface="Zen Kaku Gothic New Medium"/>
                <a:sym typeface="Zen Kaku Gothic New Medium"/>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Zen Kaku Gothic New Medium"/>
                <a:ea typeface="Zen Kaku Gothic New Medium"/>
                <a:cs typeface="Zen Kaku Gothic New Medium"/>
                <a:sym typeface="Zen Kaku Gothic New Medium"/>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Zen Kaku Gothic New Medium"/>
                <a:ea typeface="Zen Kaku Gothic New Medium"/>
                <a:cs typeface="Zen Kaku Gothic New Medium"/>
                <a:sym typeface="Zen Kaku Gothic New Medium"/>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Zen Kaku Gothic New Medium"/>
                <a:ea typeface="Zen Kaku Gothic New Medium"/>
                <a:cs typeface="Zen Kaku Gothic New Medium"/>
                <a:sym typeface="Zen Kaku Gothic New Medium"/>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Zen Kaku Gothic New Medium"/>
                <a:ea typeface="Zen Kaku Gothic New Medium"/>
                <a:cs typeface="Zen Kaku Gothic New Medium"/>
                <a:sym typeface="Zen Kaku Gothic New Medium"/>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10"/>
    <p:sldLayoutId id="2147483650" r:id="rId11"/>
    <p:sldLayoutId id="2147483651" r:id="rId12"/>
    <p:sldLayoutId id="2147483652" r:id="rId13"/>
    <p:sldLayoutId id="2147483653" r:id="rId14"/>
    <p:sldLayoutId id="2147483654" r:id="rId15"/>
    <p:sldLayoutId id="2147483655" r:id="rId16"/>
    <p:sldLayoutId id="2147483656" r:id="rId17"/>
    <p:sldLayoutId id="2147483657" r:id="rId18"/>
    <p:sldLayoutId id="2147483658" r:id="rId19"/>
    <p:sldLayoutId id="2147483659" r:id="rId20"/>
    <p:sldLayoutId id="2147483660" r:id="rId21"/>
    <p:sldLayoutId id="2147483661" r:id="rId22"/>
    <p:sldLayoutId id="2147483662" r:id="rId23"/>
    <p:sldLayoutId id="2147483663" r:id="rId24"/>
    <p:sldLayoutId id="2147483664" r:id="rId25"/>
    <p:sldLayoutId id="2147483665" r:id="rId26"/>
    <p:sldLayoutId id="2147483666" r:id="rId27"/>
    <p:sldLayoutId id="2147483667" r:id="rId28"/>
    <p:sldLayoutId id="2147483668" r:id="rId2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2.png"/><Relationship Id="rId4"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5" name="Shape 275"/>
        <p:cNvGrpSpPr/>
        <p:nvPr/>
      </p:nvGrpSpPr>
      <p:grpSpPr>
        <a:xfrm>
          <a:off x="0" y="0"/>
          <a:ext cx="0" cy="0"/>
          <a:chOff x="0" y="0"/>
          <a:chExt cx="0" cy="0"/>
        </a:xfrm>
      </p:grpSpPr>
      <p:sp>
        <p:nvSpPr>
          <p:cNvPr id="276" name="Google Shape;276;g308434b8c83_0_28"/>
          <p:cNvSpPr txBox="1"/>
          <p:nvPr>
            <p:ph idx="1" type="body"/>
          </p:nvPr>
        </p:nvSpPr>
        <p:spPr>
          <a:xfrm>
            <a:off x="540695" y="202481"/>
            <a:ext cx="14404800" cy="521400"/>
          </a:xfrm>
          <a:prstGeom prst="rect">
            <a:avLst/>
          </a:prstGeom>
          <a:noFill/>
          <a:ln>
            <a:noFill/>
          </a:ln>
        </p:spPr>
        <p:txBody>
          <a:bodyPr anchorCtr="0" anchor="ctr" bIns="0" lIns="0" spcFirstLastPara="1" rIns="0" wrap="square" tIns="0">
            <a:noAutofit/>
          </a:bodyPr>
          <a:lstStyle/>
          <a:p>
            <a:pPr indent="0" lvl="0" marL="0" rtl="0" algn="l">
              <a:lnSpc>
                <a:spcPct val="108000"/>
              </a:lnSpc>
              <a:spcBef>
                <a:spcPts val="0"/>
              </a:spcBef>
              <a:spcAft>
                <a:spcPts val="0"/>
              </a:spcAft>
              <a:buSzPts val="3600"/>
              <a:buNone/>
            </a:pPr>
            <a:r>
              <a:rPr lang="fr-FR" sz="2900">
                <a:solidFill>
                  <a:schemeClr val="dk1"/>
                </a:solidFill>
              </a:rPr>
              <a:t>BON22162 </a:t>
            </a:r>
            <a:r>
              <a:rPr lang="fr-FR" sz="2900">
                <a:solidFill>
                  <a:schemeClr val="dk1"/>
                </a:solidFill>
              </a:rPr>
              <a:t>- OVERVIEW</a:t>
            </a:r>
            <a:endParaRPr/>
          </a:p>
        </p:txBody>
      </p:sp>
      <p:sp>
        <p:nvSpPr>
          <p:cNvPr id="277" name="Google Shape;277;g308434b8c83_0_28"/>
          <p:cNvSpPr txBox="1"/>
          <p:nvPr>
            <p:ph idx="3" type="body"/>
          </p:nvPr>
        </p:nvSpPr>
        <p:spPr>
          <a:xfrm>
            <a:off x="540695" y="921831"/>
            <a:ext cx="14404800" cy="512700"/>
          </a:xfrm>
          <a:prstGeom prst="rect">
            <a:avLst/>
          </a:prstGeom>
          <a:noFill/>
          <a:ln>
            <a:noFill/>
          </a:ln>
        </p:spPr>
        <p:txBody>
          <a:bodyPr anchorCtr="0" anchor="ctr" bIns="0" lIns="0" spcFirstLastPara="1" rIns="0" wrap="square" tIns="0">
            <a:noAutofit/>
          </a:bodyPr>
          <a:lstStyle/>
          <a:p>
            <a:pPr indent="0" lvl="0" marL="0" rtl="0" algn="l">
              <a:lnSpc>
                <a:spcPct val="108000"/>
              </a:lnSpc>
              <a:spcBef>
                <a:spcPts val="0"/>
              </a:spcBef>
              <a:spcAft>
                <a:spcPts val="0"/>
              </a:spcAft>
              <a:buClr>
                <a:srgbClr val="000000"/>
              </a:buClr>
              <a:buSzPts val="2400"/>
              <a:buFont typeface="Arial"/>
              <a:buNone/>
            </a:pPr>
            <a:r>
              <a:rPr lang="fr-FR"/>
              <a:t>FINANCIAL REPORTING AND ANALYSIS PLATFORM</a:t>
            </a:r>
            <a:endParaRPr/>
          </a:p>
        </p:txBody>
      </p:sp>
      <p:sp>
        <p:nvSpPr>
          <p:cNvPr id="278" name="Google Shape;278;g308434b8c83_0_28"/>
          <p:cNvSpPr txBox="1"/>
          <p:nvPr>
            <p:ph idx="4" type="body"/>
          </p:nvPr>
        </p:nvSpPr>
        <p:spPr>
          <a:xfrm>
            <a:off x="5238750" y="2958000"/>
            <a:ext cx="6165900" cy="4158900"/>
          </a:xfrm>
          <a:prstGeom prst="rect">
            <a:avLst/>
          </a:prstGeom>
          <a:noFill/>
          <a:ln>
            <a:noFill/>
          </a:ln>
        </p:spPr>
        <p:txBody>
          <a:bodyPr anchorCtr="0" anchor="t" bIns="144000" lIns="0" spcFirstLastPara="1" rIns="144000" wrap="square" tIns="0">
            <a:noAutofit/>
          </a:bodyPr>
          <a:lstStyle/>
          <a:p>
            <a:pPr indent="0" lvl="0" marL="0" rtl="0" algn="just">
              <a:lnSpc>
                <a:spcPct val="115000"/>
              </a:lnSpc>
              <a:spcBef>
                <a:spcPts val="1200"/>
              </a:spcBef>
              <a:spcAft>
                <a:spcPts val="0"/>
              </a:spcAft>
              <a:buSzPts val="1100"/>
              <a:buNone/>
            </a:pPr>
            <a:r>
              <a:rPr lang="fr-FR" sz="1600">
                <a:solidFill>
                  <a:srgbClr val="000000"/>
                </a:solidFill>
              </a:rPr>
              <a:t>VMO designed and developed a robust web-based financial reporting platform using agile practices, ensuring iterative progress and adaptability to evolving requirements. The team integrated Morningstar’s financial data warehouse, enabling the efficient handling of billions of records and applying ETL best practices to streamline data flow. VMO also implemented a microservices architecture, providing scalability and efficient operations, while facilitating modular development and simplified maintenance. </a:t>
            </a:r>
            <a:endParaRPr sz="1600">
              <a:solidFill>
                <a:srgbClr val="000000"/>
              </a:solidFill>
            </a:endParaRPr>
          </a:p>
          <a:p>
            <a:pPr indent="0" lvl="0" marL="0" rtl="0" algn="l">
              <a:lnSpc>
                <a:spcPct val="115000"/>
              </a:lnSpc>
              <a:spcBef>
                <a:spcPts val="1200"/>
              </a:spcBef>
              <a:spcAft>
                <a:spcPts val="0"/>
              </a:spcAft>
              <a:buSzPts val="2700"/>
              <a:buNone/>
            </a:pPr>
            <a:r>
              <a:rPr b="1" lang="fr-FR" sz="1600">
                <a:solidFill>
                  <a:srgbClr val="000000"/>
                </a:solidFill>
              </a:rPr>
              <a:t>SCOPE OF WORK:</a:t>
            </a:r>
            <a:endParaRPr sz="1600">
              <a:solidFill>
                <a:srgbClr val="000000"/>
              </a:solidFill>
            </a:endParaRPr>
          </a:p>
          <a:p>
            <a:pPr indent="-330200" lvl="0" marL="457200" rtl="0" algn="l">
              <a:lnSpc>
                <a:spcPct val="115000"/>
              </a:lnSpc>
              <a:spcBef>
                <a:spcPts val="0"/>
              </a:spcBef>
              <a:spcAft>
                <a:spcPts val="0"/>
              </a:spcAft>
              <a:buClr>
                <a:srgbClr val="000000"/>
              </a:buClr>
              <a:buSzPts val="1600"/>
              <a:buChar char="●"/>
            </a:pPr>
            <a:r>
              <a:rPr lang="fr-FR" sz="1600">
                <a:solidFill>
                  <a:srgbClr val="000000"/>
                </a:solidFill>
              </a:rPr>
              <a:t>Requirements Analysis (SRS)</a:t>
            </a:r>
            <a:endParaRPr sz="1600">
              <a:solidFill>
                <a:srgbClr val="000000"/>
              </a:solidFill>
            </a:endParaRPr>
          </a:p>
          <a:p>
            <a:pPr indent="-330200" lvl="0" marL="457200" rtl="0" algn="l">
              <a:lnSpc>
                <a:spcPct val="115000"/>
              </a:lnSpc>
              <a:spcBef>
                <a:spcPts val="0"/>
              </a:spcBef>
              <a:spcAft>
                <a:spcPts val="0"/>
              </a:spcAft>
              <a:buClr>
                <a:srgbClr val="000000"/>
              </a:buClr>
              <a:buSzPts val="1600"/>
              <a:buChar char="●"/>
            </a:pPr>
            <a:r>
              <a:rPr lang="fr-FR" sz="1600">
                <a:solidFill>
                  <a:srgbClr val="000000"/>
                </a:solidFill>
              </a:rPr>
              <a:t>Solution Detail Design (SDD)</a:t>
            </a:r>
            <a:endParaRPr sz="1600">
              <a:solidFill>
                <a:srgbClr val="000000"/>
              </a:solidFill>
            </a:endParaRPr>
          </a:p>
          <a:p>
            <a:pPr indent="-330200" lvl="0" marL="457200" rtl="0" algn="l">
              <a:lnSpc>
                <a:spcPct val="115000"/>
              </a:lnSpc>
              <a:spcBef>
                <a:spcPts val="0"/>
              </a:spcBef>
              <a:spcAft>
                <a:spcPts val="0"/>
              </a:spcAft>
              <a:buClr>
                <a:srgbClr val="000000"/>
              </a:buClr>
              <a:buSzPts val="1600"/>
              <a:buChar char="●"/>
            </a:pPr>
            <a:r>
              <a:rPr lang="fr-FR" sz="1600">
                <a:solidFill>
                  <a:srgbClr val="000000"/>
                </a:solidFill>
              </a:rPr>
              <a:t>Development and Integration</a:t>
            </a:r>
            <a:endParaRPr sz="1600">
              <a:solidFill>
                <a:srgbClr val="000000"/>
              </a:solidFill>
            </a:endParaRPr>
          </a:p>
          <a:p>
            <a:pPr indent="-330200" lvl="0" marL="457200" rtl="0" algn="l">
              <a:lnSpc>
                <a:spcPct val="115000"/>
              </a:lnSpc>
              <a:spcBef>
                <a:spcPts val="0"/>
              </a:spcBef>
              <a:spcAft>
                <a:spcPts val="0"/>
              </a:spcAft>
              <a:buClr>
                <a:srgbClr val="000000"/>
              </a:buClr>
              <a:buSzPts val="1600"/>
              <a:buChar char="●"/>
            </a:pPr>
            <a:r>
              <a:rPr lang="fr-FR" sz="1600">
                <a:solidFill>
                  <a:srgbClr val="000000"/>
                </a:solidFill>
              </a:rPr>
              <a:t>Testing (Manual and Automation)</a:t>
            </a:r>
            <a:endParaRPr sz="1600">
              <a:solidFill>
                <a:srgbClr val="000000"/>
              </a:solidFill>
            </a:endParaRPr>
          </a:p>
          <a:p>
            <a:pPr indent="-330200" lvl="0" marL="457200" rtl="0" algn="l">
              <a:lnSpc>
                <a:spcPct val="115000"/>
              </a:lnSpc>
              <a:spcBef>
                <a:spcPts val="0"/>
              </a:spcBef>
              <a:spcAft>
                <a:spcPts val="0"/>
              </a:spcAft>
              <a:buClr>
                <a:srgbClr val="000000"/>
              </a:buClr>
              <a:buSzPts val="1600"/>
              <a:buChar char="●"/>
            </a:pPr>
            <a:r>
              <a:rPr lang="fr-FR" sz="1600">
                <a:solidFill>
                  <a:srgbClr val="000000"/>
                </a:solidFill>
              </a:rPr>
              <a:t>Deployment and Support</a:t>
            </a:r>
            <a:endParaRPr sz="1600">
              <a:solidFill>
                <a:srgbClr val="000000"/>
              </a:solidFill>
            </a:endParaRPr>
          </a:p>
        </p:txBody>
      </p:sp>
      <p:sp>
        <p:nvSpPr>
          <p:cNvPr id="279" name="Google Shape;279;g308434b8c83_0_28"/>
          <p:cNvSpPr txBox="1"/>
          <p:nvPr>
            <p:ph idx="6" type="body"/>
          </p:nvPr>
        </p:nvSpPr>
        <p:spPr>
          <a:xfrm>
            <a:off x="294700" y="3562700"/>
            <a:ext cx="4634700" cy="6470400"/>
          </a:xfrm>
          <a:prstGeom prst="rect">
            <a:avLst/>
          </a:prstGeom>
          <a:noFill/>
          <a:ln>
            <a:noFill/>
          </a:ln>
        </p:spPr>
        <p:txBody>
          <a:bodyPr anchorCtr="0" anchor="t" bIns="144000" lIns="0" spcFirstLastPara="1" rIns="144000" wrap="square" tIns="0">
            <a:noAutofit/>
          </a:bodyPr>
          <a:lstStyle/>
          <a:p>
            <a:pPr indent="0" lvl="0" marL="0" rtl="0" algn="just">
              <a:lnSpc>
                <a:spcPct val="110000"/>
              </a:lnSpc>
              <a:spcBef>
                <a:spcPts val="0"/>
              </a:spcBef>
              <a:spcAft>
                <a:spcPts val="0"/>
              </a:spcAft>
              <a:buSzPts val="2700"/>
              <a:buNone/>
            </a:pPr>
            <a:r>
              <a:rPr b="1" lang="fr-FR" sz="1600">
                <a:solidFill>
                  <a:srgbClr val="000000"/>
                </a:solidFill>
              </a:rPr>
              <a:t>Our </a:t>
            </a:r>
            <a:r>
              <a:rPr b="1" lang="fr-FR" sz="1600">
                <a:solidFill>
                  <a:srgbClr val="000000"/>
                </a:solidFill>
                <a:extLst>
                  <a:ext uri="http://customooxmlschemas.google.com/">
                    <go:slidesCustomData xmlns:go="http://customooxmlschemas.google.com/" textRoundtripDataId="0"/>
                  </a:ext>
                </a:extLst>
              </a:rPr>
              <a:t>client</a:t>
            </a:r>
            <a:r>
              <a:rPr b="1" lang="fr-FR" sz="1600">
                <a:solidFill>
                  <a:srgbClr val="000000"/>
                </a:solidFill>
              </a:rPr>
              <a:t>: </a:t>
            </a:r>
            <a:r>
              <a:rPr lang="fr-FR" sz="1600">
                <a:solidFill>
                  <a:srgbClr val="000000"/>
                </a:solidFill>
              </a:rPr>
              <a:t>A fast-growing start-up specializing in financial reporting and analysis services. The company provides real-time insights into fund performance and financial data to help investors make informed decisions. Their business model focuses on subscription-based services for strategic data analysis and portfolio tracking. The company primarily serves institutional investors, fund managers, and financial advisors, helping them optimize portfolio strategies and achieve better investment outcomes. </a:t>
            </a:r>
            <a:endParaRPr sz="1600">
              <a:solidFill>
                <a:srgbClr val="000000"/>
              </a:solidFill>
            </a:endParaRPr>
          </a:p>
          <a:p>
            <a:pPr indent="0" lvl="0" marL="0" rtl="0" algn="just">
              <a:lnSpc>
                <a:spcPct val="110000"/>
              </a:lnSpc>
              <a:spcBef>
                <a:spcPts val="0"/>
              </a:spcBef>
              <a:spcAft>
                <a:spcPts val="0"/>
              </a:spcAft>
              <a:buSzPts val="2700"/>
              <a:buNone/>
            </a:pPr>
            <a:r>
              <a:t/>
            </a:r>
            <a:endParaRPr sz="1600">
              <a:solidFill>
                <a:srgbClr val="000000"/>
              </a:solidFill>
            </a:endParaRPr>
          </a:p>
          <a:p>
            <a:pPr indent="0" lvl="0" marL="0" rtl="0" algn="just">
              <a:lnSpc>
                <a:spcPct val="110000"/>
              </a:lnSpc>
              <a:spcBef>
                <a:spcPts val="0"/>
              </a:spcBef>
              <a:spcAft>
                <a:spcPts val="1000"/>
              </a:spcAft>
              <a:buSzPts val="2700"/>
              <a:buNone/>
            </a:pPr>
            <a:r>
              <a:rPr b="1" lang="fr-FR" sz="1600">
                <a:solidFill>
                  <a:srgbClr val="000000"/>
                </a:solidFill>
              </a:rPr>
              <a:t>Challenge: </a:t>
            </a:r>
            <a:r>
              <a:rPr lang="fr-FR" sz="1600">
                <a:solidFill>
                  <a:srgbClr val="000000"/>
                </a:solidFill>
              </a:rPr>
              <a:t>The client faced challenges in managing and processing large volumes of financial data efficiently while also meeting the need to deliver faster updates. For example, the inability to process data in real time led to delays in providing actionable insights to investors, which risked losing their interest. Therefore, the client needed seamless integration with financial data warehouses, along with a platform to enhance product features and support weekly updates, ensuring competitiveness and sustained investor interest.</a:t>
            </a:r>
            <a:endParaRPr sz="1600">
              <a:solidFill>
                <a:srgbClr val="000000"/>
              </a:solidFill>
            </a:endParaRPr>
          </a:p>
        </p:txBody>
      </p:sp>
      <p:sp>
        <p:nvSpPr>
          <p:cNvPr id="280" name="Google Shape;280;g308434b8c83_0_28"/>
          <p:cNvSpPr txBox="1"/>
          <p:nvPr>
            <p:ph idx="7" type="body"/>
          </p:nvPr>
        </p:nvSpPr>
        <p:spPr>
          <a:xfrm>
            <a:off x="11779861" y="3009900"/>
            <a:ext cx="1936200" cy="423300"/>
          </a:xfrm>
          <a:prstGeom prst="rect">
            <a:avLst/>
          </a:prstGeom>
          <a:noFill/>
          <a:ln>
            <a:noFill/>
          </a:ln>
        </p:spPr>
        <p:txBody>
          <a:bodyPr anchorCtr="0" anchor="t" bIns="144000" lIns="0" spcFirstLastPara="1" rIns="144000" wrap="square" tIns="0">
            <a:noAutofit/>
          </a:bodyPr>
          <a:lstStyle/>
          <a:p>
            <a:pPr indent="0" lvl="0" marL="0" rtl="0" algn="ctr">
              <a:lnSpc>
                <a:spcPct val="90000"/>
              </a:lnSpc>
              <a:spcBef>
                <a:spcPts val="0"/>
              </a:spcBef>
              <a:spcAft>
                <a:spcPts val="0"/>
              </a:spcAft>
              <a:buClr>
                <a:schemeClr val="hlink"/>
              </a:buClr>
              <a:buSzPts val="1100"/>
              <a:buFont typeface="Arial"/>
              <a:buNone/>
            </a:pPr>
            <a:r>
              <a:rPr lang="fr-FR"/>
              <a:t>32 members</a:t>
            </a:r>
            <a:endParaRPr/>
          </a:p>
        </p:txBody>
      </p:sp>
      <p:sp>
        <p:nvSpPr>
          <p:cNvPr id="281" name="Google Shape;281;g308434b8c83_0_28"/>
          <p:cNvSpPr txBox="1"/>
          <p:nvPr>
            <p:ph idx="8" type="body"/>
          </p:nvPr>
        </p:nvSpPr>
        <p:spPr>
          <a:xfrm>
            <a:off x="11779861" y="5071175"/>
            <a:ext cx="1936200" cy="423300"/>
          </a:xfrm>
          <a:prstGeom prst="rect">
            <a:avLst/>
          </a:prstGeom>
          <a:noFill/>
          <a:ln>
            <a:noFill/>
          </a:ln>
        </p:spPr>
        <p:txBody>
          <a:bodyPr anchorCtr="0" anchor="t" bIns="144000" lIns="0" spcFirstLastPara="1" rIns="144000" wrap="square" tIns="0">
            <a:noAutofit/>
          </a:bodyPr>
          <a:lstStyle/>
          <a:p>
            <a:pPr indent="0" lvl="0" marL="0" rtl="0" algn="ctr">
              <a:lnSpc>
                <a:spcPct val="90000"/>
              </a:lnSpc>
              <a:spcBef>
                <a:spcPts val="0"/>
              </a:spcBef>
              <a:spcAft>
                <a:spcPts val="0"/>
              </a:spcAft>
              <a:buSzPts val="2700"/>
              <a:buNone/>
            </a:pPr>
            <a:r>
              <a:rPr lang="fr-FR"/>
              <a:t>10 months</a:t>
            </a:r>
            <a:endParaRPr/>
          </a:p>
        </p:txBody>
      </p:sp>
      <p:sp>
        <p:nvSpPr>
          <p:cNvPr id="282" name="Google Shape;282;g308434b8c83_0_28"/>
          <p:cNvSpPr txBox="1"/>
          <p:nvPr>
            <p:ph idx="9" type="body"/>
          </p:nvPr>
        </p:nvSpPr>
        <p:spPr>
          <a:xfrm>
            <a:off x="11779861" y="7116951"/>
            <a:ext cx="1936200" cy="423300"/>
          </a:xfrm>
          <a:prstGeom prst="rect">
            <a:avLst/>
          </a:prstGeom>
          <a:noFill/>
          <a:ln>
            <a:noFill/>
          </a:ln>
        </p:spPr>
        <p:txBody>
          <a:bodyPr anchorCtr="0" anchor="t" bIns="144000" lIns="0" spcFirstLastPara="1" rIns="144000" wrap="square" tIns="0">
            <a:noAutofit/>
          </a:bodyPr>
          <a:lstStyle/>
          <a:p>
            <a:pPr indent="0" lvl="0" marL="0" rtl="0" algn="ctr">
              <a:lnSpc>
                <a:spcPct val="90000"/>
              </a:lnSpc>
              <a:spcBef>
                <a:spcPts val="0"/>
              </a:spcBef>
              <a:spcAft>
                <a:spcPts val="0"/>
              </a:spcAft>
              <a:buSzPts val="2700"/>
              <a:buNone/>
            </a:pPr>
            <a:r>
              <a:rPr lang="fr-FR"/>
              <a:t>Japan</a:t>
            </a:r>
            <a:endParaRPr/>
          </a:p>
        </p:txBody>
      </p:sp>
      <p:sp>
        <p:nvSpPr>
          <p:cNvPr id="283" name="Google Shape;283;g308434b8c83_0_28"/>
          <p:cNvSpPr txBox="1"/>
          <p:nvPr>
            <p:ph idx="13" type="body"/>
          </p:nvPr>
        </p:nvSpPr>
        <p:spPr>
          <a:xfrm>
            <a:off x="11779861" y="9178226"/>
            <a:ext cx="1936200" cy="423300"/>
          </a:xfrm>
          <a:prstGeom prst="rect">
            <a:avLst/>
          </a:prstGeom>
          <a:noFill/>
          <a:ln>
            <a:noFill/>
          </a:ln>
        </p:spPr>
        <p:txBody>
          <a:bodyPr anchorCtr="0" anchor="t" bIns="144000" lIns="0" spcFirstLastPara="1" rIns="144000" wrap="square" tIns="0">
            <a:noAutofit/>
          </a:bodyPr>
          <a:lstStyle/>
          <a:p>
            <a:pPr indent="0" lvl="0" marL="0" rtl="0" algn="ctr">
              <a:lnSpc>
                <a:spcPct val="90000"/>
              </a:lnSpc>
              <a:spcBef>
                <a:spcPts val="0"/>
              </a:spcBef>
              <a:spcAft>
                <a:spcPts val="0"/>
              </a:spcAft>
              <a:buSzPts val="2700"/>
              <a:buNone/>
            </a:pPr>
            <a:r>
              <a:rPr lang="fr-FR"/>
              <a:t>Fixed price</a:t>
            </a:r>
            <a:endParaRPr/>
          </a:p>
        </p:txBody>
      </p:sp>
      <p:sp>
        <p:nvSpPr>
          <p:cNvPr id="284" name="Google Shape;284;g308434b8c83_0_28"/>
          <p:cNvSpPr txBox="1"/>
          <p:nvPr/>
        </p:nvSpPr>
        <p:spPr>
          <a:xfrm>
            <a:off x="14243525" y="3715100"/>
            <a:ext cx="3765000" cy="5529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fr-FR" sz="1600">
                <a:latin typeface="Calibri"/>
                <a:ea typeface="Calibri"/>
                <a:cs typeface="Calibri"/>
                <a:sym typeface="Calibri"/>
              </a:rPr>
              <a:t>Business Impact</a:t>
            </a:r>
            <a:r>
              <a:rPr lang="fr-FR" sz="1600">
                <a:latin typeface="Calibri"/>
                <a:ea typeface="Calibri"/>
                <a:cs typeface="Calibri"/>
                <a:sym typeface="Calibri"/>
              </a:rPr>
              <a:t>:</a:t>
            </a:r>
            <a:endParaRPr sz="1600">
              <a:latin typeface="Calibri"/>
              <a:ea typeface="Calibri"/>
              <a:cs typeface="Calibri"/>
              <a:sym typeface="Calibri"/>
            </a:endParaRPr>
          </a:p>
          <a:p>
            <a:pPr indent="-330200" lvl="0" marL="457200" rtl="0" algn="just">
              <a:lnSpc>
                <a:spcPct val="115000"/>
              </a:lnSpc>
              <a:spcBef>
                <a:spcPts val="0"/>
              </a:spcBef>
              <a:spcAft>
                <a:spcPts val="0"/>
              </a:spcAft>
              <a:buClr>
                <a:srgbClr val="000000"/>
              </a:buClr>
              <a:buSzPts val="1600"/>
              <a:buFont typeface="Calibri"/>
              <a:buChar char="●"/>
            </a:pPr>
            <a:r>
              <a:rPr lang="fr-FR" sz="1600">
                <a:latin typeface="Calibri"/>
                <a:ea typeface="Calibri"/>
                <a:cs typeface="Calibri"/>
                <a:sym typeface="Calibri"/>
              </a:rPr>
              <a:t>Improved data processing capabilities with faster analysis.</a:t>
            </a:r>
            <a:endParaRPr sz="1600">
              <a:latin typeface="Calibri"/>
              <a:ea typeface="Calibri"/>
              <a:cs typeface="Calibri"/>
              <a:sym typeface="Calibri"/>
            </a:endParaRPr>
          </a:p>
          <a:p>
            <a:pPr indent="-330200" lvl="0" marL="457200" rtl="0" algn="just">
              <a:lnSpc>
                <a:spcPct val="115000"/>
              </a:lnSpc>
              <a:spcBef>
                <a:spcPts val="0"/>
              </a:spcBef>
              <a:spcAft>
                <a:spcPts val="0"/>
              </a:spcAft>
              <a:buClr>
                <a:srgbClr val="000000"/>
              </a:buClr>
              <a:buSzPts val="1600"/>
              <a:buFont typeface="Calibri"/>
              <a:buChar char="●"/>
            </a:pPr>
            <a:r>
              <a:rPr lang="fr-FR" sz="1600">
                <a:latin typeface="Calibri"/>
                <a:ea typeface="Calibri"/>
                <a:cs typeface="Calibri"/>
                <a:sym typeface="Calibri"/>
              </a:rPr>
              <a:t>Increased investor engagement through real-time updates.</a:t>
            </a:r>
            <a:endParaRPr sz="1600">
              <a:latin typeface="Calibri"/>
              <a:ea typeface="Calibri"/>
              <a:cs typeface="Calibri"/>
              <a:sym typeface="Calibri"/>
            </a:endParaRPr>
          </a:p>
          <a:p>
            <a:pPr indent="-330200" lvl="0" marL="457200" rtl="0" algn="just">
              <a:lnSpc>
                <a:spcPct val="115000"/>
              </a:lnSpc>
              <a:spcBef>
                <a:spcPts val="0"/>
              </a:spcBef>
              <a:spcAft>
                <a:spcPts val="0"/>
              </a:spcAft>
              <a:buClr>
                <a:srgbClr val="000000"/>
              </a:buClr>
              <a:buSzPts val="1600"/>
              <a:buFont typeface="Calibri"/>
              <a:buChar char="●"/>
            </a:pPr>
            <a:r>
              <a:rPr lang="fr-FR" sz="1600">
                <a:latin typeface="Calibri"/>
                <a:ea typeface="Calibri"/>
                <a:cs typeface="Calibri"/>
                <a:sym typeface="Calibri"/>
              </a:rPr>
              <a:t>Enhanced portfolio management for better decision-making.</a:t>
            </a:r>
            <a:endParaRPr sz="1600">
              <a:latin typeface="Calibri"/>
              <a:ea typeface="Calibri"/>
              <a:cs typeface="Calibri"/>
              <a:sym typeface="Calibri"/>
            </a:endParaRPr>
          </a:p>
          <a:p>
            <a:pPr indent="0" lvl="0" marL="0" rtl="0" algn="just">
              <a:lnSpc>
                <a:spcPct val="115000"/>
              </a:lnSpc>
              <a:spcBef>
                <a:spcPts val="0"/>
              </a:spcBef>
              <a:spcAft>
                <a:spcPts val="0"/>
              </a:spcAft>
              <a:buNone/>
            </a:pPr>
            <a:r>
              <a:rPr b="1" lang="fr-FR" sz="1600">
                <a:latin typeface="Calibri"/>
                <a:ea typeface="Calibri"/>
                <a:cs typeface="Calibri"/>
                <a:sym typeface="Calibri"/>
              </a:rPr>
              <a:t>Financial Value</a:t>
            </a:r>
            <a:r>
              <a:rPr lang="fr-FR" sz="1600">
                <a:latin typeface="Calibri"/>
                <a:ea typeface="Calibri"/>
                <a:cs typeface="Calibri"/>
                <a:sym typeface="Calibri"/>
              </a:rPr>
              <a:t>:</a:t>
            </a:r>
            <a:endParaRPr sz="1600">
              <a:latin typeface="Calibri"/>
              <a:ea typeface="Calibri"/>
              <a:cs typeface="Calibri"/>
              <a:sym typeface="Calibri"/>
            </a:endParaRPr>
          </a:p>
          <a:p>
            <a:pPr indent="-330200" lvl="0" marL="457200" rtl="0" algn="just">
              <a:lnSpc>
                <a:spcPct val="115000"/>
              </a:lnSpc>
              <a:spcBef>
                <a:spcPts val="0"/>
              </a:spcBef>
              <a:spcAft>
                <a:spcPts val="0"/>
              </a:spcAft>
              <a:buClr>
                <a:srgbClr val="000000"/>
              </a:buClr>
              <a:buSzPts val="1600"/>
              <a:buFont typeface="Calibri"/>
              <a:buChar char="●"/>
            </a:pPr>
            <a:r>
              <a:rPr lang="fr-FR" sz="1600">
                <a:latin typeface="Calibri"/>
                <a:ea typeface="Calibri"/>
                <a:cs typeface="Calibri"/>
                <a:sym typeface="Calibri"/>
              </a:rPr>
              <a:t>Accelerated time-to-market for new features, increasing customer retention.</a:t>
            </a:r>
            <a:endParaRPr sz="1600">
              <a:latin typeface="Calibri"/>
              <a:ea typeface="Calibri"/>
              <a:cs typeface="Calibri"/>
              <a:sym typeface="Calibri"/>
            </a:endParaRPr>
          </a:p>
          <a:p>
            <a:pPr indent="-330200" lvl="0" marL="457200" rtl="0" algn="just">
              <a:lnSpc>
                <a:spcPct val="115000"/>
              </a:lnSpc>
              <a:spcBef>
                <a:spcPts val="0"/>
              </a:spcBef>
              <a:spcAft>
                <a:spcPts val="0"/>
              </a:spcAft>
              <a:buClr>
                <a:srgbClr val="000000"/>
              </a:buClr>
              <a:buSzPts val="1600"/>
              <a:buFont typeface="Calibri"/>
              <a:buChar char="●"/>
            </a:pPr>
            <a:r>
              <a:rPr lang="fr-FR" sz="1600">
                <a:latin typeface="Calibri"/>
                <a:ea typeface="Calibri"/>
                <a:cs typeface="Calibri"/>
                <a:sym typeface="Calibri"/>
              </a:rPr>
              <a:t>Created a scalable platform, ready for growth and expansion.</a:t>
            </a:r>
            <a:endParaRPr sz="1600">
              <a:latin typeface="Calibri"/>
              <a:ea typeface="Calibri"/>
              <a:cs typeface="Calibri"/>
              <a:sym typeface="Calibri"/>
            </a:endParaRPr>
          </a:p>
          <a:p>
            <a:pPr indent="0" lvl="0" marL="0" rtl="0" algn="just">
              <a:lnSpc>
                <a:spcPct val="115000"/>
              </a:lnSpc>
              <a:spcBef>
                <a:spcPts val="0"/>
              </a:spcBef>
              <a:spcAft>
                <a:spcPts val="0"/>
              </a:spcAft>
              <a:buNone/>
            </a:pPr>
            <a:r>
              <a:rPr b="1" lang="fr-FR" sz="1600">
                <a:latin typeface="Calibri"/>
                <a:ea typeface="Calibri"/>
                <a:cs typeface="Calibri"/>
                <a:sym typeface="Calibri"/>
              </a:rPr>
              <a:t>Key Capabilities</a:t>
            </a:r>
            <a:r>
              <a:rPr lang="fr-FR" sz="1600">
                <a:latin typeface="Calibri"/>
                <a:ea typeface="Calibri"/>
                <a:cs typeface="Calibri"/>
                <a:sym typeface="Calibri"/>
              </a:rPr>
              <a:t>:</a:t>
            </a:r>
            <a:endParaRPr sz="1600">
              <a:latin typeface="Calibri"/>
              <a:ea typeface="Calibri"/>
              <a:cs typeface="Calibri"/>
              <a:sym typeface="Calibri"/>
            </a:endParaRPr>
          </a:p>
          <a:p>
            <a:pPr indent="-330200" lvl="0" marL="457200" rtl="0" algn="just">
              <a:lnSpc>
                <a:spcPct val="115000"/>
              </a:lnSpc>
              <a:spcBef>
                <a:spcPts val="0"/>
              </a:spcBef>
              <a:spcAft>
                <a:spcPts val="0"/>
              </a:spcAft>
              <a:buClr>
                <a:srgbClr val="000000"/>
              </a:buClr>
              <a:buSzPts val="1600"/>
              <a:buFont typeface="Calibri"/>
              <a:buChar char="●"/>
            </a:pPr>
            <a:r>
              <a:rPr lang="fr-FR" sz="1600">
                <a:latin typeface="Calibri"/>
                <a:ea typeface="Calibri"/>
                <a:cs typeface="Calibri"/>
                <a:sym typeface="Calibri"/>
              </a:rPr>
              <a:t>Real-time financial data analysis.</a:t>
            </a:r>
            <a:endParaRPr sz="1600">
              <a:latin typeface="Calibri"/>
              <a:ea typeface="Calibri"/>
              <a:cs typeface="Calibri"/>
              <a:sym typeface="Calibri"/>
            </a:endParaRPr>
          </a:p>
          <a:p>
            <a:pPr indent="-330200" lvl="0" marL="457200" rtl="0" algn="just">
              <a:lnSpc>
                <a:spcPct val="115000"/>
              </a:lnSpc>
              <a:spcBef>
                <a:spcPts val="0"/>
              </a:spcBef>
              <a:spcAft>
                <a:spcPts val="0"/>
              </a:spcAft>
              <a:buClr>
                <a:srgbClr val="000000"/>
              </a:buClr>
              <a:buSzPts val="1600"/>
              <a:buFont typeface="Calibri"/>
              <a:buChar char="●"/>
            </a:pPr>
            <a:r>
              <a:rPr lang="fr-FR" sz="1600">
                <a:latin typeface="Calibri"/>
                <a:ea typeface="Calibri"/>
                <a:cs typeface="Calibri"/>
                <a:sym typeface="Calibri"/>
              </a:rPr>
              <a:t>Portfolio performance tracking and visualization.</a:t>
            </a:r>
            <a:endParaRPr sz="1600">
              <a:latin typeface="Calibri"/>
              <a:ea typeface="Calibri"/>
              <a:cs typeface="Calibri"/>
              <a:sym typeface="Calibri"/>
            </a:endParaRPr>
          </a:p>
          <a:p>
            <a:pPr indent="-330200" lvl="0" marL="457200" rtl="0" algn="just">
              <a:lnSpc>
                <a:spcPct val="115000"/>
              </a:lnSpc>
              <a:spcBef>
                <a:spcPts val="0"/>
              </a:spcBef>
              <a:spcAft>
                <a:spcPts val="0"/>
              </a:spcAft>
              <a:buClr>
                <a:srgbClr val="000000"/>
              </a:buClr>
              <a:buSzPts val="1600"/>
              <a:buFont typeface="Calibri"/>
              <a:buChar char="●"/>
            </a:pPr>
            <a:r>
              <a:rPr lang="fr-FR" sz="1600">
                <a:latin typeface="Calibri"/>
                <a:ea typeface="Calibri"/>
                <a:cs typeface="Calibri"/>
                <a:sym typeface="Calibri"/>
              </a:rPr>
              <a:t>Enhanced reporting for subscribed users.</a:t>
            </a:r>
            <a:endParaRPr b="1" sz="1600">
              <a:latin typeface="Calibri"/>
              <a:ea typeface="Calibri"/>
              <a:cs typeface="Calibri"/>
              <a:sym typeface="Calibri"/>
            </a:endParaRPr>
          </a:p>
        </p:txBody>
      </p:sp>
      <p:sp>
        <p:nvSpPr>
          <p:cNvPr id="285" name="Google Shape;285;g308434b8c83_0_28"/>
          <p:cNvSpPr txBox="1"/>
          <p:nvPr/>
        </p:nvSpPr>
        <p:spPr>
          <a:xfrm>
            <a:off x="437350" y="1784900"/>
            <a:ext cx="4349400" cy="939600"/>
          </a:xfrm>
          <a:prstGeom prst="rect">
            <a:avLst/>
          </a:prstGeom>
          <a:noFill/>
          <a:ln>
            <a:noFill/>
          </a:ln>
        </p:spPr>
        <p:txBody>
          <a:bodyPr anchorCtr="0" anchor="t" bIns="0" lIns="0" spcFirstLastPara="1" rIns="0" wrap="square" tIns="0">
            <a:spAutoFit/>
          </a:bodyPr>
          <a:lstStyle/>
          <a:p>
            <a:pPr indent="0" lvl="0" marL="0" marR="0" rtl="0" algn="ctr">
              <a:lnSpc>
                <a:spcPct val="118000"/>
              </a:lnSpc>
              <a:spcBef>
                <a:spcPts val="0"/>
              </a:spcBef>
              <a:spcAft>
                <a:spcPts val="0"/>
              </a:spcAft>
              <a:buClr>
                <a:srgbClr val="000000"/>
              </a:buClr>
              <a:buSzPts val="2900"/>
              <a:buFont typeface="Arial"/>
              <a:buNone/>
            </a:pPr>
            <a:r>
              <a:rPr b="1" lang="fr-FR" sz="2800">
                <a:solidFill>
                  <a:schemeClr val="accent3"/>
                </a:solidFill>
                <a:latin typeface="Calibri"/>
                <a:ea typeface="Calibri"/>
                <a:cs typeface="Calibri"/>
                <a:sym typeface="Calibri"/>
              </a:rPr>
              <a:t>FINANCIAL REPORTING AND ANALYSIS SERVICE PROVIDER</a:t>
            </a:r>
            <a:endParaRPr b="1" i="0" sz="2800" u="none" cap="none" strike="noStrike">
              <a:solidFill>
                <a:schemeClr val="accent3"/>
              </a:solidFill>
              <a:latin typeface="Calibri"/>
              <a:ea typeface="Calibri"/>
              <a:cs typeface="Calibri"/>
              <a:sym typeface="Calibri"/>
            </a:endParaRPr>
          </a:p>
        </p:txBody>
      </p:sp>
      <p:pic>
        <p:nvPicPr>
          <p:cNvPr id="286" name="Google Shape;286;g308434b8c83_0_28"/>
          <p:cNvPicPr preferRelativeResize="0"/>
          <p:nvPr/>
        </p:nvPicPr>
        <p:blipFill rotWithShape="1">
          <a:blip r:embed="rId3">
            <a:alphaModFix/>
          </a:blip>
          <a:srcRect b="34282" l="0" r="0" t="31845"/>
          <a:stretch/>
        </p:blipFill>
        <p:spPr>
          <a:xfrm>
            <a:off x="14772463" y="2102988"/>
            <a:ext cx="2502624" cy="599700"/>
          </a:xfrm>
          <a:prstGeom prst="rect">
            <a:avLst/>
          </a:prstGeom>
          <a:noFill/>
          <a:ln>
            <a:noFill/>
          </a:ln>
        </p:spPr>
      </p:pic>
      <p:sp>
        <p:nvSpPr>
          <p:cNvPr id="287" name="Google Shape;287;g308434b8c83_0_28"/>
          <p:cNvSpPr txBox="1"/>
          <p:nvPr>
            <p:ph idx="12" type="sldNum"/>
          </p:nvPr>
        </p:nvSpPr>
        <p:spPr>
          <a:xfrm>
            <a:off x="17113568" y="9575902"/>
            <a:ext cx="1097400" cy="787500"/>
          </a:xfrm>
          <a:prstGeom prst="rect">
            <a:avLst/>
          </a:prstGeom>
          <a:noFill/>
          <a:ln>
            <a:noFill/>
          </a:ln>
        </p:spPr>
        <p:txBody>
          <a:bodyPr anchorCtr="0" anchor="ctr" bIns="167625" lIns="167625" spcFirstLastPara="1" rIns="167625" wrap="square" tIns="167625">
            <a:noAutofit/>
          </a:bodyPr>
          <a:lstStyle/>
          <a:p>
            <a:pPr indent="0" lvl="0" marL="0" rtl="0" algn="r">
              <a:lnSpc>
                <a:spcPct val="100000"/>
              </a:lnSpc>
              <a:spcBef>
                <a:spcPts val="0"/>
              </a:spcBef>
              <a:spcAft>
                <a:spcPts val="0"/>
              </a:spcAft>
              <a:buSzPts val="1800"/>
              <a:buNone/>
            </a:pPr>
            <a:fld id="{00000000-1234-1234-1234-123412341234}" type="slidenum">
              <a:rPr lang="fr-FR"/>
              <a:t>‹#›</a:t>
            </a:fld>
            <a:endParaRPr/>
          </a:p>
        </p:txBody>
      </p:sp>
      <p:sp>
        <p:nvSpPr>
          <p:cNvPr id="288" name="Google Shape;288;g308434b8c83_0_28"/>
          <p:cNvSpPr txBox="1"/>
          <p:nvPr/>
        </p:nvSpPr>
        <p:spPr>
          <a:xfrm>
            <a:off x="177100" y="3007700"/>
            <a:ext cx="4054500" cy="424200"/>
          </a:xfrm>
          <a:prstGeom prst="rect">
            <a:avLst/>
          </a:prstGeom>
          <a:noFill/>
          <a:ln>
            <a:noFill/>
          </a:ln>
        </p:spPr>
        <p:txBody>
          <a:bodyPr anchorCtr="0" anchor="t" bIns="45700" lIns="90000" spcFirstLastPara="1" rIns="91425" wrap="square" tIns="45700">
            <a:noAutofit/>
          </a:bodyPr>
          <a:lstStyle/>
          <a:p>
            <a:pPr indent="0" lvl="0" marL="0" marR="0" rtl="0" algn="l">
              <a:lnSpc>
                <a:spcPct val="90000"/>
              </a:lnSpc>
              <a:spcBef>
                <a:spcPts val="0"/>
              </a:spcBef>
              <a:spcAft>
                <a:spcPts val="0"/>
              </a:spcAft>
              <a:buClr>
                <a:schemeClr val="accent4"/>
              </a:buClr>
              <a:buSzPts val="2800"/>
              <a:buFont typeface="Calibri"/>
              <a:buNone/>
            </a:pPr>
            <a:r>
              <a:rPr b="1" i="0" lang="fr-FR" sz="2800" u="none" cap="none" strike="noStrike">
                <a:solidFill>
                  <a:schemeClr val="accent4"/>
                </a:solidFill>
                <a:latin typeface="Calibri"/>
                <a:ea typeface="Calibri"/>
                <a:cs typeface="Calibri"/>
                <a:sym typeface="Calibri"/>
              </a:rPr>
              <a:t>ABOUT</a:t>
            </a:r>
            <a:endParaRPr b="0" i="0" sz="1400" u="none" cap="none" strike="noStrike">
              <a:solidFill>
                <a:srgbClr val="000000"/>
              </a:solidFill>
              <a:latin typeface="Calibri"/>
              <a:ea typeface="Calibri"/>
              <a:cs typeface="Calibri"/>
              <a:sym typeface="Calibri"/>
            </a:endParaRPr>
          </a:p>
        </p:txBody>
      </p:sp>
      <p:sp>
        <p:nvSpPr>
          <p:cNvPr id="289" name="Google Shape;289;g308434b8c83_0_28"/>
          <p:cNvSpPr txBox="1"/>
          <p:nvPr/>
        </p:nvSpPr>
        <p:spPr>
          <a:xfrm>
            <a:off x="5162550" y="2250500"/>
            <a:ext cx="3006900" cy="474000"/>
          </a:xfrm>
          <a:prstGeom prst="rect">
            <a:avLst/>
          </a:prstGeom>
          <a:noFill/>
          <a:ln>
            <a:noFill/>
          </a:ln>
        </p:spPr>
        <p:txBody>
          <a:bodyPr anchorCtr="0" anchor="t" bIns="45700" lIns="90000" spcFirstLastPara="1" rIns="91425" wrap="square" tIns="45700">
            <a:noAutofit/>
          </a:bodyPr>
          <a:lstStyle/>
          <a:p>
            <a:pPr indent="0" lvl="0" marL="0" marR="0" rtl="0" algn="l">
              <a:lnSpc>
                <a:spcPct val="90000"/>
              </a:lnSpc>
              <a:spcBef>
                <a:spcPts val="0"/>
              </a:spcBef>
              <a:spcAft>
                <a:spcPts val="0"/>
              </a:spcAft>
              <a:buClr>
                <a:schemeClr val="accent4"/>
              </a:buClr>
              <a:buSzPts val="2800"/>
              <a:buFont typeface="Calibri"/>
              <a:buNone/>
            </a:pPr>
            <a:r>
              <a:rPr b="1" i="0" lang="fr-FR" sz="2800" u="none" cap="none" strike="noStrike">
                <a:solidFill>
                  <a:schemeClr val="accent4"/>
                </a:solidFill>
                <a:latin typeface="Calibri"/>
                <a:ea typeface="Calibri"/>
                <a:cs typeface="Calibri"/>
                <a:sym typeface="Calibri"/>
              </a:rPr>
              <a:t>VMO ACTIVITIES</a:t>
            </a:r>
            <a:endParaRPr b="0" i="0" sz="1400" u="none" cap="none" strike="noStrike">
              <a:solidFill>
                <a:srgbClr val="000000"/>
              </a:solidFill>
              <a:latin typeface="Calibri"/>
              <a:ea typeface="Calibri"/>
              <a:cs typeface="Calibri"/>
              <a:sym typeface="Calibri"/>
            </a:endParaRPr>
          </a:p>
        </p:txBody>
      </p:sp>
      <p:sp>
        <p:nvSpPr>
          <p:cNvPr id="290" name="Google Shape;290;g308434b8c83_0_28"/>
          <p:cNvSpPr txBox="1"/>
          <p:nvPr/>
        </p:nvSpPr>
        <p:spPr>
          <a:xfrm>
            <a:off x="13938725" y="2702700"/>
            <a:ext cx="4349400" cy="457200"/>
          </a:xfrm>
          <a:prstGeom prst="rect">
            <a:avLst/>
          </a:prstGeom>
          <a:noFill/>
          <a:ln>
            <a:noFill/>
          </a:ln>
        </p:spPr>
        <p:txBody>
          <a:bodyPr anchorCtr="0" anchor="t" bIns="45700" lIns="90000" spcFirstLastPara="1" rIns="91425" wrap="square" tIns="45700">
            <a:noAutofit/>
          </a:bodyPr>
          <a:lstStyle/>
          <a:p>
            <a:pPr indent="0" lvl="0" marL="0" marR="0" rtl="0" algn="ctr">
              <a:lnSpc>
                <a:spcPct val="90000"/>
              </a:lnSpc>
              <a:spcBef>
                <a:spcPts val="0"/>
              </a:spcBef>
              <a:spcAft>
                <a:spcPts val="0"/>
              </a:spcAft>
              <a:buClr>
                <a:schemeClr val="accent4"/>
              </a:buClr>
              <a:buSzPts val="2800"/>
              <a:buFont typeface="Calibri"/>
              <a:buNone/>
            </a:pPr>
            <a:r>
              <a:rPr b="1" i="0" lang="fr-FR" sz="2800" u="none" cap="none" strike="noStrike">
                <a:solidFill>
                  <a:schemeClr val="accent4"/>
                </a:solidFill>
                <a:latin typeface="Calibri"/>
                <a:ea typeface="Calibri"/>
                <a:cs typeface="Calibri"/>
                <a:sym typeface="Calibri"/>
              </a:rPr>
              <a:t>ADDED VALUE</a:t>
            </a:r>
            <a:endParaRPr b="0" i="0" sz="1400" u="none" cap="none" strike="noStrike">
              <a:solidFill>
                <a:srgbClr val="000000"/>
              </a:solidFill>
              <a:latin typeface="Calibri"/>
              <a:ea typeface="Calibri"/>
              <a:cs typeface="Calibri"/>
              <a:sym typeface="Calibri"/>
            </a:endParaRPr>
          </a:p>
        </p:txBody>
      </p:sp>
      <p:sp>
        <p:nvSpPr>
          <p:cNvPr id="291" name="Google Shape;291;g308434b8c83_0_28"/>
          <p:cNvSpPr txBox="1"/>
          <p:nvPr/>
        </p:nvSpPr>
        <p:spPr>
          <a:xfrm>
            <a:off x="5244225" y="7408775"/>
            <a:ext cx="3999300" cy="474000"/>
          </a:xfrm>
          <a:prstGeom prst="rect">
            <a:avLst/>
          </a:prstGeom>
          <a:noFill/>
          <a:ln>
            <a:noFill/>
          </a:ln>
        </p:spPr>
        <p:txBody>
          <a:bodyPr anchorCtr="0" anchor="t" bIns="45700" lIns="90000" spcFirstLastPara="1" rIns="91425" wrap="square" tIns="45700">
            <a:noAutofit/>
          </a:bodyPr>
          <a:lstStyle/>
          <a:p>
            <a:pPr indent="0" lvl="0" marL="0" marR="0" rtl="0" algn="l">
              <a:lnSpc>
                <a:spcPct val="90000"/>
              </a:lnSpc>
              <a:spcBef>
                <a:spcPts val="0"/>
              </a:spcBef>
              <a:spcAft>
                <a:spcPts val="0"/>
              </a:spcAft>
              <a:buClr>
                <a:schemeClr val="accent4"/>
              </a:buClr>
              <a:buSzPts val="2800"/>
              <a:buFont typeface="Calibri"/>
              <a:buNone/>
            </a:pPr>
            <a:r>
              <a:rPr b="1" i="0" lang="fr-FR" sz="2800" u="none" cap="none" strike="noStrike">
                <a:solidFill>
                  <a:schemeClr val="accent4"/>
                </a:solidFill>
                <a:latin typeface="Calibri"/>
                <a:ea typeface="Calibri"/>
                <a:cs typeface="Calibri"/>
                <a:sym typeface="Calibri"/>
              </a:rPr>
              <a:t>STANDARDS AND TOOLS</a:t>
            </a:r>
            <a:endParaRPr b="0" i="0" sz="1400" u="none" cap="none" strike="noStrike">
              <a:solidFill>
                <a:srgbClr val="000000"/>
              </a:solidFill>
              <a:latin typeface="Calibri"/>
              <a:ea typeface="Calibri"/>
              <a:cs typeface="Calibri"/>
              <a:sym typeface="Calibri"/>
            </a:endParaRPr>
          </a:p>
        </p:txBody>
      </p:sp>
      <p:sp>
        <p:nvSpPr>
          <p:cNvPr id="292" name="Google Shape;292;g308434b8c83_0_28"/>
          <p:cNvSpPr txBox="1"/>
          <p:nvPr/>
        </p:nvSpPr>
        <p:spPr>
          <a:xfrm>
            <a:off x="5244224" y="8070625"/>
            <a:ext cx="5227200" cy="457200"/>
          </a:xfrm>
          <a:prstGeom prst="rect">
            <a:avLst/>
          </a:prstGeom>
          <a:noFill/>
          <a:ln>
            <a:noFill/>
          </a:ln>
        </p:spPr>
        <p:txBody>
          <a:bodyPr anchorCtr="0" anchor="t" bIns="45700" lIns="90000" spcFirstLastPara="1" rIns="91425" wrap="square" tIns="45700">
            <a:noAutofit/>
          </a:bodyPr>
          <a:lstStyle/>
          <a:p>
            <a:pPr indent="0" lvl="0" marL="0" marR="0" rtl="0" algn="l">
              <a:lnSpc>
                <a:spcPct val="90000"/>
              </a:lnSpc>
              <a:spcBef>
                <a:spcPts val="0"/>
              </a:spcBef>
              <a:spcAft>
                <a:spcPts val="0"/>
              </a:spcAft>
              <a:buClr>
                <a:schemeClr val="hlink"/>
              </a:buClr>
              <a:buSzPts val="1100"/>
              <a:buFont typeface="Arial"/>
              <a:buNone/>
            </a:pPr>
            <a:r>
              <a:t/>
            </a:r>
            <a:endParaRPr b="1" i="0" sz="2800" u="none" cap="none" strike="noStrike">
              <a:solidFill>
                <a:schemeClr val="accent4"/>
              </a:solidFill>
              <a:latin typeface="Calibri"/>
              <a:ea typeface="Calibri"/>
              <a:cs typeface="Calibri"/>
              <a:sym typeface="Calibri"/>
            </a:endParaRPr>
          </a:p>
        </p:txBody>
      </p:sp>
      <p:sp>
        <p:nvSpPr>
          <p:cNvPr id="293" name="Google Shape;293;g308434b8c83_0_28"/>
          <p:cNvSpPr txBox="1"/>
          <p:nvPr>
            <p:ph idx="4" type="body"/>
          </p:nvPr>
        </p:nvSpPr>
        <p:spPr>
          <a:xfrm>
            <a:off x="5244224" y="8111375"/>
            <a:ext cx="5773500" cy="1907400"/>
          </a:xfrm>
          <a:prstGeom prst="rect">
            <a:avLst/>
          </a:prstGeom>
          <a:noFill/>
          <a:ln>
            <a:noFill/>
          </a:ln>
        </p:spPr>
        <p:txBody>
          <a:bodyPr anchorCtr="0" anchor="t" bIns="144000" lIns="0" spcFirstLastPara="1" rIns="144000" wrap="square" tIns="0">
            <a:noAutofit/>
          </a:bodyPr>
          <a:lstStyle/>
          <a:p>
            <a:pPr indent="-330200" lvl="0" marL="457200" rtl="0" algn="l">
              <a:lnSpc>
                <a:spcPct val="115000"/>
              </a:lnSpc>
              <a:spcBef>
                <a:spcPts val="1200"/>
              </a:spcBef>
              <a:spcAft>
                <a:spcPts val="0"/>
              </a:spcAft>
              <a:buClr>
                <a:srgbClr val="000000"/>
              </a:buClr>
              <a:buSzPts val="1600"/>
              <a:buFont typeface="Calibri"/>
              <a:buChar char="●"/>
            </a:pPr>
            <a:r>
              <a:rPr lang="fr-FR" sz="1600">
                <a:solidFill>
                  <a:srgbClr val="000000"/>
                </a:solidFill>
              </a:rPr>
              <a:t>Planning &amp; Scheduling: Jira + Excel</a:t>
            </a:r>
            <a:endParaRPr sz="1600">
              <a:solidFill>
                <a:srgbClr val="000000"/>
              </a:solidFill>
            </a:endParaRPr>
          </a:p>
          <a:p>
            <a:pPr indent="-330200" lvl="0" marL="457200" rtl="0" algn="l">
              <a:lnSpc>
                <a:spcPct val="115000"/>
              </a:lnSpc>
              <a:spcBef>
                <a:spcPts val="0"/>
              </a:spcBef>
              <a:spcAft>
                <a:spcPts val="0"/>
              </a:spcAft>
              <a:buClr>
                <a:srgbClr val="000000"/>
              </a:buClr>
              <a:buSzPts val="1600"/>
              <a:buFont typeface="Calibri"/>
              <a:buChar char="●"/>
            </a:pPr>
            <a:r>
              <a:rPr lang="fr-FR" sz="1600">
                <a:solidFill>
                  <a:srgbClr val="000000"/>
                </a:solidFill>
              </a:rPr>
              <a:t>Resource Management: Excel</a:t>
            </a:r>
            <a:endParaRPr sz="1600">
              <a:solidFill>
                <a:srgbClr val="000000"/>
              </a:solidFill>
            </a:endParaRPr>
          </a:p>
          <a:p>
            <a:pPr indent="-330200" lvl="0" marL="457200" rtl="0" algn="l">
              <a:lnSpc>
                <a:spcPct val="115000"/>
              </a:lnSpc>
              <a:spcBef>
                <a:spcPts val="0"/>
              </a:spcBef>
              <a:spcAft>
                <a:spcPts val="0"/>
              </a:spcAft>
              <a:buClr>
                <a:srgbClr val="000000"/>
              </a:buClr>
              <a:buSzPts val="1600"/>
              <a:buFont typeface="Calibri"/>
              <a:buChar char="●"/>
            </a:pPr>
            <a:r>
              <a:rPr lang="fr-FR" sz="1600">
                <a:solidFill>
                  <a:srgbClr val="000000"/>
                </a:solidFill>
              </a:rPr>
              <a:t>Documentation Repository: Google Drive</a:t>
            </a:r>
            <a:endParaRPr sz="1600">
              <a:solidFill>
                <a:srgbClr val="000000"/>
              </a:solidFill>
            </a:endParaRPr>
          </a:p>
          <a:p>
            <a:pPr indent="-330200" lvl="0" marL="457200" rtl="0" algn="l">
              <a:lnSpc>
                <a:spcPct val="115000"/>
              </a:lnSpc>
              <a:spcBef>
                <a:spcPts val="0"/>
              </a:spcBef>
              <a:spcAft>
                <a:spcPts val="0"/>
              </a:spcAft>
              <a:buClr>
                <a:srgbClr val="000000"/>
              </a:buClr>
              <a:buSzPts val="1600"/>
              <a:buFont typeface="Calibri"/>
              <a:buChar char="●"/>
            </a:pPr>
            <a:r>
              <a:rPr lang="fr-FR" sz="1600">
                <a:solidFill>
                  <a:srgbClr val="000000"/>
                </a:solidFill>
              </a:rPr>
              <a:t>Timesheet Management: Jira</a:t>
            </a:r>
            <a:endParaRPr sz="1600">
              <a:solidFill>
                <a:srgbClr val="000000"/>
              </a:solidFill>
            </a:endParaRPr>
          </a:p>
          <a:p>
            <a:pPr indent="-330200" lvl="0" marL="457200" rtl="0" algn="l">
              <a:lnSpc>
                <a:spcPct val="115000"/>
              </a:lnSpc>
              <a:spcBef>
                <a:spcPts val="0"/>
              </a:spcBef>
              <a:spcAft>
                <a:spcPts val="0"/>
              </a:spcAft>
              <a:buClr>
                <a:srgbClr val="000000"/>
              </a:buClr>
              <a:buSzPts val="1600"/>
              <a:buFont typeface="Calibri"/>
              <a:buChar char="●"/>
            </a:pPr>
            <a:r>
              <a:rPr lang="fr-FR" sz="1600">
                <a:solidFill>
                  <a:srgbClr val="000000"/>
                </a:solidFill>
              </a:rPr>
              <a:t>Task Management: Jira</a:t>
            </a:r>
            <a:endParaRPr sz="1600">
              <a:solidFill>
                <a:srgbClr val="000000"/>
              </a:solidFill>
            </a:endParaRPr>
          </a:p>
          <a:p>
            <a:pPr indent="-330200" lvl="0" marL="457200" rtl="0" algn="l">
              <a:lnSpc>
                <a:spcPct val="115000"/>
              </a:lnSpc>
              <a:spcBef>
                <a:spcPts val="0"/>
              </a:spcBef>
              <a:spcAft>
                <a:spcPts val="0"/>
              </a:spcAft>
              <a:buClr>
                <a:srgbClr val="000000"/>
              </a:buClr>
              <a:buSzPts val="1600"/>
              <a:buFont typeface="Calibri"/>
              <a:buChar char="●"/>
            </a:pPr>
            <a:r>
              <a:rPr lang="fr-FR" sz="1600">
                <a:solidFill>
                  <a:srgbClr val="000000"/>
                </a:solidFill>
              </a:rPr>
              <a:t>Source Code Management: Git</a:t>
            </a:r>
            <a:endParaRPr sz="1600">
              <a:solidFill>
                <a:srgbClr val="000000"/>
              </a:solidFill>
            </a:endParaRPr>
          </a:p>
        </p:txBody>
      </p:sp>
      <p:cxnSp>
        <p:nvCxnSpPr>
          <p:cNvPr id="294" name="Google Shape;294;g308434b8c83_0_28"/>
          <p:cNvCxnSpPr/>
          <p:nvPr/>
        </p:nvCxnSpPr>
        <p:spPr>
          <a:xfrm>
            <a:off x="5047890" y="1813042"/>
            <a:ext cx="0" cy="8066400"/>
          </a:xfrm>
          <a:prstGeom prst="straightConnector1">
            <a:avLst/>
          </a:prstGeom>
          <a:noFill/>
          <a:ln cap="flat" cmpd="sng" w="19050">
            <a:solidFill>
              <a:srgbClr val="E5E5E8"/>
            </a:solidFill>
            <a:prstDash val="solid"/>
            <a:miter lim="800000"/>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g3286bf49f1e_1_117"/>
          <p:cNvSpPr txBox="1"/>
          <p:nvPr/>
        </p:nvSpPr>
        <p:spPr>
          <a:xfrm>
            <a:off x="10349725" y="1800925"/>
            <a:ext cx="7486800" cy="4752600"/>
          </a:xfrm>
          <a:prstGeom prst="rect">
            <a:avLst/>
          </a:prstGeom>
          <a:solidFill>
            <a:srgbClr val="FFFEFF"/>
          </a:solid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hlink"/>
              </a:buClr>
              <a:buSzPts val="1600"/>
              <a:buFont typeface="Arial"/>
              <a:buNone/>
            </a:pPr>
            <a:r>
              <a:rPr b="1" lang="fr-FR" sz="2800">
                <a:solidFill>
                  <a:schemeClr val="accent4"/>
                </a:solidFill>
                <a:latin typeface="Calibri"/>
                <a:ea typeface="Calibri"/>
                <a:cs typeface="Calibri"/>
                <a:sym typeface="Calibri"/>
              </a:rPr>
              <a:t>KEY FEATURES</a:t>
            </a:r>
            <a:r>
              <a:rPr b="1" lang="fr-FR" sz="2800">
                <a:solidFill>
                  <a:schemeClr val="dk1"/>
                </a:solidFill>
                <a:latin typeface="Calibri"/>
                <a:ea typeface="Calibri"/>
                <a:cs typeface="Calibri"/>
                <a:sym typeface="Calibri"/>
              </a:rPr>
              <a:t> </a:t>
            </a:r>
            <a:endParaRPr b="1" sz="2800">
              <a:solidFill>
                <a:schemeClr val="dk1"/>
              </a:solidFill>
              <a:latin typeface="Calibri"/>
              <a:ea typeface="Calibri"/>
              <a:cs typeface="Calibri"/>
              <a:sym typeface="Calibri"/>
            </a:endParaRPr>
          </a:p>
          <a:p>
            <a:pPr indent="0" lvl="0" marL="0" rtl="0" algn="l">
              <a:lnSpc>
                <a:spcPct val="150000"/>
              </a:lnSpc>
              <a:spcBef>
                <a:spcPts val="0"/>
              </a:spcBef>
              <a:spcAft>
                <a:spcPts val="0"/>
              </a:spcAft>
              <a:buClr>
                <a:schemeClr val="hlink"/>
              </a:buClr>
              <a:buSzPts val="1100"/>
              <a:buFont typeface="Arial"/>
              <a:buNone/>
            </a:pPr>
            <a:r>
              <a:rPr b="1" lang="fr-FR" sz="1600">
                <a:latin typeface="Calibri"/>
                <a:ea typeface="Calibri"/>
                <a:cs typeface="Calibri"/>
                <a:sym typeface="Calibri"/>
              </a:rPr>
              <a:t>User Portal</a:t>
            </a:r>
            <a:r>
              <a:rPr lang="fr-FR" sz="1600">
                <a:latin typeface="Calibri"/>
                <a:ea typeface="Calibri"/>
                <a:cs typeface="Calibri"/>
                <a:sym typeface="Calibri"/>
              </a:rPr>
              <a:t>:</a:t>
            </a:r>
            <a:endParaRPr sz="1600">
              <a:latin typeface="Calibri"/>
              <a:ea typeface="Calibri"/>
              <a:cs typeface="Calibri"/>
              <a:sym typeface="Calibri"/>
            </a:endParaRPr>
          </a:p>
          <a:p>
            <a:pPr indent="-330200" lvl="0" marL="457200" rtl="0" algn="l">
              <a:lnSpc>
                <a:spcPct val="150000"/>
              </a:lnSpc>
              <a:spcBef>
                <a:spcPts val="0"/>
              </a:spcBef>
              <a:spcAft>
                <a:spcPts val="0"/>
              </a:spcAft>
              <a:buClr>
                <a:srgbClr val="000000"/>
              </a:buClr>
              <a:buSzPts val="1600"/>
              <a:buFont typeface="Calibri"/>
              <a:buChar char="●"/>
            </a:pPr>
            <a:r>
              <a:rPr lang="fr-FR" sz="1600">
                <a:latin typeface="Calibri"/>
                <a:ea typeface="Calibri"/>
                <a:cs typeface="Calibri"/>
                <a:sym typeface="Calibri"/>
              </a:rPr>
              <a:t>Authentication</a:t>
            </a:r>
            <a:endParaRPr sz="1600">
              <a:latin typeface="Calibri"/>
              <a:ea typeface="Calibri"/>
              <a:cs typeface="Calibri"/>
              <a:sym typeface="Calibri"/>
            </a:endParaRPr>
          </a:p>
          <a:p>
            <a:pPr indent="-330200" lvl="0" marL="457200" rtl="0" algn="l">
              <a:lnSpc>
                <a:spcPct val="150000"/>
              </a:lnSpc>
              <a:spcBef>
                <a:spcPts val="0"/>
              </a:spcBef>
              <a:spcAft>
                <a:spcPts val="0"/>
              </a:spcAft>
              <a:buClr>
                <a:srgbClr val="000000"/>
              </a:buClr>
              <a:buSzPts val="1600"/>
              <a:buFont typeface="Calibri"/>
              <a:buChar char="●"/>
            </a:pPr>
            <a:r>
              <a:rPr lang="fr-FR" sz="1600">
                <a:latin typeface="Calibri"/>
                <a:ea typeface="Calibri"/>
                <a:cs typeface="Calibri"/>
                <a:sym typeface="Calibri"/>
              </a:rPr>
              <a:t>Financial analysis reports</a:t>
            </a:r>
            <a:endParaRPr sz="1600">
              <a:latin typeface="Calibri"/>
              <a:ea typeface="Calibri"/>
              <a:cs typeface="Calibri"/>
              <a:sym typeface="Calibri"/>
            </a:endParaRPr>
          </a:p>
          <a:p>
            <a:pPr indent="-330200" lvl="0" marL="457200" rtl="0" algn="l">
              <a:lnSpc>
                <a:spcPct val="150000"/>
              </a:lnSpc>
              <a:spcBef>
                <a:spcPts val="0"/>
              </a:spcBef>
              <a:spcAft>
                <a:spcPts val="0"/>
              </a:spcAft>
              <a:buClr>
                <a:srgbClr val="000000"/>
              </a:buClr>
              <a:buSzPts val="1600"/>
              <a:buFont typeface="Calibri"/>
              <a:buChar char="●"/>
            </a:pPr>
            <a:r>
              <a:rPr lang="fr-FR" sz="1600">
                <a:latin typeface="Calibri"/>
                <a:ea typeface="Calibri"/>
                <a:cs typeface="Calibri"/>
                <a:sym typeface="Calibri"/>
              </a:rPr>
              <a:t>ESG data analysis</a:t>
            </a:r>
            <a:endParaRPr sz="1600">
              <a:latin typeface="Calibri"/>
              <a:ea typeface="Calibri"/>
              <a:cs typeface="Calibri"/>
              <a:sym typeface="Calibri"/>
            </a:endParaRPr>
          </a:p>
          <a:p>
            <a:pPr indent="-330200" lvl="0" marL="457200" rtl="0" algn="l">
              <a:lnSpc>
                <a:spcPct val="150000"/>
              </a:lnSpc>
              <a:spcBef>
                <a:spcPts val="0"/>
              </a:spcBef>
              <a:spcAft>
                <a:spcPts val="0"/>
              </a:spcAft>
              <a:buClr>
                <a:srgbClr val="000000"/>
              </a:buClr>
              <a:buSzPts val="1600"/>
              <a:buFont typeface="Calibri"/>
              <a:buChar char="●"/>
            </a:pPr>
            <a:r>
              <a:rPr lang="fr-FR" sz="1600">
                <a:latin typeface="Calibri"/>
                <a:ea typeface="Calibri"/>
                <a:cs typeface="Calibri"/>
                <a:sym typeface="Calibri"/>
              </a:rPr>
              <a:t>Portfolio management</a:t>
            </a:r>
            <a:endParaRPr sz="1600">
              <a:latin typeface="Calibri"/>
              <a:ea typeface="Calibri"/>
              <a:cs typeface="Calibri"/>
              <a:sym typeface="Calibri"/>
            </a:endParaRPr>
          </a:p>
          <a:p>
            <a:pPr indent="-330200" lvl="0" marL="457200" rtl="0" algn="l">
              <a:lnSpc>
                <a:spcPct val="150000"/>
              </a:lnSpc>
              <a:spcBef>
                <a:spcPts val="0"/>
              </a:spcBef>
              <a:spcAft>
                <a:spcPts val="0"/>
              </a:spcAft>
              <a:buClr>
                <a:srgbClr val="000000"/>
              </a:buClr>
              <a:buSzPts val="1600"/>
              <a:buFont typeface="Calibri"/>
              <a:buChar char="●"/>
            </a:pPr>
            <a:r>
              <a:rPr lang="fr-FR" sz="1600">
                <a:latin typeface="Calibri"/>
                <a:ea typeface="Calibri"/>
                <a:cs typeface="Calibri"/>
                <a:sym typeface="Calibri"/>
              </a:rPr>
              <a:t>Search, screen, and filter funds and companies</a:t>
            </a:r>
            <a:endParaRPr sz="1600">
              <a:latin typeface="Calibri"/>
              <a:ea typeface="Calibri"/>
              <a:cs typeface="Calibri"/>
              <a:sym typeface="Calibri"/>
            </a:endParaRPr>
          </a:p>
          <a:p>
            <a:pPr indent="0" lvl="0" marL="0" rtl="0" algn="l">
              <a:lnSpc>
                <a:spcPct val="150000"/>
              </a:lnSpc>
              <a:spcBef>
                <a:spcPts val="0"/>
              </a:spcBef>
              <a:spcAft>
                <a:spcPts val="0"/>
              </a:spcAft>
              <a:buClr>
                <a:schemeClr val="hlink"/>
              </a:buClr>
              <a:buSzPts val="1100"/>
              <a:buFont typeface="Arial"/>
              <a:buNone/>
            </a:pPr>
            <a:r>
              <a:rPr b="1" lang="fr-FR" sz="1600">
                <a:latin typeface="Calibri"/>
                <a:ea typeface="Calibri"/>
                <a:cs typeface="Calibri"/>
                <a:sym typeface="Calibri"/>
              </a:rPr>
              <a:t>Admin Platform</a:t>
            </a:r>
            <a:r>
              <a:rPr lang="fr-FR" sz="1600">
                <a:latin typeface="Calibri"/>
                <a:ea typeface="Calibri"/>
                <a:cs typeface="Calibri"/>
                <a:sym typeface="Calibri"/>
              </a:rPr>
              <a:t>:</a:t>
            </a:r>
            <a:endParaRPr sz="1600">
              <a:latin typeface="Calibri"/>
              <a:ea typeface="Calibri"/>
              <a:cs typeface="Calibri"/>
              <a:sym typeface="Calibri"/>
            </a:endParaRPr>
          </a:p>
          <a:p>
            <a:pPr indent="-330200" lvl="0" marL="457200" rtl="0" algn="l">
              <a:lnSpc>
                <a:spcPct val="150000"/>
              </a:lnSpc>
              <a:spcBef>
                <a:spcPts val="0"/>
              </a:spcBef>
              <a:spcAft>
                <a:spcPts val="0"/>
              </a:spcAft>
              <a:buClr>
                <a:srgbClr val="000000"/>
              </a:buClr>
              <a:buSzPts val="1600"/>
              <a:buFont typeface="Calibri"/>
              <a:buChar char="●"/>
            </a:pPr>
            <a:r>
              <a:rPr lang="fr-FR" sz="1600">
                <a:latin typeface="Calibri"/>
                <a:ea typeface="Calibri"/>
                <a:cs typeface="Calibri"/>
                <a:sym typeface="Calibri"/>
              </a:rPr>
              <a:t>User and role management</a:t>
            </a:r>
            <a:endParaRPr sz="1600">
              <a:latin typeface="Calibri"/>
              <a:ea typeface="Calibri"/>
              <a:cs typeface="Calibri"/>
              <a:sym typeface="Calibri"/>
            </a:endParaRPr>
          </a:p>
          <a:p>
            <a:pPr indent="-330200" lvl="0" marL="457200" rtl="0" algn="l">
              <a:lnSpc>
                <a:spcPct val="150000"/>
              </a:lnSpc>
              <a:spcBef>
                <a:spcPts val="0"/>
              </a:spcBef>
              <a:spcAft>
                <a:spcPts val="0"/>
              </a:spcAft>
              <a:buClr>
                <a:srgbClr val="000000"/>
              </a:buClr>
              <a:buSzPts val="1600"/>
              <a:buFont typeface="Calibri"/>
              <a:buChar char="●"/>
            </a:pPr>
            <a:r>
              <a:rPr lang="fr-FR" sz="1600">
                <a:latin typeface="Calibri"/>
                <a:ea typeface="Calibri"/>
                <a:cs typeface="Calibri"/>
                <a:sym typeface="Calibri"/>
              </a:rPr>
              <a:t>Company management</a:t>
            </a:r>
            <a:endParaRPr sz="1600">
              <a:latin typeface="Calibri"/>
              <a:ea typeface="Calibri"/>
              <a:cs typeface="Calibri"/>
              <a:sym typeface="Calibri"/>
            </a:endParaRPr>
          </a:p>
          <a:p>
            <a:pPr indent="-330200" lvl="0" marL="457200" rtl="0" algn="l">
              <a:lnSpc>
                <a:spcPct val="150000"/>
              </a:lnSpc>
              <a:spcBef>
                <a:spcPts val="0"/>
              </a:spcBef>
              <a:spcAft>
                <a:spcPts val="0"/>
              </a:spcAft>
              <a:buClr>
                <a:srgbClr val="000000"/>
              </a:buClr>
              <a:buSzPts val="1600"/>
              <a:buFont typeface="Calibri"/>
              <a:buChar char="●"/>
            </a:pPr>
            <a:r>
              <a:rPr lang="fr-FR" sz="1600">
                <a:latin typeface="Calibri"/>
                <a:ea typeface="Calibri"/>
                <a:cs typeface="Calibri"/>
                <a:sym typeface="Calibri"/>
              </a:rPr>
              <a:t>Dashboard management</a:t>
            </a:r>
            <a:endParaRPr b="1" sz="2600">
              <a:latin typeface="Calibri"/>
              <a:ea typeface="Calibri"/>
              <a:cs typeface="Calibri"/>
              <a:sym typeface="Calibri"/>
            </a:endParaRPr>
          </a:p>
        </p:txBody>
      </p:sp>
      <p:sp>
        <p:nvSpPr>
          <p:cNvPr id="301" name="Google Shape;301;g3286bf49f1e_1_117"/>
          <p:cNvSpPr txBox="1"/>
          <p:nvPr>
            <p:ph idx="1" type="body"/>
          </p:nvPr>
        </p:nvSpPr>
        <p:spPr>
          <a:xfrm>
            <a:off x="609600" y="202475"/>
            <a:ext cx="15357900" cy="521400"/>
          </a:xfrm>
          <a:prstGeom prst="rect">
            <a:avLst/>
          </a:prstGeom>
          <a:noFill/>
          <a:ln>
            <a:noFill/>
          </a:ln>
        </p:spPr>
        <p:txBody>
          <a:bodyPr anchorCtr="0" anchor="ctr" bIns="0" lIns="0" spcFirstLastPara="1" rIns="0" wrap="square" tIns="0">
            <a:noAutofit/>
          </a:bodyPr>
          <a:lstStyle/>
          <a:p>
            <a:pPr indent="0" lvl="0" marL="0" rtl="0" algn="l">
              <a:lnSpc>
                <a:spcPct val="108000"/>
              </a:lnSpc>
              <a:spcBef>
                <a:spcPts val="0"/>
              </a:spcBef>
              <a:spcAft>
                <a:spcPts val="0"/>
              </a:spcAft>
              <a:buSzPts val="3600"/>
              <a:buNone/>
            </a:pPr>
            <a:r>
              <a:rPr lang="fr-FR" sz="2900">
                <a:solidFill>
                  <a:schemeClr val="dk1"/>
                </a:solidFill>
              </a:rPr>
              <a:t>BON22162</a:t>
            </a:r>
            <a:r>
              <a:rPr lang="fr-FR" sz="2900">
                <a:solidFill>
                  <a:schemeClr val="dk1"/>
                </a:solidFill>
              </a:rPr>
              <a:t> - </a:t>
            </a:r>
            <a:r>
              <a:rPr lang="fr-FR" sz="2900">
                <a:solidFill>
                  <a:schemeClr val="dk1"/>
                </a:solidFill>
              </a:rPr>
              <a:t>DEMO/KEY FEATURES/RESOURCE RAMP-UP &amp; DOWN</a:t>
            </a:r>
            <a:endParaRPr sz="2900">
              <a:solidFill>
                <a:schemeClr val="dk1"/>
              </a:solidFill>
            </a:endParaRPr>
          </a:p>
        </p:txBody>
      </p:sp>
      <p:sp>
        <p:nvSpPr>
          <p:cNvPr id="302" name="Google Shape;302;g3286bf49f1e_1_117"/>
          <p:cNvSpPr txBox="1"/>
          <p:nvPr>
            <p:ph idx="3" type="body"/>
          </p:nvPr>
        </p:nvSpPr>
        <p:spPr>
          <a:xfrm>
            <a:off x="609595" y="919931"/>
            <a:ext cx="14404800" cy="512700"/>
          </a:xfrm>
          <a:prstGeom prst="rect">
            <a:avLst/>
          </a:prstGeom>
          <a:noFill/>
          <a:ln>
            <a:noFill/>
          </a:ln>
        </p:spPr>
        <p:txBody>
          <a:bodyPr anchorCtr="0" anchor="ctr" bIns="0" lIns="0" spcFirstLastPara="1" rIns="0" wrap="square" tIns="0">
            <a:noAutofit/>
          </a:bodyPr>
          <a:lstStyle/>
          <a:p>
            <a:pPr indent="0" lvl="0" marL="0" rtl="0" algn="l">
              <a:lnSpc>
                <a:spcPct val="108000"/>
              </a:lnSpc>
              <a:spcBef>
                <a:spcPts val="0"/>
              </a:spcBef>
              <a:spcAft>
                <a:spcPts val="0"/>
              </a:spcAft>
              <a:buSzPts val="2400"/>
              <a:buNone/>
            </a:pPr>
            <a:r>
              <a:rPr lang="fr-FR"/>
              <a:t>FINANCIAL REPORTING AND ANALYSIS PLATFORM</a:t>
            </a:r>
            <a:endParaRPr/>
          </a:p>
        </p:txBody>
      </p:sp>
      <p:graphicFrame>
        <p:nvGraphicFramePr>
          <p:cNvPr id="303" name="Google Shape;303;g3286bf49f1e_1_117"/>
          <p:cNvGraphicFramePr/>
          <p:nvPr/>
        </p:nvGraphicFramePr>
        <p:xfrm>
          <a:off x="304800" y="304800"/>
          <a:ext cx="3000000" cy="3000000"/>
        </p:xfrm>
        <a:graphic>
          <a:graphicData uri="http://schemas.openxmlformats.org/drawingml/2006/table">
            <a:tbl>
              <a:tblPr>
                <a:noFill/>
                <a:tableStyleId>{050671DB-1DC9-4DF0-91C4-7DA4BAF8C809}</a:tableStyleId>
              </a:tblPr>
              <a:tblGrid>
                <a:gridCol w="19050"/>
              </a:tblGrid>
              <a:tr h="190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graphicFrame>
        <p:nvGraphicFramePr>
          <p:cNvPr id="304" name="Google Shape;304;g3286bf49f1e_1_117"/>
          <p:cNvGraphicFramePr/>
          <p:nvPr/>
        </p:nvGraphicFramePr>
        <p:xfrm>
          <a:off x="457200" y="457200"/>
          <a:ext cx="3000000" cy="3000000"/>
        </p:xfrm>
        <a:graphic>
          <a:graphicData uri="http://schemas.openxmlformats.org/drawingml/2006/table">
            <a:tbl>
              <a:tblPr>
                <a:noFill/>
                <a:tableStyleId>{050671DB-1DC9-4DF0-91C4-7DA4BAF8C809}</a:tableStyleId>
              </a:tblPr>
              <a:tblGrid>
                <a:gridCol w="19050"/>
              </a:tblGrid>
              <a:tr h="190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graphicFrame>
        <p:nvGraphicFramePr>
          <p:cNvPr id="305" name="Google Shape;305;g3286bf49f1e_1_117"/>
          <p:cNvGraphicFramePr/>
          <p:nvPr/>
        </p:nvGraphicFramePr>
        <p:xfrm>
          <a:off x="609600" y="609600"/>
          <a:ext cx="3000000" cy="3000000"/>
        </p:xfrm>
        <a:graphic>
          <a:graphicData uri="http://schemas.openxmlformats.org/drawingml/2006/table">
            <a:tbl>
              <a:tblPr>
                <a:noFill/>
                <a:tableStyleId>{050671DB-1DC9-4DF0-91C4-7DA4BAF8C809}</a:tableStyleId>
              </a:tblPr>
              <a:tblGrid>
                <a:gridCol w="19050"/>
              </a:tblGrid>
              <a:tr h="190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sp>
        <p:nvSpPr>
          <p:cNvPr id="306" name="Google Shape;306;g3286bf49f1e_1_117"/>
          <p:cNvSpPr txBox="1"/>
          <p:nvPr>
            <p:ph idx="12" type="sldNum"/>
          </p:nvPr>
        </p:nvSpPr>
        <p:spPr>
          <a:xfrm>
            <a:off x="17113568" y="9575902"/>
            <a:ext cx="1097400" cy="787500"/>
          </a:xfrm>
          <a:prstGeom prst="rect">
            <a:avLst/>
          </a:prstGeom>
          <a:noFill/>
          <a:ln>
            <a:noFill/>
          </a:ln>
        </p:spPr>
        <p:txBody>
          <a:bodyPr anchorCtr="0" anchor="ctr" bIns="167625" lIns="167625" spcFirstLastPara="1" rIns="167625" wrap="square" tIns="167625">
            <a:noAutofit/>
          </a:bodyPr>
          <a:lstStyle/>
          <a:p>
            <a:pPr indent="0" lvl="0" marL="0" rtl="0" algn="r">
              <a:lnSpc>
                <a:spcPct val="100000"/>
              </a:lnSpc>
              <a:spcBef>
                <a:spcPts val="0"/>
              </a:spcBef>
              <a:spcAft>
                <a:spcPts val="0"/>
              </a:spcAft>
              <a:buSzPts val="1800"/>
              <a:buNone/>
            </a:pPr>
            <a:fld id="{00000000-1234-1234-1234-123412341234}" type="slidenum">
              <a:rPr lang="fr-FR"/>
              <a:t>‹#›</a:t>
            </a:fld>
            <a:endParaRPr/>
          </a:p>
        </p:txBody>
      </p:sp>
      <p:sp>
        <p:nvSpPr>
          <p:cNvPr id="307" name="Google Shape;307;g3286bf49f1e_1_117"/>
          <p:cNvSpPr txBox="1"/>
          <p:nvPr/>
        </p:nvSpPr>
        <p:spPr>
          <a:xfrm>
            <a:off x="10349725" y="6791825"/>
            <a:ext cx="7486800" cy="3228900"/>
          </a:xfrm>
          <a:prstGeom prst="rect">
            <a:avLst/>
          </a:prstGeom>
          <a:solidFill>
            <a:srgbClr val="FFFEFF"/>
          </a:solid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hlink"/>
              </a:buClr>
              <a:buSzPts val="1100"/>
              <a:buFont typeface="Arial"/>
              <a:buNone/>
            </a:pPr>
            <a:r>
              <a:rPr b="1" lang="fr-FR" sz="2800">
                <a:solidFill>
                  <a:schemeClr val="accent4"/>
                </a:solidFill>
                <a:latin typeface="Calibri"/>
                <a:ea typeface="Calibri"/>
                <a:cs typeface="Calibri"/>
                <a:sym typeface="Calibri"/>
              </a:rPr>
              <a:t>RESOURCE RAMP-UP &amp; DOWN</a:t>
            </a:r>
            <a:r>
              <a:rPr b="1" lang="fr-FR" sz="2800">
                <a:solidFill>
                  <a:schemeClr val="dk1"/>
                </a:solidFill>
                <a:latin typeface="Calibri"/>
                <a:ea typeface="Calibri"/>
                <a:cs typeface="Calibri"/>
                <a:sym typeface="Calibri"/>
              </a:rPr>
              <a:t> </a:t>
            </a:r>
            <a:endParaRPr b="1" sz="2800">
              <a:solidFill>
                <a:schemeClr val="dk1"/>
              </a:solidFill>
              <a:latin typeface="Calibri"/>
              <a:ea typeface="Calibri"/>
              <a:cs typeface="Calibri"/>
              <a:sym typeface="Calibri"/>
            </a:endParaRPr>
          </a:p>
          <a:p>
            <a:pPr indent="-330200" lvl="0" marL="457200" rtl="0" algn="just">
              <a:lnSpc>
                <a:spcPct val="150000"/>
              </a:lnSpc>
              <a:spcBef>
                <a:spcPts val="0"/>
              </a:spcBef>
              <a:spcAft>
                <a:spcPts val="0"/>
              </a:spcAft>
              <a:buClr>
                <a:srgbClr val="000000"/>
              </a:buClr>
              <a:buSzPts val="1600"/>
              <a:buFont typeface="Calibri"/>
              <a:buChar char="●"/>
            </a:pPr>
            <a:r>
              <a:rPr lang="fr-FR" sz="1600">
                <a:latin typeface="Calibri"/>
                <a:ea typeface="Calibri"/>
                <a:cs typeface="Calibri"/>
                <a:sym typeface="Calibri"/>
              </a:rPr>
              <a:t>The project team consisted of 32 members at its peak, including 1 Project Manager, 2 Business Analysts, 1 UI/UX Designer, 2 Technical Leaders, 9 Back-End Developers, 5 Front-End Developers, 6 Manual Testers, and 1 DevOps Engineer. </a:t>
            </a:r>
            <a:endParaRPr sz="1600">
              <a:latin typeface="Calibri"/>
              <a:ea typeface="Calibri"/>
              <a:cs typeface="Calibri"/>
              <a:sym typeface="Calibri"/>
            </a:endParaRPr>
          </a:p>
          <a:p>
            <a:pPr indent="-330200" lvl="0" marL="457200" rtl="0" algn="just">
              <a:lnSpc>
                <a:spcPct val="150000"/>
              </a:lnSpc>
              <a:spcBef>
                <a:spcPts val="0"/>
              </a:spcBef>
              <a:spcAft>
                <a:spcPts val="0"/>
              </a:spcAft>
              <a:buClr>
                <a:srgbClr val="000000"/>
              </a:buClr>
              <a:buSzPts val="1600"/>
              <a:buFont typeface="Calibri"/>
              <a:buChar char="●"/>
            </a:pPr>
            <a:r>
              <a:rPr lang="fr-FR" sz="1600">
                <a:latin typeface="Calibri"/>
                <a:ea typeface="Calibri"/>
                <a:cs typeface="Calibri"/>
                <a:sym typeface="Calibri"/>
              </a:rPr>
              <a:t>The team maintained a balanced allocation throughout the project to meet the demanding requirements effectively.</a:t>
            </a:r>
            <a:endParaRPr sz="1600">
              <a:latin typeface="Calibri"/>
              <a:ea typeface="Calibri"/>
              <a:cs typeface="Calibri"/>
              <a:sym typeface="Calibri"/>
            </a:endParaRPr>
          </a:p>
        </p:txBody>
      </p:sp>
      <p:sp>
        <p:nvSpPr>
          <p:cNvPr id="308" name="Google Shape;308;g3286bf49f1e_1_117"/>
          <p:cNvSpPr txBox="1"/>
          <p:nvPr/>
        </p:nvSpPr>
        <p:spPr>
          <a:xfrm>
            <a:off x="291800" y="1843500"/>
            <a:ext cx="9729000" cy="8177100"/>
          </a:xfrm>
          <a:prstGeom prst="rect">
            <a:avLst/>
          </a:prstGeom>
          <a:solidFill>
            <a:srgbClr val="FFFEFF"/>
          </a:solid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hlink"/>
              </a:buClr>
              <a:buSzPts val="1100"/>
              <a:buFont typeface="Arial"/>
              <a:buNone/>
            </a:pPr>
            <a:r>
              <a:rPr b="1" lang="fr-FR" sz="2800">
                <a:solidFill>
                  <a:schemeClr val="accent4"/>
                </a:solidFill>
                <a:latin typeface="Calibri"/>
                <a:ea typeface="Calibri"/>
                <a:cs typeface="Calibri"/>
                <a:sym typeface="Calibri"/>
              </a:rPr>
              <a:t>FINANCIAL HUBS</a:t>
            </a:r>
            <a:endParaRPr b="1" sz="2800">
              <a:solidFill>
                <a:schemeClr val="accent4"/>
              </a:solidFill>
              <a:latin typeface="Calibri"/>
              <a:ea typeface="Calibri"/>
              <a:cs typeface="Calibri"/>
              <a:sym typeface="Calibri"/>
            </a:endParaRPr>
          </a:p>
          <a:p>
            <a:pPr indent="0" lvl="0" marL="0" rtl="0" algn="l">
              <a:lnSpc>
                <a:spcPct val="150000"/>
              </a:lnSpc>
              <a:spcBef>
                <a:spcPts val="1200"/>
              </a:spcBef>
              <a:spcAft>
                <a:spcPts val="1200"/>
              </a:spcAft>
              <a:buNone/>
            </a:pPr>
            <a:r>
              <a:t/>
            </a:r>
            <a:endParaRPr i="0" sz="1800" u="none" cap="none" strike="noStrike">
              <a:solidFill>
                <a:schemeClr val="dk1"/>
              </a:solidFill>
              <a:latin typeface="Calibri"/>
              <a:ea typeface="Calibri"/>
              <a:cs typeface="Calibri"/>
              <a:sym typeface="Calibri"/>
            </a:endParaRPr>
          </a:p>
        </p:txBody>
      </p:sp>
      <p:pic>
        <p:nvPicPr>
          <p:cNvPr id="309" name="Google Shape;309;g3286bf49f1e_1_117"/>
          <p:cNvPicPr preferRelativeResize="0"/>
          <p:nvPr/>
        </p:nvPicPr>
        <p:blipFill>
          <a:blip r:embed="rId3">
            <a:alphaModFix/>
          </a:blip>
          <a:stretch>
            <a:fillRect/>
          </a:stretch>
        </p:blipFill>
        <p:spPr>
          <a:xfrm>
            <a:off x="5220376" y="2644061"/>
            <a:ext cx="4454250" cy="6575967"/>
          </a:xfrm>
          <a:prstGeom prst="rect">
            <a:avLst/>
          </a:prstGeom>
          <a:noFill/>
          <a:ln>
            <a:noFill/>
          </a:ln>
        </p:spPr>
      </p:pic>
      <p:pic>
        <p:nvPicPr>
          <p:cNvPr id="310" name="Google Shape;310;g3286bf49f1e_1_117"/>
          <p:cNvPicPr preferRelativeResize="0"/>
          <p:nvPr/>
        </p:nvPicPr>
        <p:blipFill>
          <a:blip r:embed="rId4">
            <a:alphaModFix/>
          </a:blip>
          <a:stretch>
            <a:fillRect/>
          </a:stretch>
        </p:blipFill>
        <p:spPr>
          <a:xfrm>
            <a:off x="637973" y="2644057"/>
            <a:ext cx="4454251" cy="6575882"/>
          </a:xfrm>
          <a:prstGeom prst="rect">
            <a:avLst/>
          </a:prstGeom>
          <a:noFill/>
          <a:ln>
            <a:noFill/>
          </a:ln>
        </p:spPr>
      </p:pic>
    </p:spTree>
  </p:cSld>
  <p:clrMapOvr>
    <a:masterClrMapping/>
  </p:clrMapOvr>
  <mc:AlternateContent>
    <mc:Choice Requires="p14">
      <p:transition spd="slow" p14:dur="2500">
        <p14:flip dir="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g308434b8c83_0_15"/>
          <p:cNvSpPr txBox="1"/>
          <p:nvPr/>
        </p:nvSpPr>
        <p:spPr>
          <a:xfrm>
            <a:off x="11637050" y="1628675"/>
            <a:ext cx="4772700" cy="5420100"/>
          </a:xfrm>
          <a:prstGeom prst="rect">
            <a:avLst/>
          </a:prstGeom>
          <a:solidFill>
            <a:srgbClr val="FFFEFF"/>
          </a:solid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hlink"/>
              </a:buClr>
              <a:buSzPts val="1600"/>
              <a:buFont typeface="Arial"/>
              <a:buNone/>
            </a:pPr>
            <a:r>
              <a:rPr b="1" lang="fr-FR" sz="2800">
                <a:solidFill>
                  <a:schemeClr val="accent4"/>
                </a:solidFill>
                <a:latin typeface="Calibri"/>
                <a:ea typeface="Calibri"/>
                <a:cs typeface="Calibri"/>
                <a:sym typeface="Calibri"/>
              </a:rPr>
              <a:t>TECH STACK</a:t>
            </a:r>
            <a:r>
              <a:rPr b="1" lang="fr-FR" sz="2800">
                <a:solidFill>
                  <a:schemeClr val="dk1"/>
                </a:solidFill>
                <a:latin typeface="Calibri"/>
                <a:ea typeface="Calibri"/>
                <a:cs typeface="Calibri"/>
                <a:sym typeface="Calibri"/>
              </a:rPr>
              <a:t> </a:t>
            </a:r>
            <a:endParaRPr b="1" sz="2800">
              <a:solidFill>
                <a:schemeClr val="dk1"/>
              </a:solidFill>
              <a:latin typeface="Calibri"/>
              <a:ea typeface="Calibri"/>
              <a:cs typeface="Calibri"/>
              <a:sym typeface="Calibri"/>
            </a:endParaRPr>
          </a:p>
          <a:p>
            <a:pPr indent="-330200" lvl="0" marL="457200" rtl="0" algn="l">
              <a:lnSpc>
                <a:spcPct val="150000"/>
              </a:lnSpc>
              <a:spcBef>
                <a:spcPts val="1200"/>
              </a:spcBef>
              <a:spcAft>
                <a:spcPts val="0"/>
              </a:spcAft>
              <a:buClr>
                <a:srgbClr val="000000"/>
              </a:buClr>
              <a:buSzPts val="1600"/>
              <a:buChar char="●"/>
            </a:pPr>
            <a:r>
              <a:rPr b="1" lang="fr-FR" sz="1600">
                <a:latin typeface="Calibri"/>
                <a:ea typeface="Calibri"/>
                <a:cs typeface="Calibri"/>
                <a:sym typeface="Calibri"/>
              </a:rPr>
              <a:t>Platform</a:t>
            </a:r>
            <a:r>
              <a:rPr lang="fr-FR" sz="1600">
                <a:latin typeface="Calibri"/>
                <a:ea typeface="Calibri"/>
                <a:cs typeface="Calibri"/>
                <a:sym typeface="Calibri"/>
              </a:rPr>
              <a:t>: Web Application</a:t>
            </a:r>
            <a:endParaRPr sz="1600">
              <a:latin typeface="Calibri"/>
              <a:ea typeface="Calibri"/>
              <a:cs typeface="Calibri"/>
              <a:sym typeface="Calibri"/>
            </a:endParaRPr>
          </a:p>
          <a:p>
            <a:pPr indent="-330200" lvl="0" marL="457200" rtl="0" algn="l">
              <a:lnSpc>
                <a:spcPct val="150000"/>
              </a:lnSpc>
              <a:spcBef>
                <a:spcPts val="0"/>
              </a:spcBef>
              <a:spcAft>
                <a:spcPts val="0"/>
              </a:spcAft>
              <a:buClr>
                <a:srgbClr val="000000"/>
              </a:buClr>
              <a:buSzPts val="1600"/>
              <a:buChar char="●"/>
            </a:pPr>
            <a:r>
              <a:rPr b="1" lang="fr-FR" sz="1600">
                <a:latin typeface="Calibri"/>
                <a:ea typeface="Calibri"/>
                <a:cs typeface="Calibri"/>
                <a:sym typeface="Calibri"/>
              </a:rPr>
              <a:t>Languages</a:t>
            </a:r>
            <a:r>
              <a:rPr lang="fr-FR" sz="1600">
                <a:latin typeface="Calibri"/>
                <a:ea typeface="Calibri"/>
                <a:cs typeface="Calibri"/>
                <a:sym typeface="Calibri"/>
              </a:rPr>
              <a:t>: React.js (v17.0.2), Node.js (v14.0)</a:t>
            </a:r>
            <a:endParaRPr sz="1600">
              <a:latin typeface="Calibri"/>
              <a:ea typeface="Calibri"/>
              <a:cs typeface="Calibri"/>
              <a:sym typeface="Calibri"/>
            </a:endParaRPr>
          </a:p>
          <a:p>
            <a:pPr indent="-330200" lvl="0" marL="457200" rtl="0" algn="l">
              <a:lnSpc>
                <a:spcPct val="150000"/>
              </a:lnSpc>
              <a:spcBef>
                <a:spcPts val="0"/>
              </a:spcBef>
              <a:spcAft>
                <a:spcPts val="0"/>
              </a:spcAft>
              <a:buClr>
                <a:srgbClr val="000000"/>
              </a:buClr>
              <a:buSzPts val="1600"/>
              <a:buChar char="●"/>
            </a:pPr>
            <a:r>
              <a:rPr b="1" lang="fr-FR" sz="1600">
                <a:latin typeface="Calibri"/>
                <a:ea typeface="Calibri"/>
                <a:cs typeface="Calibri"/>
                <a:sym typeface="Calibri"/>
              </a:rPr>
              <a:t>Frameworks</a:t>
            </a:r>
            <a:r>
              <a:rPr lang="fr-FR" sz="1600">
                <a:latin typeface="Calibri"/>
                <a:ea typeface="Calibri"/>
                <a:cs typeface="Calibri"/>
                <a:sym typeface="Calibri"/>
              </a:rPr>
              <a:t>: Nest.js, Next.js</a:t>
            </a:r>
            <a:endParaRPr sz="1600">
              <a:latin typeface="Calibri"/>
              <a:ea typeface="Calibri"/>
              <a:cs typeface="Calibri"/>
              <a:sym typeface="Calibri"/>
            </a:endParaRPr>
          </a:p>
          <a:p>
            <a:pPr indent="-330200" lvl="0" marL="457200" rtl="0" algn="l">
              <a:lnSpc>
                <a:spcPct val="150000"/>
              </a:lnSpc>
              <a:spcBef>
                <a:spcPts val="0"/>
              </a:spcBef>
              <a:spcAft>
                <a:spcPts val="0"/>
              </a:spcAft>
              <a:buClr>
                <a:srgbClr val="000000"/>
              </a:buClr>
              <a:buSzPts val="1600"/>
              <a:buChar char="●"/>
            </a:pPr>
            <a:r>
              <a:rPr b="1" lang="fr-FR" sz="1600">
                <a:latin typeface="Calibri"/>
                <a:ea typeface="Calibri"/>
                <a:cs typeface="Calibri"/>
                <a:sym typeface="Calibri"/>
              </a:rPr>
              <a:t>Database</a:t>
            </a:r>
            <a:r>
              <a:rPr lang="fr-FR" sz="1600">
                <a:latin typeface="Calibri"/>
                <a:ea typeface="Calibri"/>
                <a:cs typeface="Calibri"/>
                <a:sym typeface="Calibri"/>
              </a:rPr>
              <a:t>: MySQL v8.0.23, Redis, Elasticsearch</a:t>
            </a:r>
            <a:endParaRPr sz="1600">
              <a:latin typeface="Calibri"/>
              <a:ea typeface="Calibri"/>
              <a:cs typeface="Calibri"/>
              <a:sym typeface="Calibri"/>
            </a:endParaRPr>
          </a:p>
          <a:p>
            <a:pPr indent="-330200" lvl="0" marL="457200" rtl="0" algn="l">
              <a:lnSpc>
                <a:spcPct val="150000"/>
              </a:lnSpc>
              <a:spcBef>
                <a:spcPts val="0"/>
              </a:spcBef>
              <a:spcAft>
                <a:spcPts val="0"/>
              </a:spcAft>
              <a:buClr>
                <a:srgbClr val="000000"/>
              </a:buClr>
              <a:buSzPts val="1600"/>
              <a:buChar char="●"/>
            </a:pPr>
            <a:r>
              <a:rPr b="1" lang="fr-FR" sz="1600">
                <a:latin typeface="Calibri"/>
                <a:ea typeface="Calibri"/>
                <a:cs typeface="Calibri"/>
                <a:sym typeface="Calibri"/>
              </a:rPr>
              <a:t>Third-Party Tools</a:t>
            </a:r>
            <a:r>
              <a:rPr lang="fr-FR" sz="1600">
                <a:latin typeface="Calibri"/>
                <a:ea typeface="Calibri"/>
                <a:cs typeface="Calibri"/>
                <a:sym typeface="Calibri"/>
              </a:rPr>
              <a:t>: Mixpanel, Google Analytics, Stripe, Twilio, HubSpot</a:t>
            </a:r>
            <a:endParaRPr sz="1600">
              <a:latin typeface="Calibri"/>
              <a:ea typeface="Calibri"/>
              <a:cs typeface="Calibri"/>
              <a:sym typeface="Calibri"/>
            </a:endParaRPr>
          </a:p>
          <a:p>
            <a:pPr indent="-330200" lvl="0" marL="457200" rtl="0" algn="l">
              <a:lnSpc>
                <a:spcPct val="150000"/>
              </a:lnSpc>
              <a:spcBef>
                <a:spcPts val="0"/>
              </a:spcBef>
              <a:spcAft>
                <a:spcPts val="0"/>
              </a:spcAft>
              <a:buClr>
                <a:srgbClr val="000000"/>
              </a:buClr>
              <a:buSzPts val="1600"/>
              <a:buChar char="●"/>
            </a:pPr>
            <a:r>
              <a:rPr b="1" lang="fr-FR" sz="1600">
                <a:latin typeface="Calibri"/>
                <a:ea typeface="Calibri"/>
                <a:cs typeface="Calibri"/>
                <a:sym typeface="Calibri"/>
              </a:rPr>
              <a:t>Cloud</a:t>
            </a:r>
            <a:r>
              <a:rPr lang="fr-FR" sz="1600">
                <a:latin typeface="Calibri"/>
                <a:ea typeface="Calibri"/>
                <a:cs typeface="Calibri"/>
                <a:sym typeface="Calibri"/>
              </a:rPr>
              <a:t>: AWS services (EKS, ECS, Lambda, S3, etc.)</a:t>
            </a:r>
            <a:endParaRPr sz="1600">
              <a:latin typeface="Calibri"/>
              <a:ea typeface="Calibri"/>
              <a:cs typeface="Calibri"/>
              <a:sym typeface="Calibri"/>
            </a:endParaRPr>
          </a:p>
          <a:p>
            <a:pPr indent="-330200" lvl="0" marL="457200" rtl="0" algn="l">
              <a:lnSpc>
                <a:spcPct val="150000"/>
              </a:lnSpc>
              <a:spcBef>
                <a:spcPts val="0"/>
              </a:spcBef>
              <a:spcAft>
                <a:spcPts val="0"/>
              </a:spcAft>
              <a:buClr>
                <a:srgbClr val="000000"/>
              </a:buClr>
              <a:buSzPts val="1600"/>
              <a:buChar char="●"/>
            </a:pPr>
            <a:r>
              <a:rPr b="1" lang="fr-FR" sz="1600">
                <a:latin typeface="Calibri"/>
                <a:ea typeface="Calibri"/>
                <a:cs typeface="Calibri"/>
                <a:sym typeface="Calibri"/>
              </a:rPr>
              <a:t>OS</a:t>
            </a:r>
            <a:r>
              <a:rPr lang="fr-FR" sz="1600">
                <a:latin typeface="Calibri"/>
                <a:ea typeface="Calibri"/>
                <a:cs typeface="Calibri"/>
                <a:sym typeface="Calibri"/>
              </a:rPr>
              <a:t>: Ubuntu</a:t>
            </a:r>
            <a:endParaRPr sz="1600">
              <a:latin typeface="Calibri"/>
              <a:ea typeface="Calibri"/>
              <a:cs typeface="Calibri"/>
              <a:sym typeface="Calibri"/>
            </a:endParaRPr>
          </a:p>
          <a:p>
            <a:pPr indent="-330200" lvl="0" marL="457200" rtl="0" algn="l">
              <a:lnSpc>
                <a:spcPct val="150000"/>
              </a:lnSpc>
              <a:spcBef>
                <a:spcPts val="0"/>
              </a:spcBef>
              <a:spcAft>
                <a:spcPts val="0"/>
              </a:spcAft>
              <a:buClr>
                <a:srgbClr val="000000"/>
              </a:buClr>
              <a:buSzPts val="1600"/>
              <a:buChar char="●"/>
            </a:pPr>
            <a:r>
              <a:rPr b="1" lang="fr-FR" sz="1600">
                <a:latin typeface="Calibri"/>
                <a:ea typeface="Calibri"/>
                <a:cs typeface="Calibri"/>
                <a:sym typeface="Calibri"/>
              </a:rPr>
              <a:t>Operations</a:t>
            </a:r>
            <a:r>
              <a:rPr lang="fr-FR" sz="1600">
                <a:latin typeface="Calibri"/>
                <a:ea typeface="Calibri"/>
                <a:cs typeface="Calibri"/>
                <a:sym typeface="Calibri"/>
              </a:rPr>
              <a:t>: Kubernetes (K8s), CloudWatch</a:t>
            </a:r>
            <a:endParaRPr sz="1600">
              <a:latin typeface="Calibri"/>
              <a:ea typeface="Calibri"/>
              <a:cs typeface="Calibri"/>
              <a:sym typeface="Calibri"/>
            </a:endParaRPr>
          </a:p>
          <a:p>
            <a:pPr indent="-330200" lvl="0" marL="457200" rtl="0" algn="l">
              <a:lnSpc>
                <a:spcPct val="150000"/>
              </a:lnSpc>
              <a:spcBef>
                <a:spcPts val="0"/>
              </a:spcBef>
              <a:spcAft>
                <a:spcPts val="0"/>
              </a:spcAft>
              <a:buClr>
                <a:srgbClr val="000000"/>
              </a:buClr>
              <a:buSzPts val="1600"/>
              <a:buChar char="●"/>
            </a:pPr>
            <a:r>
              <a:rPr b="1" lang="fr-FR" sz="1600">
                <a:latin typeface="Calibri"/>
                <a:ea typeface="Calibri"/>
                <a:cs typeface="Calibri"/>
                <a:sym typeface="Calibri"/>
              </a:rPr>
              <a:t>Architecture</a:t>
            </a:r>
            <a:r>
              <a:rPr lang="fr-FR" sz="1600">
                <a:latin typeface="Calibri"/>
                <a:ea typeface="Calibri"/>
                <a:cs typeface="Calibri"/>
                <a:sym typeface="Calibri"/>
              </a:rPr>
              <a:t>: Microservices</a:t>
            </a:r>
            <a:endParaRPr sz="1600">
              <a:latin typeface="Calibri"/>
              <a:ea typeface="Calibri"/>
              <a:cs typeface="Calibri"/>
              <a:sym typeface="Calibri"/>
            </a:endParaRPr>
          </a:p>
          <a:p>
            <a:pPr indent="0" lvl="0" marL="0" rtl="0" algn="l">
              <a:lnSpc>
                <a:spcPct val="150000"/>
              </a:lnSpc>
              <a:spcBef>
                <a:spcPts val="1200"/>
              </a:spcBef>
              <a:spcAft>
                <a:spcPts val="0"/>
              </a:spcAft>
              <a:buClr>
                <a:schemeClr val="hlink"/>
              </a:buClr>
              <a:buSzPts val="1600"/>
              <a:buFont typeface="Arial"/>
              <a:buNone/>
            </a:pPr>
            <a:r>
              <a:t/>
            </a:r>
            <a:endParaRPr b="1" sz="1700">
              <a:solidFill>
                <a:schemeClr val="dk1"/>
              </a:solidFill>
              <a:latin typeface="Calibri"/>
              <a:ea typeface="Calibri"/>
              <a:cs typeface="Calibri"/>
              <a:sym typeface="Calibri"/>
            </a:endParaRPr>
          </a:p>
          <a:p>
            <a:pPr indent="0" lvl="0" marL="0" rtl="0" algn="l">
              <a:lnSpc>
                <a:spcPct val="150000"/>
              </a:lnSpc>
              <a:spcBef>
                <a:spcPts val="1200"/>
              </a:spcBef>
              <a:spcAft>
                <a:spcPts val="1200"/>
              </a:spcAft>
              <a:buNone/>
            </a:pPr>
            <a:r>
              <a:t/>
            </a:r>
            <a:endParaRPr sz="1800">
              <a:solidFill>
                <a:schemeClr val="dk1"/>
              </a:solidFill>
              <a:latin typeface="Calibri"/>
              <a:ea typeface="Calibri"/>
              <a:cs typeface="Calibri"/>
              <a:sym typeface="Calibri"/>
            </a:endParaRPr>
          </a:p>
        </p:txBody>
      </p:sp>
      <p:sp>
        <p:nvSpPr>
          <p:cNvPr id="317" name="Google Shape;317;g308434b8c83_0_15"/>
          <p:cNvSpPr txBox="1"/>
          <p:nvPr>
            <p:ph idx="1" type="body"/>
          </p:nvPr>
        </p:nvSpPr>
        <p:spPr>
          <a:xfrm>
            <a:off x="609600" y="202475"/>
            <a:ext cx="15357900" cy="521400"/>
          </a:xfrm>
          <a:prstGeom prst="rect">
            <a:avLst/>
          </a:prstGeom>
          <a:noFill/>
          <a:ln>
            <a:noFill/>
          </a:ln>
        </p:spPr>
        <p:txBody>
          <a:bodyPr anchorCtr="0" anchor="ctr" bIns="0" lIns="0" spcFirstLastPara="1" rIns="0" wrap="square" tIns="0">
            <a:noAutofit/>
          </a:bodyPr>
          <a:lstStyle/>
          <a:p>
            <a:pPr indent="0" lvl="0" marL="0" rtl="0" algn="l">
              <a:lnSpc>
                <a:spcPct val="108000"/>
              </a:lnSpc>
              <a:spcBef>
                <a:spcPts val="0"/>
              </a:spcBef>
              <a:spcAft>
                <a:spcPts val="0"/>
              </a:spcAft>
              <a:buSzPts val="1100"/>
              <a:buNone/>
            </a:pPr>
            <a:r>
              <a:rPr lang="fr-FR" sz="2900">
                <a:solidFill>
                  <a:schemeClr val="dk1"/>
                </a:solidFill>
              </a:rPr>
              <a:t>BON22162</a:t>
            </a:r>
            <a:r>
              <a:rPr lang="fr-FR" sz="2900">
                <a:solidFill>
                  <a:schemeClr val="dk1"/>
                </a:solidFill>
              </a:rPr>
              <a:t> - </a:t>
            </a:r>
            <a:r>
              <a:rPr lang="fr-FR" sz="2900">
                <a:solidFill>
                  <a:schemeClr val="dk1"/>
                </a:solidFill>
              </a:rPr>
              <a:t>TECHNICAL SOLUTION/TECH STACK</a:t>
            </a:r>
            <a:endParaRPr sz="2900">
              <a:solidFill>
                <a:schemeClr val="dk1"/>
              </a:solidFill>
            </a:endParaRPr>
          </a:p>
        </p:txBody>
      </p:sp>
      <p:sp>
        <p:nvSpPr>
          <p:cNvPr id="318" name="Google Shape;318;g308434b8c83_0_15"/>
          <p:cNvSpPr txBox="1"/>
          <p:nvPr>
            <p:ph idx="3" type="body"/>
          </p:nvPr>
        </p:nvSpPr>
        <p:spPr>
          <a:xfrm>
            <a:off x="609595" y="919931"/>
            <a:ext cx="14404800" cy="512700"/>
          </a:xfrm>
          <a:prstGeom prst="rect">
            <a:avLst/>
          </a:prstGeom>
          <a:noFill/>
          <a:ln>
            <a:noFill/>
          </a:ln>
        </p:spPr>
        <p:txBody>
          <a:bodyPr anchorCtr="0" anchor="ctr" bIns="0" lIns="0" spcFirstLastPara="1" rIns="0" wrap="square" tIns="0">
            <a:noAutofit/>
          </a:bodyPr>
          <a:lstStyle/>
          <a:p>
            <a:pPr indent="0" lvl="0" marL="0" rtl="0" algn="l">
              <a:lnSpc>
                <a:spcPct val="108000"/>
              </a:lnSpc>
              <a:spcBef>
                <a:spcPts val="0"/>
              </a:spcBef>
              <a:spcAft>
                <a:spcPts val="0"/>
              </a:spcAft>
              <a:buSzPts val="2400"/>
              <a:buNone/>
            </a:pPr>
            <a:r>
              <a:rPr lang="fr-FR"/>
              <a:t>FINANCIAL REPORTING AND ANALYSIS PLATFORM</a:t>
            </a:r>
            <a:endParaRPr/>
          </a:p>
        </p:txBody>
      </p:sp>
      <p:graphicFrame>
        <p:nvGraphicFramePr>
          <p:cNvPr id="319" name="Google Shape;319;g308434b8c83_0_15"/>
          <p:cNvGraphicFramePr/>
          <p:nvPr/>
        </p:nvGraphicFramePr>
        <p:xfrm>
          <a:off x="304800" y="304800"/>
          <a:ext cx="3000000" cy="3000000"/>
        </p:xfrm>
        <a:graphic>
          <a:graphicData uri="http://schemas.openxmlformats.org/drawingml/2006/table">
            <a:tbl>
              <a:tblPr>
                <a:noFill/>
                <a:tableStyleId>{050671DB-1DC9-4DF0-91C4-7DA4BAF8C809}</a:tableStyleId>
              </a:tblPr>
              <a:tblGrid>
                <a:gridCol w="19050"/>
              </a:tblGrid>
              <a:tr h="190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graphicFrame>
        <p:nvGraphicFramePr>
          <p:cNvPr id="320" name="Google Shape;320;g308434b8c83_0_15"/>
          <p:cNvGraphicFramePr/>
          <p:nvPr/>
        </p:nvGraphicFramePr>
        <p:xfrm>
          <a:off x="457200" y="457200"/>
          <a:ext cx="3000000" cy="3000000"/>
        </p:xfrm>
        <a:graphic>
          <a:graphicData uri="http://schemas.openxmlformats.org/drawingml/2006/table">
            <a:tbl>
              <a:tblPr>
                <a:noFill/>
                <a:tableStyleId>{050671DB-1DC9-4DF0-91C4-7DA4BAF8C809}</a:tableStyleId>
              </a:tblPr>
              <a:tblGrid>
                <a:gridCol w="19050"/>
              </a:tblGrid>
              <a:tr h="190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graphicFrame>
        <p:nvGraphicFramePr>
          <p:cNvPr id="321" name="Google Shape;321;g308434b8c83_0_15"/>
          <p:cNvGraphicFramePr/>
          <p:nvPr/>
        </p:nvGraphicFramePr>
        <p:xfrm>
          <a:off x="609600" y="609600"/>
          <a:ext cx="3000000" cy="3000000"/>
        </p:xfrm>
        <a:graphic>
          <a:graphicData uri="http://schemas.openxmlformats.org/drawingml/2006/table">
            <a:tbl>
              <a:tblPr>
                <a:noFill/>
                <a:tableStyleId>{050671DB-1DC9-4DF0-91C4-7DA4BAF8C809}</a:tableStyleId>
              </a:tblPr>
              <a:tblGrid>
                <a:gridCol w="19050"/>
              </a:tblGrid>
              <a:tr h="190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sp>
        <p:nvSpPr>
          <p:cNvPr id="322" name="Google Shape;322;g308434b8c83_0_15"/>
          <p:cNvSpPr txBox="1"/>
          <p:nvPr>
            <p:ph idx="12" type="sldNum"/>
          </p:nvPr>
        </p:nvSpPr>
        <p:spPr>
          <a:xfrm>
            <a:off x="17113568" y="9575902"/>
            <a:ext cx="1097400" cy="787500"/>
          </a:xfrm>
          <a:prstGeom prst="rect">
            <a:avLst/>
          </a:prstGeom>
          <a:noFill/>
          <a:ln>
            <a:noFill/>
          </a:ln>
        </p:spPr>
        <p:txBody>
          <a:bodyPr anchorCtr="0" anchor="ctr" bIns="167625" lIns="167625" spcFirstLastPara="1" rIns="167625" wrap="square" tIns="167625">
            <a:noAutofit/>
          </a:bodyPr>
          <a:lstStyle/>
          <a:p>
            <a:pPr indent="0" lvl="0" marL="0" rtl="0" algn="r">
              <a:lnSpc>
                <a:spcPct val="100000"/>
              </a:lnSpc>
              <a:spcBef>
                <a:spcPts val="0"/>
              </a:spcBef>
              <a:spcAft>
                <a:spcPts val="0"/>
              </a:spcAft>
              <a:buSzPts val="1800"/>
              <a:buNone/>
            </a:pPr>
            <a:fld id="{00000000-1234-1234-1234-123412341234}" type="slidenum">
              <a:rPr lang="fr-FR"/>
              <a:t>‹#›</a:t>
            </a:fld>
            <a:endParaRPr/>
          </a:p>
        </p:txBody>
      </p:sp>
      <p:sp>
        <p:nvSpPr>
          <p:cNvPr id="323" name="Google Shape;323;g308434b8c83_0_15"/>
          <p:cNvSpPr txBox="1"/>
          <p:nvPr/>
        </p:nvSpPr>
        <p:spPr>
          <a:xfrm>
            <a:off x="628650" y="1628675"/>
            <a:ext cx="1995600" cy="8430000"/>
          </a:xfrm>
          <a:prstGeom prst="rect">
            <a:avLst/>
          </a:prstGeom>
          <a:solidFill>
            <a:srgbClr val="FFFEFF"/>
          </a:solid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1600"/>
              <a:buFont typeface="Arial"/>
              <a:buNone/>
            </a:pPr>
            <a:r>
              <a:rPr b="1" lang="fr-FR" sz="1900">
                <a:solidFill>
                  <a:schemeClr val="accent4"/>
                </a:solidFill>
                <a:latin typeface="Calibri"/>
                <a:ea typeface="Calibri"/>
                <a:cs typeface="Calibri"/>
                <a:sym typeface="Calibri"/>
              </a:rPr>
              <a:t>ARCHITECTURE OVERVIEW</a:t>
            </a:r>
            <a:endParaRPr b="1" sz="1900">
              <a:solidFill>
                <a:schemeClr val="dk1"/>
              </a:solidFill>
              <a:latin typeface="Calibri"/>
              <a:ea typeface="Calibri"/>
              <a:cs typeface="Calibri"/>
              <a:sym typeface="Calibri"/>
            </a:endParaRPr>
          </a:p>
        </p:txBody>
      </p:sp>
      <p:pic>
        <p:nvPicPr>
          <p:cNvPr id="324" name="Google Shape;324;g308434b8c83_0_15"/>
          <p:cNvPicPr preferRelativeResize="0"/>
          <p:nvPr/>
        </p:nvPicPr>
        <p:blipFill rotWithShape="1">
          <a:blip r:embed="rId3">
            <a:alphaModFix/>
          </a:blip>
          <a:srcRect b="0" l="3446" r="4395" t="0"/>
          <a:stretch/>
        </p:blipFill>
        <p:spPr>
          <a:xfrm>
            <a:off x="2624175" y="1628675"/>
            <a:ext cx="8499475" cy="8430150"/>
          </a:xfrm>
          <a:prstGeom prst="rect">
            <a:avLst/>
          </a:prstGeom>
          <a:noFill/>
          <a:ln cap="flat" cmpd="sng" w="9525">
            <a:solidFill>
              <a:srgbClr val="FFFFFF"/>
            </a:solidFill>
            <a:prstDash val="solid"/>
            <a:round/>
            <a:headEnd len="sm" w="sm" type="none"/>
            <a:tailEnd len="sm" w="sm" type="none"/>
          </a:ln>
        </p:spPr>
      </p:pic>
    </p:spTree>
  </p:cSld>
  <p:clrMapOvr>
    <a:masterClrMapping/>
  </p:clrMapOvr>
  <mc:AlternateContent>
    <mc:Choice Requires="p14">
      <p:transition spd="slow" p14:dur="2500">
        <p14:flip dir="l"/>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1_ALTEN HEADER">
  <a:themeElements>
    <a:clrScheme name="Alten">
      <a:dk1>
        <a:srgbClr val="063C67"/>
      </a:dk1>
      <a:lt1>
        <a:srgbClr val="FFFFFF"/>
      </a:lt1>
      <a:dk2>
        <a:srgbClr val="858591"/>
      </a:dk2>
      <a:lt2>
        <a:srgbClr val="FFFFFF"/>
      </a:lt2>
      <a:accent1>
        <a:srgbClr val="FFC800"/>
      </a:accent1>
      <a:accent2>
        <a:srgbClr val="C0C0C8"/>
      </a:accent2>
      <a:accent3>
        <a:srgbClr val="063C67"/>
      </a:accent3>
      <a:accent4>
        <a:srgbClr val="1D93C9"/>
      </a:accent4>
      <a:accent5>
        <a:srgbClr val="7ECBEE"/>
      </a:accent5>
      <a:accent6>
        <a:srgbClr val="2F80F3"/>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2015-01-20T11:47:00Z</dcterms:created>
  <dc:creator>Палотенце</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dlc_policyId">
    <vt:lpwstr>0x01010012EE8AC122393943A9ADCEFBE47B62DB00E61A44395F846146BED630EFC674B05B|-928579862</vt:lpwstr>
  </property>
  <property fmtid="{D5CDD505-2E9C-101B-9397-08002B2CF9AE}" pid="3" name="ItemRetentionFormula">
    <vt:lpwstr>&lt;formula id="Microsoft.Office.RecordsManagement.PolicyFeatures.Expiration.Formula.BuiltIn"&gt;&lt;number&gt;2&lt;/number&gt;&lt;property&gt;Modified&lt;/property&gt;&lt;propertyId&gt;28cf69c5-fa48-462a-b5cd-27b6f9d2bd5f&lt;/propertyId&gt;&lt;period&gt;years&lt;/period&gt;&lt;/formula&gt;</vt:lpwstr>
  </property>
  <property fmtid="{D5CDD505-2E9C-101B-9397-08002B2CF9AE}" pid="4" name="Localisation">
    <vt:lpwstr>115;#Accueil|4bd8f80a-33e5-4319-9fab-049e47665117;#199;#Base documentaire|aece0523-a164-40b8-9ea9-90b1e27b8ebb;#214;#Base documentaire|87d88798-9dc2-4302-89ae-a5e1fd887acd;#105;#Modèles de documents|7de429f6-9219-40b1-9188-d5b91a7d27c9</vt:lpwstr>
  </property>
  <property fmtid="{D5CDD505-2E9C-101B-9397-08002B2CF9AE}" pid="5" name="Direction">
    <vt:lpwstr>14;#Direction de la Communication|810adefb-8b86-4726-9d0a-f00260b7b69b</vt:lpwstr>
  </property>
  <property fmtid="{D5CDD505-2E9C-101B-9397-08002B2CF9AE}" pid="6" name="WorkflowChangePath">
    <vt:lpwstr>79a2ffaa-4c2d-490b-9d8d-f58754e49537,4;</vt:lpwstr>
  </property>
  <property fmtid="{D5CDD505-2E9C-101B-9397-08002B2CF9AE}" pid="7" name="_dlc_ExpireDate">
    <vt:filetime>2021-02-18T16:57:28Z</vt:filetime>
  </property>
  <property fmtid="{D5CDD505-2E9C-101B-9397-08002B2CF9AE}" pid="8" name="KSOProductBuildVer">
    <vt:lpwstr>2070-11.2.0.8991</vt:lpwstr>
  </property>
  <property fmtid="{D5CDD505-2E9C-101B-9397-08002B2CF9AE}" pid="9" name="ContentTypeId">
    <vt:lpwstr>0x01010088C810095B12FB46AB33995422CA268B</vt:lpwstr>
  </property>
</Properties>
</file>